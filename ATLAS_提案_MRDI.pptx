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10.svg" ContentType="image/svg+xml"/>
  <Override PartName="/ppt/media/image3.svg" ContentType="image/svg+xml"/>
  <Override PartName="/ppt/media/image6.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1"/>
  </p:sldMasterIdLst>
  <p:notesMasterIdLst>
    <p:notesMasterId r:id="rId25"/>
  </p:notesMasterIdLst>
  <p:handoutMasterIdLst>
    <p:handoutMasterId r:id="rId26"/>
  </p:handoutMasterIdLst>
  <p:sldIdLst>
    <p:sldId id="256" r:id="rId13"/>
    <p:sldId id="257" r:id="rId14"/>
    <p:sldId id="258" r:id="rId15"/>
    <p:sldId id="259" r:id="rId16"/>
    <p:sldId id="260" r:id="rId17"/>
  </p:sldIdLst>
  <p:sldSz cx="9144000" cy="5143500" type="screen16x9"/>
  <p:notesSz cx="6858000" cy="9144000"/>
  <p:defaultTextStyle>
    <a:defPPr>
      <a:defRPr lang="zh-HK"/>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Page" id="{4646E76A-B0C9-8A43-8157-5FACAE7D539B}">
          <p14:sldIdLst>
            <p14:sldId id="263"/>
            <p14:sldId id="297"/>
            <p14:sldId id="266"/>
          </p14:sldIdLst>
        </p14:section>
        <p14:section name="Divider page" id="{91D8228F-7794-9E48-8C56-537946465AAE}">
          <p14:sldIdLst>
            <p14:sldId id="267"/>
            <p14:sldId id="268"/>
            <p14:sldId id="271"/>
            <p14:sldId id="272"/>
          </p14:sldIdLst>
        </p14:section>
        <p14:section name="Agenda" id="{3AB2841D-C8B5-304C-9A4D-88514285D854}">
          <p14:sldIdLst>
            <p14:sldId id="289"/>
            <p14:sldId id="281"/>
          </p14:sldIdLst>
        </p14:section>
        <p14:section name="Powerful Quote" id="{DA3A0EF3-93DC-604D-A91C-367242C12511}">
          <p14:sldIdLst>
            <p14:sldId id="279"/>
          </p14:sldIdLst>
        </p14:section>
        <p14:section name="Content Page" id="{56C2B0F7-77EF-3849-A44D-8E4DA08AC39B}">
          <p14:sldIdLst>
            <p14:sldId id="290"/>
            <p14:sldId id="291"/>
            <p14:sldId id="292"/>
            <p14:sldId id="295"/>
            <p14:sldId id="298"/>
            <p14:sldId id="299"/>
            <p14:sldId id="296"/>
            <p14:sldId id="282"/>
            <p14:sldId id="285"/>
            <p14:sldId id="286"/>
            <p14:sldId id="287"/>
          </p14:sldIdLst>
        </p14:section>
        <p14:section name="Ending Page" id="{459CBF1B-E8D4-104E-B03D-96A5B6E6B527}">
          <p14:sldIdLst>
            <p14:sldId id="260"/>
            <p14:sldId id="288"/>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FF7EBC"/>
    <a:srgbClr val="9699E1"/>
    <a:srgbClr val="7FEFDF"/>
    <a:srgbClr val="4CAFF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B33AC51-3469-43DF-BE14-42BC2C7A5E2A}" v="2" dt="2026-03-18T03:24:06.241"/>
  </p1510:revLst>
</p1510:revInfo>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8030"/>
    <p:restoredTop sz="94708"/>
  </p:normalViewPr>
  <p:slideViewPr>
    <p:cSldViewPr snapToGrid="0">
      <p:cViewPr varScale="1">
        <p:scale>
          <a:sx n="199" d="100"/>
          <a:sy n="199" d="100"/>
        </p:scale>
        <p:origin x="1266" y="150"/>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80" d="100"/>
        <a:sy n="80" d="100"/>
      </p:scale>
      <p:origin x="0" y="0"/>
    </p:cViewPr>
  </p:sorterViewPr>
  <p:notesViewPr>
    <p:cSldViewPr snapToGrid="0">
      <p:cViewPr varScale="1">
        <p:scale>
          <a:sx n="119" d="100"/>
          <a:sy n="119" d="100"/>
        </p:scale>
        <p:origin x="3152" y="184"/>
      </p:cViewPr>
      <p:guideLst/>
    </p:cSldViewPr>
  </p:notesViewPr>
  <p:gridSpacing cx="72010" cy="7201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25" Type="http://schemas.openxmlformats.org/officeDocument/2006/relationships/notesMaster" Target="notesMasters/notesMaster1.xml"/><Relationship Id="rId26" Type="http://schemas.openxmlformats.org/officeDocument/2006/relationships/handoutMaster" Target="handoutMasters/handout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microsoft.com/office/2016/11/relationships/changesInfo" Target="changesInfos/changesInfo1.xml"/><Relationship Id="rId32" Type="http://schemas.microsoft.com/office/2015/10/relationships/revisionInfo" Target="revisionInfo.xml"/><Relationship Id="rId33" Type="http://schemas.openxmlformats.org/officeDocument/2006/relationships/customXml" Target="../customXml/item1.xml"/><Relationship Id="rId34" Type="http://schemas.openxmlformats.org/officeDocument/2006/relationships/customXml" Target="../customXml/item2.xml"/><Relationship Id="rId35" Type="http://schemas.openxmlformats.org/officeDocument/2006/relationships/customXml" Target="../customXml/item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oi Ting Lai" userId="a471060c-7291-43ae-b7a1-00252d2a55f3" providerId="ADAL" clId="{E7922DBD-E454-4008-88A3-DE4844B61529}"/>
    <pc:docChg chg="modSld">
      <pc:chgData name="Hoi Ting Lai" userId="a471060c-7291-43ae-b7a1-00252d2a55f3" providerId="ADAL" clId="{E7922DBD-E454-4008-88A3-DE4844B61529}" dt="2026-03-18T03:29:13.191" v="40" actId="20577"/>
      <pc:docMkLst>
        <pc:docMk/>
      </pc:docMkLst>
      <pc:sldChg chg="modSp mod">
        <pc:chgData name="Hoi Ting Lai" userId="a471060c-7291-43ae-b7a1-00252d2a55f3" providerId="ADAL" clId="{E7922DBD-E454-4008-88A3-DE4844B61529}" dt="2026-03-18T03:23:00.364" v="28" actId="20577"/>
        <pc:sldMkLst>
          <pc:docMk/>
          <pc:sldMk cId="1148789365" sldId="263"/>
        </pc:sldMkLst>
        <pc:spChg chg="mod">
          <ac:chgData name="Hoi Ting Lai" userId="a471060c-7291-43ae-b7a1-00252d2a55f3" providerId="ADAL" clId="{E7922DBD-E454-4008-88A3-DE4844B61529}" dt="2026-03-18T03:23:00.364" v="28" actId="20577"/>
          <ac:spMkLst>
            <pc:docMk/>
            <pc:sldMk cId="1148789365" sldId="263"/>
            <ac:spMk id="6" creationId="{BF9E7EDA-A96F-E75B-C4DD-F661557842F7}"/>
          </ac:spMkLst>
        </pc:spChg>
      </pc:sldChg>
      <pc:sldChg chg="modSp">
        <pc:chgData name="Hoi Ting Lai" userId="a471060c-7291-43ae-b7a1-00252d2a55f3" providerId="ADAL" clId="{E7922DBD-E454-4008-88A3-DE4844B61529}" dt="2026-03-18T03:24:06.241" v="30"/>
        <pc:sldMkLst>
          <pc:docMk/>
          <pc:sldMk cId="2050100313" sldId="266"/>
        </pc:sldMkLst>
        <pc:spChg chg="mod">
          <ac:chgData name="Hoi Ting Lai" userId="a471060c-7291-43ae-b7a1-00252d2a55f3" providerId="ADAL" clId="{E7922DBD-E454-4008-88A3-DE4844B61529}" dt="2026-03-18T03:24:06.241" v="30"/>
          <ac:spMkLst>
            <pc:docMk/>
            <pc:sldMk cId="2050100313" sldId="266"/>
            <ac:spMk id="6" creationId="{BF9E7EDA-A96F-E75B-C4DD-F661557842F7}"/>
          </ac:spMkLst>
        </pc:spChg>
      </pc:sldChg>
      <pc:sldChg chg="modSp mod">
        <pc:chgData name="Hoi Ting Lai" userId="a471060c-7291-43ae-b7a1-00252d2a55f3" providerId="ADAL" clId="{E7922DBD-E454-4008-88A3-DE4844B61529}" dt="2026-03-18T03:29:07.254" v="38" actId="20577"/>
        <pc:sldMkLst>
          <pc:docMk/>
          <pc:sldMk cId="3342799939" sldId="285"/>
        </pc:sldMkLst>
        <pc:spChg chg="mod">
          <ac:chgData name="Hoi Ting Lai" userId="a471060c-7291-43ae-b7a1-00252d2a55f3" providerId="ADAL" clId="{E7922DBD-E454-4008-88A3-DE4844B61529}" dt="2026-03-18T03:29:07.254" v="38" actId="20577"/>
          <ac:spMkLst>
            <pc:docMk/>
            <pc:sldMk cId="3342799939" sldId="285"/>
            <ac:spMk id="3" creationId="{FEC0486B-D0C0-9FEF-1574-15FFD6EF3FF6}"/>
          </ac:spMkLst>
        </pc:spChg>
      </pc:sldChg>
      <pc:sldChg chg="modSp mod">
        <pc:chgData name="Hoi Ting Lai" userId="a471060c-7291-43ae-b7a1-00252d2a55f3" providerId="ADAL" clId="{E7922DBD-E454-4008-88A3-DE4844B61529}" dt="2026-03-18T03:29:10.326" v="39" actId="20577"/>
        <pc:sldMkLst>
          <pc:docMk/>
          <pc:sldMk cId="2128716493" sldId="286"/>
        </pc:sldMkLst>
        <pc:spChg chg="mod">
          <ac:chgData name="Hoi Ting Lai" userId="a471060c-7291-43ae-b7a1-00252d2a55f3" providerId="ADAL" clId="{E7922DBD-E454-4008-88A3-DE4844B61529}" dt="2026-03-18T03:29:10.326" v="39" actId="20577"/>
          <ac:spMkLst>
            <pc:docMk/>
            <pc:sldMk cId="2128716493" sldId="286"/>
            <ac:spMk id="3" creationId="{FEC0486B-D0C0-9FEF-1574-15FFD6EF3FF6}"/>
          </ac:spMkLst>
        </pc:spChg>
      </pc:sldChg>
      <pc:sldChg chg="modSp mod">
        <pc:chgData name="Hoi Ting Lai" userId="a471060c-7291-43ae-b7a1-00252d2a55f3" providerId="ADAL" clId="{E7922DBD-E454-4008-88A3-DE4844B61529}" dt="2026-03-18T03:29:13.191" v="40" actId="20577"/>
        <pc:sldMkLst>
          <pc:docMk/>
          <pc:sldMk cId="279927452" sldId="287"/>
        </pc:sldMkLst>
        <pc:spChg chg="mod">
          <ac:chgData name="Hoi Ting Lai" userId="a471060c-7291-43ae-b7a1-00252d2a55f3" providerId="ADAL" clId="{E7922DBD-E454-4008-88A3-DE4844B61529}" dt="2026-03-18T03:29:13.191" v="40" actId="20577"/>
          <ac:spMkLst>
            <pc:docMk/>
            <pc:sldMk cId="279927452" sldId="287"/>
            <ac:spMk id="4" creationId="{35069513-DB93-085F-5AFF-C286BDCE4074}"/>
          </ac:spMkLst>
        </pc:spChg>
      </pc:sldChg>
      <pc:sldChg chg="modSp mod">
        <pc:chgData name="Hoi Ting Lai" userId="a471060c-7291-43ae-b7a1-00252d2a55f3" providerId="ADAL" clId="{E7922DBD-E454-4008-88A3-DE4844B61529}" dt="2026-03-18T03:28:26.854" v="32" actId="20577"/>
        <pc:sldMkLst>
          <pc:docMk/>
          <pc:sldMk cId="742795201" sldId="290"/>
        </pc:sldMkLst>
        <pc:spChg chg="mod">
          <ac:chgData name="Hoi Ting Lai" userId="a471060c-7291-43ae-b7a1-00252d2a55f3" providerId="ADAL" clId="{E7922DBD-E454-4008-88A3-DE4844B61529}" dt="2026-03-18T03:28:26.854" v="32" actId="20577"/>
          <ac:spMkLst>
            <pc:docMk/>
            <pc:sldMk cId="742795201" sldId="290"/>
            <ac:spMk id="10" creationId="{F6F5561A-7B36-3ABC-52FD-1DF5BB97DC5C}"/>
          </ac:spMkLst>
        </pc:spChg>
      </pc:sldChg>
      <pc:sldChg chg="modSp">
        <pc:chgData name="Hoi Ting Lai" userId="a471060c-7291-43ae-b7a1-00252d2a55f3" providerId="ADAL" clId="{E7922DBD-E454-4008-88A3-DE4844B61529}" dt="2026-03-18T03:24:04.191" v="29"/>
        <pc:sldMkLst>
          <pc:docMk/>
          <pc:sldMk cId="699800239" sldId="297"/>
        </pc:sldMkLst>
        <pc:spChg chg="mod">
          <ac:chgData name="Hoi Ting Lai" userId="a471060c-7291-43ae-b7a1-00252d2a55f3" providerId="ADAL" clId="{E7922DBD-E454-4008-88A3-DE4844B61529}" dt="2026-03-18T03:24:04.191" v="29"/>
          <ac:spMkLst>
            <pc:docMk/>
            <pc:sldMk cId="699800239" sldId="297"/>
            <ac:spMk id="6" creationId="{BF9E7EDA-A96F-E75B-C4DD-F661557842F7}"/>
          </ac:spMkLst>
        </pc:spChg>
      </pc:sldChg>
      <pc:sldChg chg="modSp mod">
        <pc:chgData name="Hoi Ting Lai" userId="a471060c-7291-43ae-b7a1-00252d2a55f3" providerId="ADAL" clId="{E7922DBD-E454-4008-88A3-DE4844B61529}" dt="2026-03-18T03:28:48.764" v="34" actId="20577"/>
        <pc:sldMkLst>
          <pc:docMk/>
          <pc:sldMk cId="597199183" sldId="298"/>
        </pc:sldMkLst>
        <pc:spChg chg="mod">
          <ac:chgData name="Hoi Ting Lai" userId="a471060c-7291-43ae-b7a1-00252d2a55f3" providerId="ADAL" clId="{E7922DBD-E454-4008-88A3-DE4844B61529}" dt="2026-03-18T03:28:46.677" v="33" actId="20577"/>
          <ac:spMkLst>
            <pc:docMk/>
            <pc:sldMk cId="597199183" sldId="298"/>
            <ac:spMk id="2" creationId="{5DC559AA-C721-941A-9CB5-915FC760D272}"/>
          </ac:spMkLst>
        </pc:spChg>
        <pc:spChg chg="mod">
          <ac:chgData name="Hoi Ting Lai" userId="a471060c-7291-43ae-b7a1-00252d2a55f3" providerId="ADAL" clId="{E7922DBD-E454-4008-88A3-DE4844B61529}" dt="2026-03-18T03:28:48.764" v="34" actId="20577"/>
          <ac:spMkLst>
            <pc:docMk/>
            <pc:sldMk cId="597199183" sldId="298"/>
            <ac:spMk id="11" creationId="{ADC44E1E-FBD3-0A05-CAD6-FBBD075B75EC}"/>
          </ac:spMkLst>
        </pc:spChg>
      </pc:sldChg>
      <pc:sldChg chg="modSp mod">
        <pc:chgData name="Hoi Ting Lai" userId="a471060c-7291-43ae-b7a1-00252d2a55f3" providerId="ADAL" clId="{E7922DBD-E454-4008-88A3-DE4844B61529}" dt="2026-03-18T03:28:54.567" v="37" actId="20577"/>
        <pc:sldMkLst>
          <pc:docMk/>
          <pc:sldMk cId="3816412318" sldId="299"/>
        </pc:sldMkLst>
        <pc:spChg chg="mod">
          <ac:chgData name="Hoi Ting Lai" userId="a471060c-7291-43ae-b7a1-00252d2a55f3" providerId="ADAL" clId="{E7922DBD-E454-4008-88A3-DE4844B61529}" dt="2026-03-18T03:28:54.567" v="37" actId="20577"/>
          <ac:spMkLst>
            <pc:docMk/>
            <pc:sldMk cId="3816412318" sldId="299"/>
            <ac:spMk id="2" creationId="{38AEF44F-74F3-CBDB-74BD-9D2861BFBBAB}"/>
          </ac:spMkLst>
        </pc:spChg>
        <pc:spChg chg="mod">
          <ac:chgData name="Hoi Ting Lai" userId="a471060c-7291-43ae-b7a1-00252d2a55f3" providerId="ADAL" clId="{E7922DBD-E454-4008-88A3-DE4844B61529}" dt="2026-03-18T03:28:51.849" v="35" actId="20577"/>
          <ac:spMkLst>
            <pc:docMk/>
            <pc:sldMk cId="3816412318" sldId="299"/>
            <ac:spMk id="3" creationId="{B7D347A4-FFFF-1714-E223-511B871A9AFE}"/>
          </ac:spMkLst>
        </pc:spChg>
      </pc:sldChg>
    </pc:docChg>
  </pc:docChgLst>
  <pc:docChgLst>
    <pc:chgData name="Phoebe YIP" userId="S::phoebe.yip@mrdi.org.hk::42fecd46-3561-436a-a7f1-f8674249a1eb" providerId="AD" clId="Web-{1291845E-9D3C-DCA3-90E2-1E82E24B103C}"/>
    <pc:docChg chg="modSld">
      <pc:chgData name="Phoebe YIP" userId="S::phoebe.yip@mrdi.org.hk::42fecd46-3561-436a-a7f1-f8674249a1eb" providerId="AD" clId="Web-{1291845E-9D3C-DCA3-90E2-1E82E24B103C}" dt="2025-08-13T02:00:41.058" v="19" actId="20577"/>
      <pc:docMkLst>
        <pc:docMk/>
      </pc:docMkLst>
      <pc:sldChg chg="modSp">
        <pc:chgData name="Phoebe YIP" userId="S::phoebe.yip@mrdi.org.hk::42fecd46-3561-436a-a7f1-f8674249a1eb" providerId="AD" clId="Web-{1291845E-9D3C-DCA3-90E2-1E82E24B103C}" dt="2025-08-13T02:00:25.621" v="9" actId="20577"/>
        <pc:sldMkLst>
          <pc:docMk/>
          <pc:sldMk cId="4036985793" sldId="267"/>
        </pc:sldMkLst>
      </pc:sldChg>
      <pc:sldChg chg="modSp">
        <pc:chgData name="Phoebe YIP" userId="S::phoebe.yip@mrdi.org.hk::42fecd46-3561-436a-a7f1-f8674249a1eb" providerId="AD" clId="Web-{1291845E-9D3C-DCA3-90E2-1E82E24B103C}" dt="2025-08-13T02:00:41.058" v="19" actId="20577"/>
        <pc:sldMkLst>
          <pc:docMk/>
          <pc:sldMk cId="2031293291" sldId="268"/>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B852855E-60E8-C0BB-0297-504A46E93646}"/>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zh-HK" altLang="en-US" dirty="0"/>
          </a:p>
        </p:txBody>
      </p:sp>
      <p:sp>
        <p:nvSpPr>
          <p:cNvPr id="3" name="日期版面配置區 2">
            <a:extLst>
              <a:ext uri="{FF2B5EF4-FFF2-40B4-BE49-F238E27FC236}">
                <a16:creationId xmlns:a16="http://schemas.microsoft.com/office/drawing/2014/main" id="{97689EDA-6CD1-0D6C-3849-EE475D497D96}"/>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34DD02CC-F990-1844-B591-EC84015C737C}" type="datetimeFigureOut">
              <a:rPr kumimoji="1" lang="zh-HK" altLang="en-US" smtClean="0"/>
              <a:t>18/3/2026</a:t>
            </a:fld>
            <a:endParaRPr kumimoji="1" lang="zh-HK" altLang="en-US"/>
          </a:p>
        </p:txBody>
      </p:sp>
      <p:sp>
        <p:nvSpPr>
          <p:cNvPr id="4" name="頁尾版面配置區 3">
            <a:extLst>
              <a:ext uri="{FF2B5EF4-FFF2-40B4-BE49-F238E27FC236}">
                <a16:creationId xmlns:a16="http://schemas.microsoft.com/office/drawing/2014/main" id="{4BFB14BF-32D3-4FF8-FFBA-ED49553ED9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zh-HK" altLang="en-US"/>
          </a:p>
        </p:txBody>
      </p:sp>
      <p:sp>
        <p:nvSpPr>
          <p:cNvPr id="5" name="投影片編號版面配置區 4">
            <a:extLst>
              <a:ext uri="{FF2B5EF4-FFF2-40B4-BE49-F238E27FC236}">
                <a16:creationId xmlns:a16="http://schemas.microsoft.com/office/drawing/2014/main" id="{93501F15-8709-0697-82D2-A2564E53589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4B5217B7-A2BE-EB4C-8552-E8582860D0E4}" type="slidenum">
              <a:rPr kumimoji="1" lang="zh-HK" altLang="en-US" smtClean="0"/>
              <a:t>‹#›</a:t>
            </a:fld>
            <a:endParaRPr kumimoji="1" lang="zh-HK" altLang="en-US"/>
          </a:p>
        </p:txBody>
      </p:sp>
    </p:spTree>
    <p:extLst>
      <p:ext uri="{BB962C8B-B14F-4D97-AF65-F5344CB8AC3E}">
        <p14:creationId xmlns:p14="http://schemas.microsoft.com/office/powerpoint/2010/main" val="2504690686"/>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zh-HK" altLang="en-US"/>
          </a:p>
        </p:txBody>
      </p:sp>
      <p:sp>
        <p:nvSpPr>
          <p:cNvPr id="3" name="日期版面配置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CB0CD84-F832-A74C-BF33-B303A6BFB4B1}" type="datetimeFigureOut">
              <a:rPr kumimoji="1" lang="zh-HK" altLang="en-US" smtClean="0"/>
              <a:t>18/3/2026</a:t>
            </a:fld>
            <a:endParaRPr kumimoji="1" lang="zh-HK" altLang="en-US"/>
          </a:p>
        </p:txBody>
      </p:sp>
      <p:sp>
        <p:nvSpPr>
          <p:cNvPr id="4" name="投影片影像版面配置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HK" altLang="en-US"/>
          </a:p>
        </p:txBody>
      </p:sp>
      <p:sp>
        <p:nvSpPr>
          <p:cNvPr id="5" name="備忘稿版面配置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zh-TW" altLang="en-US"/>
              <a:t>按一下以編輯母片文字樣式</a:t>
            </a:r>
          </a:p>
          <a:p>
            <a:pPr lvl="1"/>
            <a:r>
              <a:rPr kumimoji="1" lang="zh-TW" altLang="en-US"/>
              <a:t>第二層</a:t>
            </a:r>
          </a:p>
          <a:p>
            <a:pPr lvl="2"/>
            <a:r>
              <a:rPr kumimoji="1" lang="zh-TW" altLang="en-US"/>
              <a:t>第三層</a:t>
            </a:r>
          </a:p>
          <a:p>
            <a:pPr lvl="3"/>
            <a:r>
              <a:rPr kumimoji="1" lang="zh-TW" altLang="en-US"/>
              <a:t>第四層</a:t>
            </a:r>
          </a:p>
          <a:p>
            <a:pPr lvl="4"/>
            <a:r>
              <a:rPr kumimoji="1" lang="zh-TW" altLang="en-US"/>
              <a:t>第五層</a:t>
            </a:r>
            <a:endParaRPr kumimoji="1" lang="zh-HK" altLang="en-US"/>
          </a:p>
        </p:txBody>
      </p:sp>
      <p:sp>
        <p:nvSpPr>
          <p:cNvPr id="6" name="頁尾版面配置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zh-HK" altLang="en-US"/>
          </a:p>
        </p:txBody>
      </p:sp>
      <p:sp>
        <p:nvSpPr>
          <p:cNvPr id="7" name="投影片編號版面配置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BB8A042-BF42-DC46-B869-61174102F144}" type="slidenum">
              <a:rPr kumimoji="1" lang="zh-HK" altLang="en-US" smtClean="0"/>
              <a:t>‹#›</a:t>
            </a:fld>
            <a:endParaRPr kumimoji="1" lang="zh-HK" altLang="en-US"/>
          </a:p>
        </p:txBody>
      </p:sp>
    </p:spTree>
    <p:extLst>
      <p:ext uri="{BB962C8B-B14F-4D97-AF65-F5344CB8AC3E}">
        <p14:creationId xmlns:p14="http://schemas.microsoft.com/office/powerpoint/2010/main" val="36376822"/>
      </p:ext>
    </p:extLst>
  </p:cSld>
  <p:clrMap bg1="lt1" tx1="dk1" bg2="lt2" tx2="dk2" accent1="accent1" accent2="accent2" accent3="accent3" accent4="accent4" accent5="accent5" accent6="accent6" hlink="hlink" folHlink="folHlink"/>
  <p:notesStyle>
    <a:lvl1pPr marL="0" algn="l" defTabSz="685800" rtl="0" eaLnBrk="1" latinLnBrk="0" hangingPunct="1">
      <a:defRPr sz="900" kern="1200">
        <a:solidFill>
          <a:schemeClr val="tx1"/>
        </a:solidFill>
        <a:latin typeface="+mn-lt"/>
        <a:ea typeface="+mn-ea"/>
        <a:cs typeface="+mn-cs"/>
      </a:defRPr>
    </a:lvl1pPr>
    <a:lvl2pPr marL="342900" algn="l" defTabSz="685800" rtl="0" eaLnBrk="1" latinLnBrk="0" hangingPunct="1">
      <a:defRPr sz="900" kern="1200">
        <a:solidFill>
          <a:schemeClr val="tx1"/>
        </a:solidFill>
        <a:latin typeface="+mn-lt"/>
        <a:ea typeface="+mn-ea"/>
        <a:cs typeface="+mn-cs"/>
      </a:defRPr>
    </a:lvl2pPr>
    <a:lvl3pPr marL="685800" algn="l" defTabSz="685800" rtl="0" eaLnBrk="1" latinLnBrk="0" hangingPunct="1">
      <a:defRPr sz="900" kern="1200">
        <a:solidFill>
          <a:schemeClr val="tx1"/>
        </a:solidFill>
        <a:latin typeface="+mn-lt"/>
        <a:ea typeface="+mn-ea"/>
        <a:cs typeface="+mn-cs"/>
      </a:defRPr>
    </a:lvl3pPr>
    <a:lvl4pPr marL="1028700" algn="l" defTabSz="685800" rtl="0" eaLnBrk="1" latinLnBrk="0" hangingPunct="1">
      <a:defRPr sz="900" kern="1200">
        <a:solidFill>
          <a:schemeClr val="tx1"/>
        </a:solidFill>
        <a:latin typeface="+mn-lt"/>
        <a:ea typeface="+mn-ea"/>
        <a:cs typeface="+mn-cs"/>
      </a:defRPr>
    </a:lvl4pPr>
    <a:lvl5pPr marL="1371600" algn="l" defTabSz="685800" rtl="0" eaLnBrk="1" latinLnBrk="0" hangingPunct="1">
      <a:defRPr sz="900" kern="1200">
        <a:solidFill>
          <a:schemeClr val="tx1"/>
        </a:solidFill>
        <a:latin typeface="+mn-lt"/>
        <a:ea typeface="+mn-ea"/>
        <a:cs typeface="+mn-cs"/>
      </a:defRPr>
    </a:lvl5pPr>
    <a:lvl6pPr marL="1714500" algn="l" defTabSz="685800" rtl="0" eaLnBrk="1" latinLnBrk="0" hangingPunct="1">
      <a:defRPr sz="900" kern="1200">
        <a:solidFill>
          <a:schemeClr val="tx1"/>
        </a:solidFill>
        <a:latin typeface="+mn-lt"/>
        <a:ea typeface="+mn-ea"/>
        <a:cs typeface="+mn-cs"/>
      </a:defRPr>
    </a:lvl6pPr>
    <a:lvl7pPr marL="2057400" algn="l" defTabSz="685800" rtl="0" eaLnBrk="1" latinLnBrk="0" hangingPunct="1">
      <a:defRPr sz="900" kern="1200">
        <a:solidFill>
          <a:schemeClr val="tx1"/>
        </a:solidFill>
        <a:latin typeface="+mn-lt"/>
        <a:ea typeface="+mn-ea"/>
        <a:cs typeface="+mn-cs"/>
      </a:defRPr>
    </a:lvl7pPr>
    <a:lvl8pPr marL="2400300" algn="l" defTabSz="685800" rtl="0" eaLnBrk="1" latinLnBrk="0" hangingPunct="1">
      <a:defRPr sz="900" kern="1200">
        <a:solidFill>
          <a:schemeClr val="tx1"/>
        </a:solidFill>
        <a:latin typeface="+mn-lt"/>
        <a:ea typeface="+mn-ea"/>
        <a:cs typeface="+mn-cs"/>
      </a:defRPr>
    </a:lvl8pPr>
    <a:lvl9pPr marL="2743200" algn="l" defTabSz="685800" rtl="0" eaLnBrk="1" latinLnBrk="0" hangingPunct="1">
      <a:defRPr sz="900" kern="1200">
        <a:solidFill>
          <a:schemeClr val="tx1"/>
        </a:solidFill>
        <a:latin typeface="+mn-lt"/>
        <a:ea typeface="+mn-ea"/>
        <a:cs typeface="+mn-cs"/>
      </a:defRPr>
    </a:lvl9pPr>
  </p:notesStyle>
  <p:extLst>
    <p:ext uri="{620B2872-D7B9-4A21-9093-7833F8D536E1}">
      <p15:sldGuideLst xmlns:p15="http://schemas.microsoft.com/office/powerpoint/2012/main">
        <p15:guide id="1" orient="horz" pos="2880" userDrawn="1">
          <p15:clr>
            <a:srgbClr val="F26B43"/>
          </p15:clr>
        </p15:guide>
        <p15:guide id="2" pos="2160" userDrawn="1">
          <p15:clr>
            <a:srgbClr val="F26B43"/>
          </p15:clr>
        </p15:guide>
      </p15:sldGuideLst>
    </p:ext>
  </p:extLst>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Sourcing caveats — state these if challenged on any figure:</a:t>
            </a:r>
            <a:br/>
            <a:r>
              <a:t>• IVWorks DOMM: vendor marketing only. No published yield, unattended-hours or dispersion numbers. Cite as existence proof of the commercial route, never as a numeric benchmark. DOMM is not sold externally.</a:t>
            </a:r>
            <a:br/>
            <a:r>
              <a:t>• Empa (Digital Discovery 2026): the paper's own scientific conclusion is negative — positive pulsing is broadly unfavourable for deposition rate. We cite the autonomous methodology and the real dataset, not any claim that autonomy improves rate.</a:t>
            </a:r>
            <a:br/>
            <a:r>
              <a:t>• Sputter APC Cpk &lt;1.4 → &gt;2.0 is a vendor case study in retrospective simulation, not an audited result.</a:t>
            </a:r>
            <a:br/>
            <a:r>
              <a:t>• The commonly cited estimate that APC is worth &gt;US$300M/yr to a 20K wafer/month logic fab is a consultancy figure, not independently audited. Quote it only with that qualification.</a:t>
            </a:r>
            <a:br/>
            <a:r>
              <a:t>• RHAAPsody is a perception benchmark. It does not perform active control; our pipeline extends its methodology.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manufacturing problems, the strict definition of autonomy used in this proposal, and the data flywheel that compounds across runs.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loop: the data model proposes a recipe, the equipment runs it under in-situ RHEED sensing, measurement feedback returns to the model; the local LLM reasons over the run and issues control.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Current status and next step for the three in-house assets; none has yet been validated on this project's own tool.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 Id="rId3" Type="http://schemas.openxmlformats.org/officeDocument/2006/relationships/image" Target="../media/image5.png"/><Relationship Id="rId4" Type="http://schemas.openxmlformats.org/officeDocument/2006/relationships/image" Target="../media/image6.svg"/><Relationship Id="rId5" Type="http://schemas.openxmlformats.org/officeDocument/2006/relationships/image" Target="../media/image7.png"/><Relationship Id="rId6" Type="http://schemas.openxmlformats.org/officeDocument/2006/relationships/image" Target="../media/image8.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8.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0.sv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Cover_White">
    <p:bg>
      <p:bgPr>
        <a:solidFill>
          <a:schemeClr val="tx1"/>
        </a:solidFill>
        <a:effectLst/>
      </p:bgPr>
    </p:bg>
    <p:spTree>
      <p:nvGrpSpPr>
        <p:cNvPr id="1" name=""/>
        <p:cNvGrpSpPr/>
        <p:nvPr/>
      </p:nvGrpSpPr>
      <p:grpSpPr>
        <a:xfrm>
          <a:off x="0" y="0"/>
          <a:ext cx="0" cy="0"/>
          <a:chOff x="0" y="0"/>
          <a:chExt cx="0" cy="0"/>
        </a:xfrm>
      </p:grpSpPr>
      <p:sp>
        <p:nvSpPr>
          <p:cNvPr id="44" name="圖片版面配置區 43">
            <a:extLst>
              <a:ext uri="{FF2B5EF4-FFF2-40B4-BE49-F238E27FC236}">
                <a16:creationId xmlns:a16="http://schemas.microsoft.com/office/drawing/2014/main" id="{DE09AE4F-6395-9880-B0D7-5B2F57D53816}"/>
              </a:ext>
            </a:extLst>
          </p:cNvPr>
          <p:cNvSpPr>
            <a:spLocks noGrp="1"/>
          </p:cNvSpPr>
          <p:nvPr>
            <p:ph type="pic" sz="quarter" idx="10"/>
          </p:nvPr>
        </p:nvSpPr>
        <p:spPr>
          <a:xfrm>
            <a:off x="4608512" y="2103438"/>
            <a:ext cx="4535487" cy="3040062"/>
          </a:xfrm>
          <a:solidFill>
            <a:schemeClr val="bg2"/>
          </a:solidFill>
        </p:spPr>
        <p:txBody>
          <a:bodyPr/>
          <a:lstStyle/>
          <a:p>
            <a:endParaRPr kumimoji="1" lang="zh-HK" altLang="en-US" dirty="0"/>
          </a:p>
        </p:txBody>
      </p:sp>
      <p:sp>
        <p:nvSpPr>
          <p:cNvPr id="16" name="SmartArt 版面配置區 15">
            <a:extLst>
              <a:ext uri="{FF2B5EF4-FFF2-40B4-BE49-F238E27FC236}">
                <a16:creationId xmlns:a16="http://schemas.microsoft.com/office/drawing/2014/main" id="{AC38F5E6-E860-4593-4174-2CD1D40C6DA2}"/>
              </a:ext>
            </a:extLst>
          </p:cNvPr>
          <p:cNvSpPr>
            <a:spLocks noGrp="1"/>
          </p:cNvSpPr>
          <p:nvPr>
            <p:ph type="dgm" sz="quarter" idx="13"/>
          </p:nvPr>
        </p:nvSpPr>
        <p:spPr>
          <a:xfrm>
            <a:off x="4494742" y="1989668"/>
            <a:ext cx="537634" cy="537634"/>
          </a:xfrm>
          <a:solidFill>
            <a:schemeClr val="tx1"/>
          </a:solidFill>
        </p:spPr>
        <p:txBody>
          <a:bodyPr/>
          <a:lstStyle>
            <a:lvl1pPr>
              <a:defRPr>
                <a:latin typeface="+mj-lt"/>
              </a:defRPr>
            </a:lvl1pPr>
          </a:lstStyle>
          <a:p>
            <a:endParaRPr kumimoji="1" lang="zh-HK" altLang="en-US"/>
          </a:p>
        </p:txBody>
      </p:sp>
      <p:sp>
        <p:nvSpPr>
          <p:cNvPr id="30" name="矩形 29">
            <a:extLst>
              <a:ext uri="{FF2B5EF4-FFF2-40B4-BE49-F238E27FC236}">
                <a16:creationId xmlns:a16="http://schemas.microsoft.com/office/drawing/2014/main" id="{086E51BE-E42B-1F37-5595-9018C4D06EE8}"/>
              </a:ext>
            </a:extLst>
          </p:cNvPr>
          <p:cNvSpPr>
            <a:spLocks noChangeAspect="1"/>
          </p:cNvSpPr>
          <p:nvPr userDrawn="1"/>
        </p:nvSpPr>
        <p:spPr>
          <a:xfrm>
            <a:off x="401514" y="4846519"/>
            <a:ext cx="64800" cy="648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p>
        </p:txBody>
      </p:sp>
      <p:sp>
        <p:nvSpPr>
          <p:cNvPr id="32" name="Subtitle 2">
            <a:extLst>
              <a:ext uri="{FF2B5EF4-FFF2-40B4-BE49-F238E27FC236}">
                <a16:creationId xmlns:a16="http://schemas.microsoft.com/office/drawing/2014/main" id="{2544D859-08AC-DF1E-1CFE-6D5832586FDF}"/>
              </a:ext>
            </a:extLst>
          </p:cNvPr>
          <p:cNvSpPr>
            <a:spLocks noGrp="1"/>
          </p:cNvSpPr>
          <p:nvPr>
            <p:ph type="subTitle" idx="1" hasCustomPrompt="1"/>
          </p:nvPr>
        </p:nvSpPr>
        <p:spPr>
          <a:xfrm>
            <a:off x="611188" y="519113"/>
            <a:ext cx="3889375" cy="2592388"/>
          </a:xfrm>
        </p:spPr>
        <p:txBody>
          <a:bodyPr lIns="0" tIns="0" rIns="0" bIns="0" anchor="t">
            <a:noAutofit/>
          </a:bodyPr>
          <a:lstStyle>
            <a:lvl1pPr marL="0" indent="0" algn="l">
              <a:lnSpc>
                <a:spcPct val="120000"/>
              </a:lnSpc>
              <a:spcBef>
                <a:spcPts val="0"/>
              </a:spcBef>
              <a:buNone/>
              <a:defRPr sz="2400" b="0" i="0">
                <a:solidFill>
                  <a:schemeClr val="bg1"/>
                </a:solidFill>
                <a:latin typeface="Avenir Next Medium" panose="020B0503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Cover title aligned in 24pt text in Medium weight in long paragraph in the Avenir Next font</a:t>
            </a:r>
          </a:p>
        </p:txBody>
      </p:sp>
      <p:sp>
        <p:nvSpPr>
          <p:cNvPr id="33" name="矩形 32">
            <a:extLst>
              <a:ext uri="{FF2B5EF4-FFF2-40B4-BE49-F238E27FC236}">
                <a16:creationId xmlns:a16="http://schemas.microsoft.com/office/drawing/2014/main" id="{EB317A9F-AEA4-8A97-4068-28A4068F40B0}"/>
              </a:ext>
            </a:extLst>
          </p:cNvPr>
          <p:cNvSpPr/>
          <p:nvPr userDrawn="1"/>
        </p:nvSpPr>
        <p:spPr>
          <a:xfrm>
            <a:off x="0" y="0"/>
            <a:ext cx="231775" cy="231775"/>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p>
        </p:txBody>
      </p:sp>
      <p:pic>
        <p:nvPicPr>
          <p:cNvPr id="52" name="圖片 51">
            <a:extLst>
              <a:ext uri="{FF2B5EF4-FFF2-40B4-BE49-F238E27FC236}">
                <a16:creationId xmlns:a16="http://schemas.microsoft.com/office/drawing/2014/main" id="{90A66FFF-BBBC-B73A-240A-62744C603E66}"/>
              </a:ext>
            </a:extLst>
          </p:cNvPr>
          <p:cNvPicPr>
            <a:picLocks noChangeAspect="1"/>
          </p:cNvPicPr>
          <p:nvPr userDrawn="1"/>
        </p:nvPicPr>
        <p:blipFill>
          <a:blip r:embed="rId2"/>
          <a:stretch>
            <a:fillRect/>
          </a:stretch>
        </p:blipFill>
        <p:spPr>
          <a:xfrm>
            <a:off x="7792576" y="231775"/>
            <a:ext cx="884699" cy="287337"/>
          </a:xfrm>
          <a:prstGeom prst="rect">
            <a:avLst/>
          </a:prstGeom>
        </p:spPr>
      </p:pic>
      <p:sp>
        <p:nvSpPr>
          <p:cNvPr id="4" name="文字方塊 3">
            <a:extLst>
              <a:ext uri="{FF2B5EF4-FFF2-40B4-BE49-F238E27FC236}">
                <a16:creationId xmlns:a16="http://schemas.microsoft.com/office/drawing/2014/main" id="{99A31B88-0386-D209-47E6-9CC43C6EB7B9}"/>
              </a:ext>
            </a:extLst>
          </p:cNvPr>
          <p:cNvSpPr txBox="1"/>
          <p:nvPr userDrawn="1"/>
        </p:nvSpPr>
        <p:spPr>
          <a:xfrm rot="5400000">
            <a:off x="-903960" y="3375528"/>
            <a:ext cx="2675745" cy="107722"/>
          </a:xfrm>
          <a:prstGeom prst="rect">
            <a:avLst/>
          </a:prstGeom>
          <a:noFill/>
        </p:spPr>
        <p:txBody>
          <a:bodyPr wrap="square" lIns="0" tIns="0" rIns="0" bIns="0" rtlCol="0" anchor="t" anchorCtr="0">
            <a:spAutoFit/>
          </a:bodyPr>
          <a:lstStyle/>
          <a:p>
            <a:pPr lvl="0" algn="r"/>
            <a:r>
              <a:rPr kumimoji="1" lang="en-US" altLang="zh-HK" sz="700" b="1" i="0" kern="1200" dirty="0">
                <a:solidFill>
                  <a:schemeClr val="bg1"/>
                </a:solidFill>
                <a:latin typeface="Avenir Next Demi Bold" panose="020B0503020202020204" pitchFamily="34" charset="0"/>
                <a:ea typeface="+mn-ea"/>
                <a:cs typeface="+mn-cs"/>
              </a:rPr>
              <a:t>CONFIDENTIAL &amp; RESTRICTED BY MRDI</a:t>
            </a:r>
            <a:endParaRPr kumimoji="1" lang="zh-HK" altLang="en-US" sz="700" b="1" i="0" kern="1200" dirty="0">
              <a:solidFill>
                <a:schemeClr val="bg1"/>
              </a:solidFill>
              <a:latin typeface="Avenir Next Demi Bold" panose="020B0503020202020204" pitchFamily="34" charset="0"/>
              <a:ea typeface="+mn-ea"/>
              <a:cs typeface="+mn-cs"/>
            </a:endParaRPr>
          </a:p>
        </p:txBody>
      </p:sp>
      <p:sp>
        <p:nvSpPr>
          <p:cNvPr id="18" name="內容版面配置區 17">
            <a:extLst>
              <a:ext uri="{FF2B5EF4-FFF2-40B4-BE49-F238E27FC236}">
                <a16:creationId xmlns:a16="http://schemas.microsoft.com/office/drawing/2014/main" id="{448350DC-A71D-AD01-55CF-2C2EA72BE3BD}"/>
              </a:ext>
            </a:extLst>
          </p:cNvPr>
          <p:cNvSpPr>
            <a:spLocks noGrp="1"/>
          </p:cNvSpPr>
          <p:nvPr>
            <p:ph sz="quarter" idx="14" hasCustomPrompt="1"/>
          </p:nvPr>
        </p:nvSpPr>
        <p:spPr>
          <a:xfrm>
            <a:off x="611188" y="231775"/>
            <a:ext cx="1331912" cy="144463"/>
          </a:xfrm>
        </p:spPr>
        <p:txBody>
          <a:bodyPr>
            <a:normAutofit/>
          </a:bodyPr>
          <a:lstStyle>
            <a:lvl1pPr>
              <a:defRPr sz="800" b="0" i="0">
                <a:latin typeface="Avenir Next" panose="020B0503020202020204" pitchFamily="34" charset="0"/>
              </a:defRPr>
            </a:lvl1pPr>
          </a:lstStyle>
          <a:p>
            <a:pPr lvl="0"/>
            <a:r>
              <a:rPr kumimoji="1" lang="en-US" altLang="zh-TW" dirty="0"/>
              <a:t>Enter the date here</a:t>
            </a:r>
            <a:endParaRPr kumimoji="1" lang="zh-HK" altLang="en-US" dirty="0"/>
          </a:p>
        </p:txBody>
      </p:sp>
      <p:sp>
        <p:nvSpPr>
          <p:cNvPr id="25" name="內容版面配置區 17">
            <a:extLst>
              <a:ext uri="{FF2B5EF4-FFF2-40B4-BE49-F238E27FC236}">
                <a16:creationId xmlns:a16="http://schemas.microsoft.com/office/drawing/2014/main" id="{2F1B619A-9BC2-255D-1BD9-FFDBF85B8DD0}"/>
              </a:ext>
            </a:extLst>
          </p:cNvPr>
          <p:cNvSpPr>
            <a:spLocks noGrp="1"/>
          </p:cNvSpPr>
          <p:nvPr>
            <p:ph sz="quarter" idx="15" hasCustomPrompt="1"/>
          </p:nvPr>
        </p:nvSpPr>
        <p:spPr>
          <a:xfrm>
            <a:off x="611187" y="3111501"/>
            <a:ext cx="2555876" cy="1655762"/>
          </a:xfrm>
        </p:spPr>
        <p:txBody>
          <a:bodyPr anchor="b" anchorCtr="0">
            <a:normAutofit/>
          </a:bodyPr>
          <a:lstStyle>
            <a:lvl1pPr>
              <a:lnSpc>
                <a:spcPts val="960"/>
              </a:lnSpc>
              <a:defRPr sz="800" b="0" i="0">
                <a:solidFill>
                  <a:schemeClr val="bg1"/>
                </a:solidFill>
                <a:latin typeface="+mn-lt"/>
              </a:defRPr>
            </a:lvl1pPr>
          </a:lstStyle>
          <a:p>
            <a:pPr marL="0" marR="0" lvl="0" indent="0" algn="l" defTabSz="685800" rtl="0" eaLnBrk="1" fontAlgn="auto" latinLnBrk="0" hangingPunct="1">
              <a:lnSpc>
                <a:spcPct val="100000"/>
              </a:lnSpc>
              <a:spcBef>
                <a:spcPts val="0"/>
              </a:spcBef>
              <a:spcAft>
                <a:spcPts val="0"/>
              </a:spcAft>
              <a:buClrTx/>
              <a:buSzTx/>
              <a:buFontTx/>
              <a:buNone/>
              <a:tabLst/>
              <a:defRPr/>
            </a:pPr>
            <a:r>
              <a:rPr kumimoji="1" lang="en-US" altLang="zh-HK" sz="800" b="0" i="0" dirty="0">
                <a:solidFill>
                  <a:schemeClr val="bg1"/>
                </a:solidFill>
                <a:latin typeface="AvenirNext LT Pro Light" panose="020B0403020202020204" pitchFamily="34" charset="0"/>
              </a:rPr>
              <a:t>Enter the needed small text here : Lorem Ipsum is simply dummy text of the printing and typesetting industry. Lorem Ipsum has been the industry's standard dummy text ever since the 1500s.</a:t>
            </a:r>
            <a:endParaRPr kumimoji="1" lang="zh-HK" altLang="en-US" sz="800" b="0" i="0" dirty="0">
              <a:solidFill>
                <a:schemeClr val="bg1"/>
              </a:solidFill>
              <a:latin typeface="AvenirNext LT Pro Light" panose="020B0403020202020204" pitchFamily="34" charset="0"/>
            </a:endParaRPr>
          </a:p>
        </p:txBody>
      </p:sp>
    </p:spTree>
    <p:extLst>
      <p:ext uri="{BB962C8B-B14F-4D97-AF65-F5344CB8AC3E}">
        <p14:creationId xmlns:p14="http://schemas.microsoft.com/office/powerpoint/2010/main" val="2581457994"/>
      </p:ext>
    </p:extLst>
  </p:cSld>
  <p:clrMapOvr>
    <a:masterClrMapping/>
  </p:clrMapOvr>
  <p:extLst>
    <p:ext uri="{DCECCB84-F9BA-43D5-87BE-67443E8EF086}">
      <p15:sldGuideLst xmlns:p15="http://schemas.microsoft.com/office/powerpoint/2012/main">
        <p15:guide id="10" orient="horz" pos="3003" userDrawn="1">
          <p15:clr>
            <a:srgbClr val="FBAE40"/>
          </p15:clr>
        </p15:guide>
        <p15:guide id="11" orient="horz" pos="2913"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Cover_Black">
    <p:bg>
      <p:bgPr>
        <a:solidFill>
          <a:srgbClr val="000000"/>
        </a:solidFill>
        <a:effectLst/>
      </p:bgPr>
    </p:bg>
    <p:spTree>
      <p:nvGrpSpPr>
        <p:cNvPr id="1" name=""/>
        <p:cNvGrpSpPr/>
        <p:nvPr/>
      </p:nvGrpSpPr>
      <p:grpSpPr>
        <a:xfrm>
          <a:off x="0" y="0"/>
          <a:ext cx="0" cy="0"/>
          <a:chOff x="0" y="0"/>
          <a:chExt cx="0" cy="0"/>
        </a:xfrm>
      </p:grpSpPr>
      <p:sp>
        <p:nvSpPr>
          <p:cNvPr id="6" name="圖片版面配置區 43">
            <a:extLst>
              <a:ext uri="{FF2B5EF4-FFF2-40B4-BE49-F238E27FC236}">
                <a16:creationId xmlns:a16="http://schemas.microsoft.com/office/drawing/2014/main" id="{F1572E3A-6D6E-1F9B-A8E1-DCF841A004B2}"/>
              </a:ext>
            </a:extLst>
          </p:cNvPr>
          <p:cNvSpPr>
            <a:spLocks noGrp="1"/>
          </p:cNvSpPr>
          <p:nvPr>
            <p:ph type="pic" sz="quarter" idx="10"/>
          </p:nvPr>
        </p:nvSpPr>
        <p:spPr>
          <a:xfrm>
            <a:off x="4608512" y="2103438"/>
            <a:ext cx="4535487" cy="3040062"/>
          </a:xfrm>
          <a:solidFill>
            <a:schemeClr val="bg2"/>
          </a:solidFill>
        </p:spPr>
        <p:txBody>
          <a:bodyPr/>
          <a:lstStyle/>
          <a:p>
            <a:endParaRPr kumimoji="1" lang="zh-HK" altLang="en-US" dirty="0"/>
          </a:p>
        </p:txBody>
      </p:sp>
      <p:sp>
        <p:nvSpPr>
          <p:cNvPr id="16" name="SmartArt 版面配置區 15">
            <a:extLst>
              <a:ext uri="{FF2B5EF4-FFF2-40B4-BE49-F238E27FC236}">
                <a16:creationId xmlns:a16="http://schemas.microsoft.com/office/drawing/2014/main" id="{AC38F5E6-E860-4593-4174-2CD1D40C6DA2}"/>
              </a:ext>
            </a:extLst>
          </p:cNvPr>
          <p:cNvSpPr>
            <a:spLocks noGrp="1"/>
          </p:cNvSpPr>
          <p:nvPr>
            <p:ph type="dgm" sz="quarter" idx="13"/>
          </p:nvPr>
        </p:nvSpPr>
        <p:spPr>
          <a:xfrm>
            <a:off x="4494742" y="1989668"/>
            <a:ext cx="537634" cy="537634"/>
          </a:xfrm>
          <a:solidFill>
            <a:srgbClr val="000000"/>
          </a:solidFill>
        </p:spPr>
        <p:txBody>
          <a:bodyPr/>
          <a:lstStyle>
            <a:lvl1pPr>
              <a:defRPr>
                <a:latin typeface="+mj-lt"/>
              </a:defRPr>
            </a:lvl1pPr>
          </a:lstStyle>
          <a:p>
            <a:endParaRPr kumimoji="1" lang="zh-HK" altLang="en-US" dirty="0"/>
          </a:p>
        </p:txBody>
      </p:sp>
      <p:sp>
        <p:nvSpPr>
          <p:cNvPr id="30" name="矩形 29">
            <a:extLst>
              <a:ext uri="{FF2B5EF4-FFF2-40B4-BE49-F238E27FC236}">
                <a16:creationId xmlns:a16="http://schemas.microsoft.com/office/drawing/2014/main" id="{086E51BE-E42B-1F37-5595-9018C4D06EE8}"/>
              </a:ext>
            </a:extLst>
          </p:cNvPr>
          <p:cNvSpPr>
            <a:spLocks noChangeAspect="1"/>
          </p:cNvSpPr>
          <p:nvPr userDrawn="1"/>
        </p:nvSpPr>
        <p:spPr>
          <a:xfrm>
            <a:off x="401514" y="4846519"/>
            <a:ext cx="64800" cy="648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solidFill>
                <a:schemeClr val="tx1"/>
              </a:solidFill>
            </a:endParaRPr>
          </a:p>
        </p:txBody>
      </p:sp>
      <p:sp>
        <p:nvSpPr>
          <p:cNvPr id="33" name="矩形 32">
            <a:extLst>
              <a:ext uri="{FF2B5EF4-FFF2-40B4-BE49-F238E27FC236}">
                <a16:creationId xmlns:a16="http://schemas.microsoft.com/office/drawing/2014/main" id="{EB317A9F-AEA4-8A97-4068-28A4068F40B0}"/>
              </a:ext>
            </a:extLst>
          </p:cNvPr>
          <p:cNvSpPr/>
          <p:nvPr userDrawn="1"/>
        </p:nvSpPr>
        <p:spPr>
          <a:xfrm>
            <a:off x="0" y="0"/>
            <a:ext cx="231775" cy="231775"/>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p>
        </p:txBody>
      </p:sp>
      <p:pic>
        <p:nvPicPr>
          <p:cNvPr id="3" name="圖形 2">
            <a:extLst>
              <a:ext uri="{FF2B5EF4-FFF2-40B4-BE49-F238E27FC236}">
                <a16:creationId xmlns:a16="http://schemas.microsoft.com/office/drawing/2014/main" id="{839372CB-F4C2-AA86-E732-9BB4987FA47B}"/>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7791675" y="230329"/>
            <a:ext cx="885600" cy="288783"/>
          </a:xfrm>
          <a:prstGeom prst="rect">
            <a:avLst/>
          </a:prstGeom>
        </p:spPr>
      </p:pic>
      <p:sp>
        <p:nvSpPr>
          <p:cNvPr id="9" name="Subtitle 2">
            <a:extLst>
              <a:ext uri="{FF2B5EF4-FFF2-40B4-BE49-F238E27FC236}">
                <a16:creationId xmlns:a16="http://schemas.microsoft.com/office/drawing/2014/main" id="{7318FB37-48C5-92C4-9C8A-CDAD6EC3E549}"/>
              </a:ext>
            </a:extLst>
          </p:cNvPr>
          <p:cNvSpPr>
            <a:spLocks noGrp="1"/>
          </p:cNvSpPr>
          <p:nvPr>
            <p:ph type="subTitle" idx="1" hasCustomPrompt="1"/>
          </p:nvPr>
        </p:nvSpPr>
        <p:spPr>
          <a:xfrm>
            <a:off x="611188" y="519113"/>
            <a:ext cx="3889375" cy="2592388"/>
          </a:xfrm>
        </p:spPr>
        <p:txBody>
          <a:bodyPr lIns="0" tIns="0" rIns="0" bIns="0" anchor="t">
            <a:noAutofit/>
          </a:bodyPr>
          <a:lstStyle>
            <a:lvl1pPr marL="0" indent="0" algn="l">
              <a:lnSpc>
                <a:spcPct val="120000"/>
              </a:lnSpc>
              <a:spcBef>
                <a:spcPts val="0"/>
              </a:spcBef>
              <a:buNone/>
              <a:defRPr sz="2400" b="0" i="0">
                <a:solidFill>
                  <a:schemeClr val="tx1"/>
                </a:solidFill>
                <a:latin typeface="Avenir Next Medium" panose="020B0503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Cover title aligned in 24pt text in Medium weight in long paragraph in the Avenir Next font</a:t>
            </a:r>
          </a:p>
        </p:txBody>
      </p:sp>
      <p:sp>
        <p:nvSpPr>
          <p:cNvPr id="10" name="內容版面配置區 17">
            <a:extLst>
              <a:ext uri="{FF2B5EF4-FFF2-40B4-BE49-F238E27FC236}">
                <a16:creationId xmlns:a16="http://schemas.microsoft.com/office/drawing/2014/main" id="{C53C2606-26D4-F81C-1F6A-1DF7FC84E87F}"/>
              </a:ext>
            </a:extLst>
          </p:cNvPr>
          <p:cNvSpPr>
            <a:spLocks noGrp="1"/>
          </p:cNvSpPr>
          <p:nvPr>
            <p:ph sz="quarter" idx="14" hasCustomPrompt="1"/>
          </p:nvPr>
        </p:nvSpPr>
        <p:spPr>
          <a:xfrm>
            <a:off x="611188" y="231775"/>
            <a:ext cx="1331912" cy="144463"/>
          </a:xfrm>
        </p:spPr>
        <p:txBody>
          <a:bodyPr>
            <a:normAutofit/>
          </a:bodyPr>
          <a:lstStyle>
            <a:lvl1pPr>
              <a:defRPr sz="800" b="0" i="0">
                <a:solidFill>
                  <a:schemeClr val="tx1"/>
                </a:solidFill>
                <a:latin typeface="Avenir Next" panose="020B0503020202020204" pitchFamily="34" charset="0"/>
              </a:defRPr>
            </a:lvl1pPr>
          </a:lstStyle>
          <a:p>
            <a:pPr lvl="0"/>
            <a:r>
              <a:rPr kumimoji="1" lang="en-US" altLang="zh-TW" dirty="0"/>
              <a:t>Enter the date here</a:t>
            </a:r>
            <a:endParaRPr kumimoji="1" lang="zh-HK" altLang="en-US" dirty="0"/>
          </a:p>
        </p:txBody>
      </p:sp>
      <p:sp>
        <p:nvSpPr>
          <p:cNvPr id="11" name="內容版面配置區 17">
            <a:extLst>
              <a:ext uri="{FF2B5EF4-FFF2-40B4-BE49-F238E27FC236}">
                <a16:creationId xmlns:a16="http://schemas.microsoft.com/office/drawing/2014/main" id="{80407631-089D-DC3C-609F-4CAC66900393}"/>
              </a:ext>
            </a:extLst>
          </p:cNvPr>
          <p:cNvSpPr>
            <a:spLocks noGrp="1"/>
          </p:cNvSpPr>
          <p:nvPr>
            <p:ph sz="quarter" idx="15" hasCustomPrompt="1"/>
          </p:nvPr>
        </p:nvSpPr>
        <p:spPr>
          <a:xfrm>
            <a:off x="611187" y="3111501"/>
            <a:ext cx="2555876" cy="1655762"/>
          </a:xfrm>
        </p:spPr>
        <p:txBody>
          <a:bodyPr anchor="b" anchorCtr="0">
            <a:normAutofit/>
          </a:bodyPr>
          <a:lstStyle>
            <a:lvl1pPr>
              <a:lnSpc>
                <a:spcPts val="960"/>
              </a:lnSpc>
              <a:defRPr sz="800" b="0" i="0">
                <a:solidFill>
                  <a:schemeClr val="tx1"/>
                </a:solidFill>
                <a:latin typeface="+mn-lt"/>
              </a:defRPr>
            </a:lvl1pPr>
          </a:lstStyle>
          <a:p>
            <a:pPr marL="0" marR="0" lvl="0" indent="0" algn="l" defTabSz="685800" rtl="0" eaLnBrk="1" fontAlgn="auto" latinLnBrk="0" hangingPunct="1">
              <a:lnSpc>
                <a:spcPct val="100000"/>
              </a:lnSpc>
              <a:spcBef>
                <a:spcPts val="0"/>
              </a:spcBef>
              <a:spcAft>
                <a:spcPts val="0"/>
              </a:spcAft>
              <a:buClrTx/>
              <a:buSzTx/>
              <a:buFontTx/>
              <a:buNone/>
              <a:tabLst/>
              <a:defRPr/>
            </a:pPr>
            <a:r>
              <a:rPr kumimoji="1" lang="en-US" altLang="zh-HK" sz="800" b="0" i="0" dirty="0">
                <a:solidFill>
                  <a:schemeClr val="bg1"/>
                </a:solidFill>
                <a:latin typeface="AvenirNext LT Pro Light" panose="020B0403020202020204" pitchFamily="34" charset="0"/>
              </a:rPr>
              <a:t>Enter the needed small text here : Lorem Ipsum is simply dummy text of the printing and typesetting industry. Lorem Ipsum has been the industry's standard dummy text ever since the 1500s.</a:t>
            </a:r>
            <a:endParaRPr kumimoji="1" lang="zh-HK" altLang="en-US" sz="800" b="0" i="0" dirty="0">
              <a:solidFill>
                <a:schemeClr val="bg1"/>
              </a:solidFill>
              <a:latin typeface="AvenirNext LT Pro Light" panose="020B0403020202020204" pitchFamily="34" charset="0"/>
            </a:endParaRPr>
          </a:p>
        </p:txBody>
      </p:sp>
      <p:sp>
        <p:nvSpPr>
          <p:cNvPr id="12" name="文字方塊 11">
            <a:extLst>
              <a:ext uri="{FF2B5EF4-FFF2-40B4-BE49-F238E27FC236}">
                <a16:creationId xmlns:a16="http://schemas.microsoft.com/office/drawing/2014/main" id="{B92F16EE-10F0-4688-EEF2-08BC468E1F8F}"/>
              </a:ext>
            </a:extLst>
          </p:cNvPr>
          <p:cNvSpPr txBox="1"/>
          <p:nvPr userDrawn="1"/>
        </p:nvSpPr>
        <p:spPr>
          <a:xfrm rot="5400000">
            <a:off x="-903960" y="3375528"/>
            <a:ext cx="2675745" cy="107722"/>
          </a:xfrm>
          <a:prstGeom prst="rect">
            <a:avLst/>
          </a:prstGeom>
          <a:noFill/>
        </p:spPr>
        <p:txBody>
          <a:bodyPr wrap="square" lIns="0" tIns="0" rIns="0" bIns="0" rtlCol="0" anchor="t" anchorCtr="0">
            <a:spAutoFit/>
          </a:bodyPr>
          <a:lstStyle/>
          <a:p>
            <a:pPr lvl="0" algn="r"/>
            <a:r>
              <a:rPr kumimoji="1" lang="en-US" altLang="zh-HK" sz="700" b="1" i="0" kern="1200" dirty="0">
                <a:solidFill>
                  <a:schemeClr val="tx1"/>
                </a:solidFill>
                <a:latin typeface="Avenir Next Demi Bold" panose="020B0503020202020204" pitchFamily="34" charset="0"/>
                <a:ea typeface="+mn-ea"/>
                <a:cs typeface="+mn-cs"/>
              </a:rPr>
              <a:t>CONFIDENTIAL &amp; RESTRICTED BY MRDI</a:t>
            </a:r>
            <a:endParaRPr kumimoji="1" lang="zh-HK" altLang="en-US" sz="700" b="1" i="0" kern="1200" dirty="0">
              <a:solidFill>
                <a:schemeClr val="tx1"/>
              </a:solidFill>
              <a:latin typeface="Avenir Next Demi Bold" panose="020B0503020202020204" pitchFamily="34" charset="0"/>
              <a:ea typeface="+mn-ea"/>
              <a:cs typeface="+mn-cs"/>
            </a:endParaRPr>
          </a:p>
        </p:txBody>
      </p:sp>
    </p:spTree>
    <p:extLst>
      <p:ext uri="{BB962C8B-B14F-4D97-AF65-F5344CB8AC3E}">
        <p14:creationId xmlns:p14="http://schemas.microsoft.com/office/powerpoint/2010/main" val="600990517"/>
      </p:ext>
    </p:extLst>
  </p:cSld>
  <p:clrMapOvr>
    <a:masterClrMapping/>
  </p:clrMapOvr>
  <p:extLst>
    <p:ext uri="{DCECCB84-F9BA-43D5-87BE-67443E8EF086}">
      <p15:sldGuideLst xmlns:p15="http://schemas.microsoft.com/office/powerpoint/2012/main">
        <p15:guide id="10" orient="horz" pos="3003" userDrawn="1">
          <p15:clr>
            <a:srgbClr val="FBAE40"/>
          </p15:clr>
        </p15:guide>
        <p15:guide id="11" orient="horz" pos="2913"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ivider page_1_White">
    <p:spTree>
      <p:nvGrpSpPr>
        <p:cNvPr id="1" name=""/>
        <p:cNvGrpSpPr/>
        <p:nvPr/>
      </p:nvGrpSpPr>
      <p:grpSpPr>
        <a:xfrm>
          <a:off x="0" y="0"/>
          <a:ext cx="0" cy="0"/>
          <a:chOff x="0" y="0"/>
          <a:chExt cx="0" cy="0"/>
        </a:xfrm>
      </p:grpSpPr>
      <p:sp>
        <p:nvSpPr>
          <p:cNvPr id="28" name="圖片版面配置區 27">
            <a:extLst>
              <a:ext uri="{FF2B5EF4-FFF2-40B4-BE49-F238E27FC236}">
                <a16:creationId xmlns:a16="http://schemas.microsoft.com/office/drawing/2014/main" id="{5AD4A29A-36AB-88C6-72EB-510912B80E38}"/>
              </a:ext>
            </a:extLst>
          </p:cNvPr>
          <p:cNvSpPr>
            <a:spLocks noGrp="1"/>
          </p:cNvSpPr>
          <p:nvPr>
            <p:ph type="pic" sz="quarter" idx="17"/>
          </p:nvPr>
        </p:nvSpPr>
        <p:spPr>
          <a:xfrm>
            <a:off x="-1" y="0"/>
            <a:ext cx="9144001" cy="2247900"/>
          </a:xfrm>
          <a:solidFill>
            <a:srgbClr val="000000"/>
          </a:solidFill>
        </p:spPr>
        <p:txBody>
          <a:bodyPr/>
          <a:lstStyle/>
          <a:p>
            <a:endParaRPr kumimoji="1" lang="zh-HK" altLang="en-US"/>
          </a:p>
        </p:txBody>
      </p:sp>
      <p:sp>
        <p:nvSpPr>
          <p:cNvPr id="3" name="文字版面配置區 2">
            <a:extLst>
              <a:ext uri="{FF2B5EF4-FFF2-40B4-BE49-F238E27FC236}">
                <a16:creationId xmlns:a16="http://schemas.microsoft.com/office/drawing/2014/main" id="{62979131-0703-CCC4-9E2A-012D5FEEC7D4}"/>
              </a:ext>
            </a:extLst>
          </p:cNvPr>
          <p:cNvSpPr>
            <a:spLocks noGrp="1"/>
          </p:cNvSpPr>
          <p:nvPr>
            <p:ph type="body" idx="1" hasCustomPrompt="1"/>
          </p:nvPr>
        </p:nvSpPr>
        <p:spPr>
          <a:xfrm>
            <a:off x="7294563" y="2535238"/>
            <a:ext cx="1216023" cy="1441450"/>
          </a:xfrm>
          <a:prstGeom prst="rect">
            <a:avLst/>
          </a:prstGeom>
        </p:spPr>
        <p:txBody>
          <a:bodyPr>
            <a:normAutofit/>
          </a:bodyPr>
          <a:lstStyle>
            <a:lvl1pPr marL="0" indent="0" algn="r">
              <a:buNone/>
              <a:defRPr sz="3600">
                <a:solidFill>
                  <a:schemeClr val="bg1"/>
                </a:solidFill>
                <a:latin typeface="Avenir Next" panose="020B0503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kumimoji="1" lang="en-US" altLang="zh-TW" dirty="0"/>
              <a:t>01</a:t>
            </a:r>
            <a:endParaRPr kumimoji="1" lang="zh-TW" altLang="en-US" dirty="0"/>
          </a:p>
        </p:txBody>
      </p:sp>
      <p:sp>
        <p:nvSpPr>
          <p:cNvPr id="10" name="Page #">
            <a:extLst>
              <a:ext uri="{FF2B5EF4-FFF2-40B4-BE49-F238E27FC236}">
                <a16:creationId xmlns:a16="http://schemas.microsoft.com/office/drawing/2014/main" id="{4D8D19EA-DAEA-03BF-0D3F-A113C459ABCA}"/>
              </a:ext>
            </a:extLst>
          </p:cNvPr>
          <p:cNvSpPr txBox="1"/>
          <p:nvPr userDrawn="1"/>
        </p:nvSpPr>
        <p:spPr>
          <a:xfrm>
            <a:off x="8677275" y="4679459"/>
            <a:ext cx="565431" cy="131994"/>
          </a:xfrm>
          <a:prstGeom prst="rect">
            <a:avLst/>
          </a:prstGeom>
        </p:spPr>
        <p:txBody>
          <a:bodyPr vert="horz" lIns="0" tIns="0" rIns="0" bIns="0" rtlCol="0" anchor="t"/>
          <a:lstStyle>
            <a:defPPr>
              <a:defRPr lang="en-US"/>
            </a:defPPr>
            <a:lvl1pPr>
              <a:defRPr>
                <a:solidFill>
                  <a:srgbClr val="000000"/>
                </a:solidFill>
                <a:latin typeface="+mn-lt" charset="0"/>
                <a:ea typeface="+mn-lt" charset="0"/>
                <a:cs typeface="+mn-lt" charset="0"/>
              </a:defRPr>
            </a:lvl1pPr>
          </a:lstStyle>
          <a:p>
            <a:pPr lvl="0" algn="l">
              <a:lnSpc>
                <a:spcPts val="1000"/>
              </a:lnSpc>
            </a:pPr>
            <a:fld id="{DA68CEF4-E06B-2F45-9C1B-34EEEC442DB9}" type="slidenum">
              <a:rPr lang="en-GB" sz="600" b="0" i="0" smtClean="0">
                <a:latin typeface="+mj-lt"/>
                <a:ea typeface="Arial" charset="0"/>
                <a:cs typeface="Arial" panose="020B0604020202020204" pitchFamily="34" charset="0"/>
              </a:rPr>
              <a:pPr lvl="0" algn="l">
                <a:lnSpc>
                  <a:spcPts val="1000"/>
                </a:lnSpc>
              </a:pPr>
              <a:t>‹#›</a:t>
            </a:fld>
            <a:endParaRPr lang="en-GB" sz="600" b="0" i="0" dirty="0">
              <a:latin typeface="+mj-lt"/>
              <a:ea typeface="Arial" charset="0"/>
              <a:cs typeface="Arial" panose="020B0604020202020204" pitchFamily="34" charset="0"/>
            </a:endParaRPr>
          </a:p>
        </p:txBody>
      </p:sp>
      <p:pic>
        <p:nvPicPr>
          <p:cNvPr id="11" name="圖片 10">
            <a:extLst>
              <a:ext uri="{FF2B5EF4-FFF2-40B4-BE49-F238E27FC236}">
                <a16:creationId xmlns:a16="http://schemas.microsoft.com/office/drawing/2014/main" id="{0301543E-412F-7691-223E-80B81B09684D}"/>
              </a:ext>
            </a:extLst>
          </p:cNvPr>
          <p:cNvPicPr>
            <a:picLocks noChangeAspect="1"/>
          </p:cNvPicPr>
          <p:nvPr userDrawn="1"/>
        </p:nvPicPr>
        <p:blipFill>
          <a:blip r:embed="rId2"/>
          <a:stretch>
            <a:fillRect/>
          </a:stretch>
        </p:blipFill>
        <p:spPr>
          <a:xfrm>
            <a:off x="7858340" y="4691044"/>
            <a:ext cx="684000" cy="222153"/>
          </a:xfrm>
          <a:prstGeom prst="rect">
            <a:avLst/>
          </a:prstGeom>
        </p:spPr>
      </p:pic>
      <p:sp>
        <p:nvSpPr>
          <p:cNvPr id="12" name="矩形 11">
            <a:extLst>
              <a:ext uri="{FF2B5EF4-FFF2-40B4-BE49-F238E27FC236}">
                <a16:creationId xmlns:a16="http://schemas.microsoft.com/office/drawing/2014/main" id="{EA484396-0A2F-34D8-51C3-09CE14E09782}"/>
              </a:ext>
            </a:extLst>
          </p:cNvPr>
          <p:cNvSpPr/>
          <p:nvPr userDrawn="1"/>
        </p:nvSpPr>
        <p:spPr>
          <a:xfrm>
            <a:off x="8677275" y="4838905"/>
            <a:ext cx="72820" cy="728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p>
        </p:txBody>
      </p:sp>
      <p:sp>
        <p:nvSpPr>
          <p:cNvPr id="21" name="標題 20">
            <a:extLst>
              <a:ext uri="{FF2B5EF4-FFF2-40B4-BE49-F238E27FC236}">
                <a16:creationId xmlns:a16="http://schemas.microsoft.com/office/drawing/2014/main" id="{3438006E-39DA-77DE-022C-26B36043041E}"/>
              </a:ext>
            </a:extLst>
          </p:cNvPr>
          <p:cNvSpPr>
            <a:spLocks noGrp="1"/>
          </p:cNvSpPr>
          <p:nvPr>
            <p:ph type="title" hasCustomPrompt="1"/>
          </p:nvPr>
        </p:nvSpPr>
        <p:spPr>
          <a:xfrm>
            <a:off x="611188" y="2535238"/>
            <a:ext cx="6553199" cy="1441450"/>
          </a:xfrm>
        </p:spPr>
        <p:txBody>
          <a:bodyPr>
            <a:noAutofit/>
          </a:bodyPr>
          <a:lstStyle>
            <a:lvl1pPr>
              <a:lnSpc>
                <a:spcPct val="100000"/>
              </a:lnSpc>
              <a:defRPr sz="3500" b="0" i="0">
                <a:latin typeface="Avenir Next" panose="020B0503020202020204" pitchFamily="34" charset="0"/>
              </a:defRPr>
            </a:lvl1pPr>
          </a:lstStyle>
          <a:p>
            <a:r>
              <a:rPr kumimoji="1" lang="en-US" altLang="zh-TW" dirty="0"/>
              <a:t>CHAPTER TITLE USING REGULAR WEIGHT IN 35PT</a:t>
            </a:r>
            <a:endParaRPr kumimoji="1" lang="zh-HK" altLang="en-US" dirty="0"/>
          </a:p>
        </p:txBody>
      </p:sp>
      <p:sp>
        <p:nvSpPr>
          <p:cNvPr id="24" name="文字版面配置區 23">
            <a:extLst>
              <a:ext uri="{FF2B5EF4-FFF2-40B4-BE49-F238E27FC236}">
                <a16:creationId xmlns:a16="http://schemas.microsoft.com/office/drawing/2014/main" id="{59DE0CA9-BB64-664E-B948-F09A3B775BCC}"/>
              </a:ext>
            </a:extLst>
          </p:cNvPr>
          <p:cNvSpPr>
            <a:spLocks noGrp="1"/>
          </p:cNvSpPr>
          <p:nvPr>
            <p:ph type="body" sz="quarter" idx="14" hasCustomPrompt="1"/>
          </p:nvPr>
        </p:nvSpPr>
        <p:spPr>
          <a:xfrm>
            <a:off x="466725" y="231775"/>
            <a:ext cx="1476375" cy="287338"/>
          </a:xfrm>
        </p:spPr>
        <p:txBody>
          <a:bodyPr>
            <a:noAutofit/>
          </a:bodyPr>
          <a:lstStyle>
            <a:lvl1pPr>
              <a:defRPr sz="1000" b="1" i="0">
                <a:solidFill>
                  <a:schemeClr val="tx1"/>
                </a:solidFill>
                <a:latin typeface="Avenir Next Demi Bold"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lvl="0"/>
            <a:r>
              <a:rPr kumimoji="1" lang="en-US" altLang="zh-TW" dirty="0"/>
              <a:t>SECTION CONTENT</a:t>
            </a:r>
            <a:endParaRPr kumimoji="1" lang="zh-HK" altLang="en-US" dirty="0"/>
          </a:p>
        </p:txBody>
      </p:sp>
      <p:sp>
        <p:nvSpPr>
          <p:cNvPr id="25" name="文字版面配置區 23">
            <a:extLst>
              <a:ext uri="{FF2B5EF4-FFF2-40B4-BE49-F238E27FC236}">
                <a16:creationId xmlns:a16="http://schemas.microsoft.com/office/drawing/2014/main" id="{15C74A27-FDA8-9432-E114-713E450B5659}"/>
              </a:ext>
            </a:extLst>
          </p:cNvPr>
          <p:cNvSpPr>
            <a:spLocks noGrp="1"/>
          </p:cNvSpPr>
          <p:nvPr>
            <p:ph type="body" sz="quarter" idx="15" hasCustomPrompt="1"/>
          </p:nvPr>
        </p:nvSpPr>
        <p:spPr>
          <a:xfrm>
            <a:off x="3276601" y="231775"/>
            <a:ext cx="2555874" cy="287338"/>
          </a:xfrm>
        </p:spPr>
        <p:txBody>
          <a:bodyPr>
            <a:noAutofit/>
          </a:bodyPr>
          <a:lstStyle>
            <a:lvl1pPr algn="ctr">
              <a:defRPr sz="1000" b="1" i="0">
                <a:solidFill>
                  <a:schemeClr val="tx1"/>
                </a:solidFill>
                <a:latin typeface="Avenir Next Demi Bold"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lvl="0"/>
            <a:r>
              <a:rPr kumimoji="1" lang="en-US" altLang="zh-TW" dirty="0"/>
              <a:t>SECTION CONTENT</a:t>
            </a:r>
            <a:endParaRPr kumimoji="1" lang="zh-HK" altLang="en-US" dirty="0"/>
          </a:p>
        </p:txBody>
      </p:sp>
      <p:sp>
        <p:nvSpPr>
          <p:cNvPr id="26" name="文字版面配置區 23">
            <a:extLst>
              <a:ext uri="{FF2B5EF4-FFF2-40B4-BE49-F238E27FC236}">
                <a16:creationId xmlns:a16="http://schemas.microsoft.com/office/drawing/2014/main" id="{5C5716F0-EAC9-944F-F9BF-F905AE507578}"/>
              </a:ext>
            </a:extLst>
          </p:cNvPr>
          <p:cNvSpPr>
            <a:spLocks noGrp="1"/>
          </p:cNvSpPr>
          <p:nvPr>
            <p:ph type="body" sz="quarter" idx="16" hasCustomPrompt="1"/>
          </p:nvPr>
        </p:nvSpPr>
        <p:spPr>
          <a:xfrm>
            <a:off x="7199120" y="231775"/>
            <a:ext cx="1476375" cy="287338"/>
          </a:xfrm>
        </p:spPr>
        <p:txBody>
          <a:bodyPr>
            <a:noAutofit/>
          </a:bodyPr>
          <a:lstStyle>
            <a:lvl1pPr algn="r">
              <a:defRPr sz="1000" b="1" i="0">
                <a:solidFill>
                  <a:schemeClr val="tx1"/>
                </a:solidFill>
                <a:latin typeface="Avenir Next Demi Bold"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lvl="0"/>
            <a:r>
              <a:rPr kumimoji="1" lang="en-US" altLang="zh-TW" dirty="0"/>
              <a:t>SECTION CONTENT</a:t>
            </a:r>
            <a:endParaRPr kumimoji="1" lang="zh-HK" altLang="en-US" dirty="0"/>
          </a:p>
        </p:txBody>
      </p:sp>
    </p:spTree>
    <p:extLst>
      <p:ext uri="{BB962C8B-B14F-4D97-AF65-F5344CB8AC3E}">
        <p14:creationId xmlns:p14="http://schemas.microsoft.com/office/powerpoint/2010/main" val="119931788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Divider page_1_Black">
    <p:bg>
      <p:bgPr>
        <a:solidFill>
          <a:srgbClr val="000000"/>
        </a:solidFill>
        <a:effectLst/>
      </p:bgPr>
    </p:bg>
    <p:spTree>
      <p:nvGrpSpPr>
        <p:cNvPr id="1" name=""/>
        <p:cNvGrpSpPr/>
        <p:nvPr/>
      </p:nvGrpSpPr>
      <p:grpSpPr>
        <a:xfrm>
          <a:off x="0" y="0"/>
          <a:ext cx="0" cy="0"/>
          <a:chOff x="0" y="0"/>
          <a:chExt cx="0" cy="0"/>
        </a:xfrm>
      </p:grpSpPr>
      <p:sp>
        <p:nvSpPr>
          <p:cNvPr id="5" name="圖片版面配置區 27">
            <a:extLst>
              <a:ext uri="{FF2B5EF4-FFF2-40B4-BE49-F238E27FC236}">
                <a16:creationId xmlns:a16="http://schemas.microsoft.com/office/drawing/2014/main" id="{6CE141C8-D1D2-E862-44AA-9998F44B342B}"/>
              </a:ext>
            </a:extLst>
          </p:cNvPr>
          <p:cNvSpPr>
            <a:spLocks noGrp="1"/>
          </p:cNvSpPr>
          <p:nvPr>
            <p:ph type="pic" sz="quarter" idx="17"/>
          </p:nvPr>
        </p:nvSpPr>
        <p:spPr>
          <a:xfrm>
            <a:off x="-1" y="0"/>
            <a:ext cx="9144001" cy="2247900"/>
          </a:xfrm>
          <a:solidFill>
            <a:schemeClr val="tx1"/>
          </a:solidFill>
        </p:spPr>
        <p:txBody>
          <a:bodyPr/>
          <a:lstStyle/>
          <a:p>
            <a:endParaRPr kumimoji="1" lang="zh-HK" altLang="en-US" dirty="0"/>
          </a:p>
        </p:txBody>
      </p:sp>
      <p:sp>
        <p:nvSpPr>
          <p:cNvPr id="3" name="文字版面配置區 2">
            <a:extLst>
              <a:ext uri="{FF2B5EF4-FFF2-40B4-BE49-F238E27FC236}">
                <a16:creationId xmlns:a16="http://schemas.microsoft.com/office/drawing/2014/main" id="{62979131-0703-CCC4-9E2A-012D5FEEC7D4}"/>
              </a:ext>
            </a:extLst>
          </p:cNvPr>
          <p:cNvSpPr>
            <a:spLocks noGrp="1"/>
          </p:cNvSpPr>
          <p:nvPr>
            <p:ph type="body" idx="1" hasCustomPrompt="1"/>
          </p:nvPr>
        </p:nvSpPr>
        <p:spPr>
          <a:xfrm>
            <a:off x="7294563" y="2535238"/>
            <a:ext cx="1216023" cy="1441450"/>
          </a:xfrm>
          <a:prstGeom prst="rect">
            <a:avLst/>
          </a:prstGeom>
        </p:spPr>
        <p:txBody>
          <a:bodyPr>
            <a:normAutofit/>
          </a:bodyPr>
          <a:lstStyle>
            <a:lvl1pPr marL="0" indent="0" algn="r">
              <a:buNone/>
              <a:defRPr sz="3600">
                <a:solidFill>
                  <a:schemeClr val="tx1"/>
                </a:solidFill>
                <a:latin typeface="Avenir Next" panose="020B0503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kumimoji="1" lang="en-US" altLang="zh-TW" dirty="0"/>
              <a:t>01</a:t>
            </a:r>
            <a:endParaRPr kumimoji="1" lang="zh-TW" altLang="en-US" dirty="0"/>
          </a:p>
        </p:txBody>
      </p:sp>
      <p:sp>
        <p:nvSpPr>
          <p:cNvPr id="10" name="Page #">
            <a:extLst>
              <a:ext uri="{FF2B5EF4-FFF2-40B4-BE49-F238E27FC236}">
                <a16:creationId xmlns:a16="http://schemas.microsoft.com/office/drawing/2014/main" id="{4D8D19EA-DAEA-03BF-0D3F-A113C459ABCA}"/>
              </a:ext>
            </a:extLst>
          </p:cNvPr>
          <p:cNvSpPr txBox="1"/>
          <p:nvPr userDrawn="1"/>
        </p:nvSpPr>
        <p:spPr>
          <a:xfrm>
            <a:off x="8677275" y="4679459"/>
            <a:ext cx="565431" cy="131994"/>
          </a:xfrm>
          <a:prstGeom prst="rect">
            <a:avLst/>
          </a:prstGeom>
        </p:spPr>
        <p:txBody>
          <a:bodyPr vert="horz" lIns="0" tIns="0" rIns="0" bIns="0" rtlCol="0" anchor="t"/>
          <a:lstStyle>
            <a:defPPr>
              <a:defRPr lang="en-US"/>
            </a:defPPr>
            <a:lvl1pPr>
              <a:defRPr>
                <a:solidFill>
                  <a:srgbClr val="000000"/>
                </a:solidFill>
                <a:latin typeface="+mn-lt" charset="0"/>
                <a:ea typeface="+mn-lt" charset="0"/>
                <a:cs typeface="+mn-lt" charset="0"/>
              </a:defRPr>
            </a:lvl1pPr>
          </a:lstStyle>
          <a:p>
            <a:pPr lvl="0" algn="l">
              <a:lnSpc>
                <a:spcPts val="1000"/>
              </a:lnSpc>
            </a:pPr>
            <a:fld id="{DA68CEF4-E06B-2F45-9C1B-34EEEC442DB9}" type="slidenum">
              <a:rPr lang="en-GB" sz="600" b="0" i="0" smtClean="0">
                <a:solidFill>
                  <a:schemeClr val="tx1"/>
                </a:solidFill>
                <a:latin typeface="+mj-lt"/>
                <a:ea typeface="Arial" charset="0"/>
                <a:cs typeface="Arial" panose="020B0604020202020204" pitchFamily="34" charset="0"/>
              </a:rPr>
              <a:pPr lvl="0" algn="l">
                <a:lnSpc>
                  <a:spcPts val="1000"/>
                </a:lnSpc>
              </a:pPr>
              <a:t>‹#›</a:t>
            </a:fld>
            <a:endParaRPr lang="en-GB" sz="600" b="0" i="0" dirty="0">
              <a:solidFill>
                <a:schemeClr val="tx1"/>
              </a:solidFill>
              <a:latin typeface="+mj-lt"/>
              <a:ea typeface="Arial" charset="0"/>
              <a:cs typeface="Arial" panose="020B0604020202020204" pitchFamily="34" charset="0"/>
            </a:endParaRPr>
          </a:p>
        </p:txBody>
      </p:sp>
      <p:sp>
        <p:nvSpPr>
          <p:cNvPr id="12" name="矩形 11">
            <a:extLst>
              <a:ext uri="{FF2B5EF4-FFF2-40B4-BE49-F238E27FC236}">
                <a16:creationId xmlns:a16="http://schemas.microsoft.com/office/drawing/2014/main" id="{EA484396-0A2F-34D8-51C3-09CE14E09782}"/>
              </a:ext>
            </a:extLst>
          </p:cNvPr>
          <p:cNvSpPr/>
          <p:nvPr userDrawn="1"/>
        </p:nvSpPr>
        <p:spPr>
          <a:xfrm>
            <a:off x="8677275" y="4838905"/>
            <a:ext cx="72820" cy="7282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solidFill>
                <a:schemeClr val="tx1"/>
              </a:solidFill>
            </a:endParaRPr>
          </a:p>
        </p:txBody>
      </p:sp>
      <p:sp>
        <p:nvSpPr>
          <p:cNvPr id="21" name="標題 20">
            <a:extLst>
              <a:ext uri="{FF2B5EF4-FFF2-40B4-BE49-F238E27FC236}">
                <a16:creationId xmlns:a16="http://schemas.microsoft.com/office/drawing/2014/main" id="{3438006E-39DA-77DE-022C-26B36043041E}"/>
              </a:ext>
            </a:extLst>
          </p:cNvPr>
          <p:cNvSpPr>
            <a:spLocks noGrp="1"/>
          </p:cNvSpPr>
          <p:nvPr>
            <p:ph type="title" hasCustomPrompt="1"/>
          </p:nvPr>
        </p:nvSpPr>
        <p:spPr>
          <a:xfrm>
            <a:off x="611188" y="2535238"/>
            <a:ext cx="6553199" cy="1441450"/>
          </a:xfrm>
        </p:spPr>
        <p:txBody>
          <a:bodyPr>
            <a:noAutofit/>
          </a:bodyPr>
          <a:lstStyle>
            <a:lvl1pPr>
              <a:defRPr sz="3500"/>
            </a:lvl1pPr>
          </a:lstStyle>
          <a:p>
            <a:r>
              <a:rPr kumimoji="1" lang="en-US" altLang="zh-TW" dirty="0"/>
              <a:t>CHAPTER TITLE USING REGULAR WEIGHT IN 35PT</a:t>
            </a:r>
            <a:endParaRPr kumimoji="1" lang="zh-HK" altLang="en-US" dirty="0"/>
          </a:p>
        </p:txBody>
      </p:sp>
      <p:pic>
        <p:nvPicPr>
          <p:cNvPr id="4" name="圖形 3">
            <a:extLst>
              <a:ext uri="{FF2B5EF4-FFF2-40B4-BE49-F238E27FC236}">
                <a16:creationId xmlns:a16="http://schemas.microsoft.com/office/drawing/2014/main" id="{A029FFD5-0156-69AB-8923-624A983E06F3}"/>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7845213" y="4690148"/>
            <a:ext cx="687600" cy="224217"/>
          </a:xfrm>
          <a:prstGeom prst="rect">
            <a:avLst/>
          </a:prstGeom>
        </p:spPr>
      </p:pic>
      <p:sp>
        <p:nvSpPr>
          <p:cNvPr id="7" name="文字版面配置區 23">
            <a:extLst>
              <a:ext uri="{FF2B5EF4-FFF2-40B4-BE49-F238E27FC236}">
                <a16:creationId xmlns:a16="http://schemas.microsoft.com/office/drawing/2014/main" id="{081D180A-C354-8015-4ABF-53BC5C3B054E}"/>
              </a:ext>
            </a:extLst>
          </p:cNvPr>
          <p:cNvSpPr>
            <a:spLocks noGrp="1"/>
          </p:cNvSpPr>
          <p:nvPr>
            <p:ph type="body" sz="quarter" idx="14" hasCustomPrompt="1"/>
          </p:nvPr>
        </p:nvSpPr>
        <p:spPr>
          <a:xfrm>
            <a:off x="466725" y="231775"/>
            <a:ext cx="1476375" cy="287338"/>
          </a:xfrm>
        </p:spPr>
        <p:txBody>
          <a:bodyPr>
            <a:noAutofit/>
          </a:bodyPr>
          <a:lstStyle>
            <a:lvl1pPr>
              <a:defRPr sz="1000" b="1" i="0">
                <a:solidFill>
                  <a:schemeClr val="tx1"/>
                </a:solidFill>
                <a:latin typeface="Avenir Next Demi Bold"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lvl="0"/>
            <a:r>
              <a:rPr kumimoji="1" lang="en-US" altLang="zh-TW" dirty="0"/>
              <a:t>SECTION CONTENT</a:t>
            </a:r>
            <a:endParaRPr kumimoji="1" lang="zh-HK" altLang="en-US" dirty="0"/>
          </a:p>
        </p:txBody>
      </p:sp>
      <p:sp>
        <p:nvSpPr>
          <p:cNvPr id="9" name="文字版面配置區 23">
            <a:extLst>
              <a:ext uri="{FF2B5EF4-FFF2-40B4-BE49-F238E27FC236}">
                <a16:creationId xmlns:a16="http://schemas.microsoft.com/office/drawing/2014/main" id="{ECF415F2-E461-2B3D-9A37-306DE48780C3}"/>
              </a:ext>
            </a:extLst>
          </p:cNvPr>
          <p:cNvSpPr>
            <a:spLocks noGrp="1"/>
          </p:cNvSpPr>
          <p:nvPr>
            <p:ph type="body" sz="quarter" idx="16" hasCustomPrompt="1"/>
          </p:nvPr>
        </p:nvSpPr>
        <p:spPr>
          <a:xfrm>
            <a:off x="7199120" y="231775"/>
            <a:ext cx="1476375" cy="287338"/>
          </a:xfrm>
        </p:spPr>
        <p:txBody>
          <a:bodyPr>
            <a:noAutofit/>
          </a:bodyPr>
          <a:lstStyle>
            <a:lvl1pPr algn="r">
              <a:defRPr sz="1000" b="1" i="0">
                <a:solidFill>
                  <a:schemeClr val="tx1"/>
                </a:solidFill>
                <a:latin typeface="Avenir Next Demi Bold"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lvl="0"/>
            <a:r>
              <a:rPr kumimoji="1" lang="en-US" altLang="zh-TW" dirty="0"/>
              <a:t>SECTION CONTENT</a:t>
            </a:r>
            <a:endParaRPr kumimoji="1" lang="zh-HK" altLang="en-US" dirty="0"/>
          </a:p>
        </p:txBody>
      </p:sp>
      <p:sp>
        <p:nvSpPr>
          <p:cNvPr id="13" name="文字版面配置區 23">
            <a:extLst>
              <a:ext uri="{FF2B5EF4-FFF2-40B4-BE49-F238E27FC236}">
                <a16:creationId xmlns:a16="http://schemas.microsoft.com/office/drawing/2014/main" id="{3EB5D96A-7062-C8EB-7906-B02A9C46C703}"/>
              </a:ext>
            </a:extLst>
          </p:cNvPr>
          <p:cNvSpPr>
            <a:spLocks noGrp="1"/>
          </p:cNvSpPr>
          <p:nvPr>
            <p:ph type="body" sz="quarter" idx="15" hasCustomPrompt="1"/>
          </p:nvPr>
        </p:nvSpPr>
        <p:spPr>
          <a:xfrm>
            <a:off x="3276601" y="231775"/>
            <a:ext cx="2555874" cy="287338"/>
          </a:xfrm>
        </p:spPr>
        <p:txBody>
          <a:bodyPr>
            <a:noAutofit/>
          </a:bodyPr>
          <a:lstStyle>
            <a:lvl1pPr algn="ctr">
              <a:defRPr sz="1000" b="1" i="0">
                <a:solidFill>
                  <a:schemeClr val="tx1"/>
                </a:solidFill>
                <a:latin typeface="Avenir Next Demi Bold"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lvl="0"/>
            <a:r>
              <a:rPr kumimoji="1" lang="en-US" altLang="zh-TW" dirty="0"/>
              <a:t>SECTION CONTENT</a:t>
            </a:r>
            <a:endParaRPr kumimoji="1" lang="zh-HK" altLang="en-US" dirty="0"/>
          </a:p>
        </p:txBody>
      </p:sp>
    </p:spTree>
    <p:extLst>
      <p:ext uri="{BB962C8B-B14F-4D97-AF65-F5344CB8AC3E}">
        <p14:creationId xmlns:p14="http://schemas.microsoft.com/office/powerpoint/2010/main" val="32640667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Divider page_2_White">
    <p:bg>
      <p:bgPr>
        <a:solidFill>
          <a:schemeClr val="tx1"/>
        </a:solidFill>
        <a:effectLst/>
      </p:bgPr>
    </p:bg>
    <p:spTree>
      <p:nvGrpSpPr>
        <p:cNvPr id="1" name=""/>
        <p:cNvGrpSpPr/>
        <p:nvPr/>
      </p:nvGrpSpPr>
      <p:grpSpPr>
        <a:xfrm>
          <a:off x="0" y="0"/>
          <a:ext cx="0" cy="0"/>
          <a:chOff x="0" y="0"/>
          <a:chExt cx="0" cy="0"/>
        </a:xfrm>
      </p:grpSpPr>
      <p:sp>
        <p:nvSpPr>
          <p:cNvPr id="30" name="矩形 29">
            <a:extLst>
              <a:ext uri="{FF2B5EF4-FFF2-40B4-BE49-F238E27FC236}">
                <a16:creationId xmlns:a16="http://schemas.microsoft.com/office/drawing/2014/main" id="{086E51BE-E42B-1F37-5595-9018C4D06EE8}"/>
              </a:ext>
            </a:extLst>
          </p:cNvPr>
          <p:cNvSpPr>
            <a:spLocks noChangeAspect="1"/>
          </p:cNvSpPr>
          <p:nvPr userDrawn="1"/>
        </p:nvSpPr>
        <p:spPr>
          <a:xfrm>
            <a:off x="401514" y="4846519"/>
            <a:ext cx="64800" cy="648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solidFill>
                <a:srgbClr val="000000"/>
              </a:solidFill>
            </a:endParaRPr>
          </a:p>
        </p:txBody>
      </p:sp>
      <p:pic>
        <p:nvPicPr>
          <p:cNvPr id="3" name="圖片 2">
            <a:extLst>
              <a:ext uri="{FF2B5EF4-FFF2-40B4-BE49-F238E27FC236}">
                <a16:creationId xmlns:a16="http://schemas.microsoft.com/office/drawing/2014/main" id="{70B4D4B6-3459-07C8-D1F7-C6FBB5F56E2C}"/>
              </a:ext>
            </a:extLst>
          </p:cNvPr>
          <p:cNvPicPr>
            <a:picLocks noChangeAspect="1"/>
          </p:cNvPicPr>
          <p:nvPr userDrawn="1"/>
        </p:nvPicPr>
        <p:blipFill>
          <a:blip r:embed="rId2"/>
          <a:stretch>
            <a:fillRect/>
          </a:stretch>
        </p:blipFill>
        <p:spPr>
          <a:xfrm>
            <a:off x="7858340" y="4691044"/>
            <a:ext cx="684000" cy="222153"/>
          </a:xfrm>
          <a:prstGeom prst="rect">
            <a:avLst/>
          </a:prstGeom>
        </p:spPr>
      </p:pic>
      <p:sp>
        <p:nvSpPr>
          <p:cNvPr id="5" name="矩形 4">
            <a:extLst>
              <a:ext uri="{FF2B5EF4-FFF2-40B4-BE49-F238E27FC236}">
                <a16:creationId xmlns:a16="http://schemas.microsoft.com/office/drawing/2014/main" id="{BA408AE3-F917-5BAF-47F3-29076DEE5FFC}"/>
              </a:ext>
            </a:extLst>
          </p:cNvPr>
          <p:cNvSpPr/>
          <p:nvPr userDrawn="1"/>
        </p:nvSpPr>
        <p:spPr>
          <a:xfrm>
            <a:off x="8677275" y="4838905"/>
            <a:ext cx="72820" cy="728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solidFill>
                <a:srgbClr val="000000"/>
              </a:solidFill>
            </a:endParaRPr>
          </a:p>
        </p:txBody>
      </p:sp>
      <p:sp>
        <p:nvSpPr>
          <p:cNvPr id="6" name="文字版面配置區 2">
            <a:extLst>
              <a:ext uri="{FF2B5EF4-FFF2-40B4-BE49-F238E27FC236}">
                <a16:creationId xmlns:a16="http://schemas.microsoft.com/office/drawing/2014/main" id="{20ED683C-5DF9-DFC2-2DFF-12C44F1241AE}"/>
              </a:ext>
            </a:extLst>
          </p:cNvPr>
          <p:cNvSpPr>
            <a:spLocks noGrp="1"/>
          </p:cNvSpPr>
          <p:nvPr>
            <p:ph type="body" idx="1" hasCustomPrompt="1"/>
          </p:nvPr>
        </p:nvSpPr>
        <p:spPr>
          <a:xfrm>
            <a:off x="619127" y="543606"/>
            <a:ext cx="1216023" cy="790766"/>
          </a:xfrm>
          <a:prstGeom prst="rect">
            <a:avLst/>
          </a:prstGeom>
        </p:spPr>
        <p:txBody>
          <a:bodyPr>
            <a:noAutofit/>
          </a:bodyPr>
          <a:lstStyle>
            <a:lvl1pPr marL="0" indent="0" algn="l">
              <a:buNone/>
              <a:defRPr sz="6000">
                <a:solidFill>
                  <a:srgbClr val="000000"/>
                </a:solidFill>
                <a:latin typeface="Avenir Next" panose="020B0503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kumimoji="1" lang="en-US" altLang="zh-TW" dirty="0"/>
              <a:t>01</a:t>
            </a:r>
            <a:endParaRPr kumimoji="1" lang="zh-TW" altLang="en-US" dirty="0"/>
          </a:p>
        </p:txBody>
      </p:sp>
      <p:sp>
        <p:nvSpPr>
          <p:cNvPr id="7" name="標題 20">
            <a:extLst>
              <a:ext uri="{FF2B5EF4-FFF2-40B4-BE49-F238E27FC236}">
                <a16:creationId xmlns:a16="http://schemas.microsoft.com/office/drawing/2014/main" id="{CE5B448E-310C-CF84-3B52-AAD54FDEBA34}"/>
              </a:ext>
            </a:extLst>
          </p:cNvPr>
          <p:cNvSpPr>
            <a:spLocks noGrp="1"/>
          </p:cNvSpPr>
          <p:nvPr>
            <p:ph type="title" hasCustomPrompt="1"/>
          </p:nvPr>
        </p:nvSpPr>
        <p:spPr>
          <a:xfrm>
            <a:off x="3167062" y="543606"/>
            <a:ext cx="5375277" cy="2423432"/>
          </a:xfrm>
        </p:spPr>
        <p:txBody>
          <a:bodyPr>
            <a:noAutofit/>
          </a:bodyPr>
          <a:lstStyle>
            <a:lvl1pPr>
              <a:defRPr sz="3500"/>
            </a:lvl1pPr>
          </a:lstStyle>
          <a:p>
            <a:r>
              <a:rPr kumimoji="1" lang="en-US" altLang="zh-TW" dirty="0"/>
              <a:t>Chapter title using regular weight in 35pt</a:t>
            </a:r>
            <a:endParaRPr kumimoji="1" lang="zh-HK" altLang="en-US" dirty="0"/>
          </a:p>
        </p:txBody>
      </p:sp>
      <p:sp>
        <p:nvSpPr>
          <p:cNvPr id="8" name="Page #">
            <a:extLst>
              <a:ext uri="{FF2B5EF4-FFF2-40B4-BE49-F238E27FC236}">
                <a16:creationId xmlns:a16="http://schemas.microsoft.com/office/drawing/2014/main" id="{084B327D-0E66-3835-97CA-88654A7F38E2}"/>
              </a:ext>
            </a:extLst>
          </p:cNvPr>
          <p:cNvSpPr txBox="1"/>
          <p:nvPr userDrawn="1"/>
        </p:nvSpPr>
        <p:spPr>
          <a:xfrm>
            <a:off x="8677275" y="4679459"/>
            <a:ext cx="565431" cy="131994"/>
          </a:xfrm>
          <a:prstGeom prst="rect">
            <a:avLst/>
          </a:prstGeom>
        </p:spPr>
        <p:txBody>
          <a:bodyPr vert="horz" lIns="0" tIns="0" rIns="0" bIns="0" rtlCol="0" anchor="t"/>
          <a:lstStyle>
            <a:defPPr>
              <a:defRPr lang="en-US"/>
            </a:defPPr>
            <a:lvl1pPr>
              <a:defRPr>
                <a:solidFill>
                  <a:srgbClr val="000000"/>
                </a:solidFill>
                <a:latin typeface="+mn-lt" charset="0"/>
                <a:ea typeface="+mn-lt" charset="0"/>
                <a:cs typeface="+mn-lt" charset="0"/>
              </a:defRPr>
            </a:lvl1pPr>
          </a:lstStyle>
          <a:p>
            <a:pPr lvl="0" algn="l">
              <a:lnSpc>
                <a:spcPts val="1000"/>
              </a:lnSpc>
            </a:pPr>
            <a:fld id="{DA68CEF4-E06B-2F45-9C1B-34EEEC442DB9}" type="slidenum">
              <a:rPr lang="en-GB" sz="600" b="0" i="0" smtClean="0">
                <a:latin typeface="+mj-lt"/>
                <a:ea typeface="Arial" charset="0"/>
                <a:cs typeface="Arial" panose="020B0604020202020204" pitchFamily="34" charset="0"/>
              </a:rPr>
              <a:pPr lvl="0" algn="l">
                <a:lnSpc>
                  <a:spcPts val="1000"/>
                </a:lnSpc>
              </a:pPr>
              <a:t>‹#›</a:t>
            </a:fld>
            <a:endParaRPr lang="en-GB" sz="600" b="0" i="0" dirty="0">
              <a:latin typeface="+mj-lt"/>
              <a:ea typeface="Arial" charset="0"/>
              <a:cs typeface="Arial" panose="020B0604020202020204" pitchFamily="34" charset="0"/>
            </a:endParaRPr>
          </a:p>
        </p:txBody>
      </p:sp>
      <p:sp>
        <p:nvSpPr>
          <p:cNvPr id="9" name="文字方塊 8">
            <a:extLst>
              <a:ext uri="{FF2B5EF4-FFF2-40B4-BE49-F238E27FC236}">
                <a16:creationId xmlns:a16="http://schemas.microsoft.com/office/drawing/2014/main" id="{83E01C9C-90B1-27E4-D20C-58433B65DEC8}"/>
              </a:ext>
            </a:extLst>
          </p:cNvPr>
          <p:cNvSpPr txBox="1"/>
          <p:nvPr userDrawn="1"/>
        </p:nvSpPr>
        <p:spPr>
          <a:xfrm rot="5400000">
            <a:off x="-903960" y="3375528"/>
            <a:ext cx="2675745" cy="107722"/>
          </a:xfrm>
          <a:prstGeom prst="rect">
            <a:avLst/>
          </a:prstGeom>
          <a:noFill/>
        </p:spPr>
        <p:txBody>
          <a:bodyPr wrap="square" lIns="0" tIns="0" rIns="0" bIns="0" rtlCol="0" anchor="t" anchorCtr="0">
            <a:spAutoFit/>
          </a:bodyPr>
          <a:lstStyle/>
          <a:p>
            <a:pPr lvl="0" algn="r"/>
            <a:r>
              <a:rPr kumimoji="1" lang="en-US" altLang="zh-HK" sz="700" b="1" i="0" kern="1200" dirty="0">
                <a:solidFill>
                  <a:srgbClr val="000000"/>
                </a:solidFill>
                <a:latin typeface="Avenir Next Demi Bold" panose="020B0503020202020204" pitchFamily="34" charset="0"/>
                <a:ea typeface="+mn-ea"/>
                <a:cs typeface="+mn-cs"/>
              </a:rPr>
              <a:t>CONFIDENTIAL &amp; RESTRICTED BY MRDI</a:t>
            </a:r>
            <a:endParaRPr kumimoji="1" lang="zh-HK" altLang="en-US" sz="700" b="1" i="0" kern="1200" dirty="0">
              <a:solidFill>
                <a:srgbClr val="000000"/>
              </a:solidFill>
              <a:latin typeface="Avenir Next Demi Bold" panose="020B0503020202020204" pitchFamily="34" charset="0"/>
              <a:ea typeface="+mn-ea"/>
              <a:cs typeface="+mn-cs"/>
            </a:endParaRPr>
          </a:p>
        </p:txBody>
      </p:sp>
    </p:spTree>
    <p:extLst>
      <p:ext uri="{BB962C8B-B14F-4D97-AF65-F5344CB8AC3E}">
        <p14:creationId xmlns:p14="http://schemas.microsoft.com/office/powerpoint/2010/main" val="3888709353"/>
      </p:ext>
    </p:extLst>
  </p:cSld>
  <p:clrMapOvr>
    <a:masterClrMapping/>
  </p:clrMapOvr>
  <p:extLst>
    <p:ext uri="{DCECCB84-F9BA-43D5-87BE-67443E8EF086}">
      <p15:sldGuideLst xmlns:p15="http://schemas.microsoft.com/office/powerpoint/2012/main">
        <p15:guide id="10" orient="horz" pos="3003" userDrawn="1">
          <p15:clr>
            <a:srgbClr val="FBAE40"/>
          </p15:clr>
        </p15:guide>
        <p15:guide id="11" orient="horz" pos="2913"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Divider page_2_Black">
    <p:bg>
      <p:bgPr>
        <a:solidFill>
          <a:srgbClr val="000000"/>
        </a:solidFill>
        <a:effectLst/>
      </p:bgPr>
    </p:bg>
    <p:spTree>
      <p:nvGrpSpPr>
        <p:cNvPr id="1" name=""/>
        <p:cNvGrpSpPr/>
        <p:nvPr/>
      </p:nvGrpSpPr>
      <p:grpSpPr>
        <a:xfrm>
          <a:off x="0" y="0"/>
          <a:ext cx="0" cy="0"/>
          <a:chOff x="0" y="0"/>
          <a:chExt cx="0" cy="0"/>
        </a:xfrm>
      </p:grpSpPr>
      <p:sp>
        <p:nvSpPr>
          <p:cNvPr id="2" name="Page #">
            <a:extLst>
              <a:ext uri="{FF2B5EF4-FFF2-40B4-BE49-F238E27FC236}">
                <a16:creationId xmlns:a16="http://schemas.microsoft.com/office/drawing/2014/main" id="{8298A78F-A90C-A756-7FF0-9C2E4136D977}"/>
              </a:ext>
            </a:extLst>
          </p:cNvPr>
          <p:cNvSpPr txBox="1"/>
          <p:nvPr userDrawn="1"/>
        </p:nvSpPr>
        <p:spPr>
          <a:xfrm>
            <a:off x="8677275" y="4679459"/>
            <a:ext cx="565431" cy="131994"/>
          </a:xfrm>
          <a:prstGeom prst="rect">
            <a:avLst/>
          </a:prstGeom>
        </p:spPr>
        <p:txBody>
          <a:bodyPr vert="horz" lIns="0" tIns="0" rIns="0" bIns="0" rtlCol="0" anchor="t"/>
          <a:lstStyle>
            <a:defPPr>
              <a:defRPr lang="en-US"/>
            </a:defPPr>
            <a:lvl1pPr>
              <a:defRPr>
                <a:solidFill>
                  <a:srgbClr val="000000"/>
                </a:solidFill>
                <a:latin typeface="+mn-lt" charset="0"/>
                <a:ea typeface="+mn-lt" charset="0"/>
                <a:cs typeface="+mn-lt" charset="0"/>
              </a:defRPr>
            </a:lvl1pPr>
          </a:lstStyle>
          <a:p>
            <a:pPr lvl="0" algn="l">
              <a:lnSpc>
                <a:spcPts val="1000"/>
              </a:lnSpc>
            </a:pPr>
            <a:fld id="{DA68CEF4-E06B-2F45-9C1B-34EEEC442DB9}" type="slidenum">
              <a:rPr lang="en-GB" sz="600" b="0" i="0" smtClean="0">
                <a:solidFill>
                  <a:schemeClr val="tx1"/>
                </a:solidFill>
                <a:latin typeface="+mj-lt"/>
                <a:ea typeface="Arial" charset="0"/>
                <a:cs typeface="Arial" panose="020B0604020202020204" pitchFamily="34" charset="0"/>
              </a:rPr>
              <a:pPr lvl="0" algn="l">
                <a:lnSpc>
                  <a:spcPts val="1000"/>
                </a:lnSpc>
              </a:pPr>
              <a:t>‹#›</a:t>
            </a:fld>
            <a:endParaRPr lang="en-GB" sz="600" b="0" i="0" dirty="0">
              <a:solidFill>
                <a:schemeClr val="tx1"/>
              </a:solidFill>
              <a:latin typeface="+mj-lt"/>
              <a:ea typeface="Arial" charset="0"/>
              <a:cs typeface="Arial" panose="020B0604020202020204" pitchFamily="34" charset="0"/>
            </a:endParaRPr>
          </a:p>
        </p:txBody>
      </p:sp>
      <p:sp>
        <p:nvSpPr>
          <p:cNvPr id="5" name="矩形 4">
            <a:extLst>
              <a:ext uri="{FF2B5EF4-FFF2-40B4-BE49-F238E27FC236}">
                <a16:creationId xmlns:a16="http://schemas.microsoft.com/office/drawing/2014/main" id="{BA408AE3-F917-5BAF-47F3-29076DEE5FFC}"/>
              </a:ext>
            </a:extLst>
          </p:cNvPr>
          <p:cNvSpPr/>
          <p:nvPr userDrawn="1"/>
        </p:nvSpPr>
        <p:spPr>
          <a:xfrm>
            <a:off x="8677275" y="4838905"/>
            <a:ext cx="72820" cy="7282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p>
        </p:txBody>
      </p:sp>
      <p:pic>
        <p:nvPicPr>
          <p:cNvPr id="8" name="圖形 7">
            <a:extLst>
              <a:ext uri="{FF2B5EF4-FFF2-40B4-BE49-F238E27FC236}">
                <a16:creationId xmlns:a16="http://schemas.microsoft.com/office/drawing/2014/main" id="{0AEEF68F-A6F6-CB7D-1367-1FAC34923CF2}"/>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7845213" y="4690148"/>
            <a:ext cx="687600" cy="224217"/>
          </a:xfrm>
          <a:prstGeom prst="rect">
            <a:avLst/>
          </a:prstGeom>
        </p:spPr>
      </p:pic>
      <p:sp>
        <p:nvSpPr>
          <p:cNvPr id="9" name="文字版面配置區 2">
            <a:extLst>
              <a:ext uri="{FF2B5EF4-FFF2-40B4-BE49-F238E27FC236}">
                <a16:creationId xmlns:a16="http://schemas.microsoft.com/office/drawing/2014/main" id="{2ACB8503-F428-445F-42F2-1157052FF9E6}"/>
              </a:ext>
            </a:extLst>
          </p:cNvPr>
          <p:cNvSpPr>
            <a:spLocks noGrp="1"/>
          </p:cNvSpPr>
          <p:nvPr>
            <p:ph type="body" idx="1" hasCustomPrompt="1"/>
          </p:nvPr>
        </p:nvSpPr>
        <p:spPr>
          <a:xfrm>
            <a:off x="619127" y="543606"/>
            <a:ext cx="1216023" cy="790766"/>
          </a:xfrm>
          <a:prstGeom prst="rect">
            <a:avLst/>
          </a:prstGeom>
        </p:spPr>
        <p:txBody>
          <a:bodyPr>
            <a:noAutofit/>
          </a:bodyPr>
          <a:lstStyle>
            <a:lvl1pPr marL="0" indent="0" algn="l">
              <a:buNone/>
              <a:defRPr sz="6000">
                <a:solidFill>
                  <a:schemeClr val="tx1"/>
                </a:solidFill>
                <a:latin typeface="Avenir Next" panose="020B0503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kumimoji="1" lang="en-US" altLang="zh-TW" dirty="0"/>
              <a:t>01</a:t>
            </a:r>
            <a:endParaRPr kumimoji="1" lang="zh-TW" altLang="en-US" dirty="0"/>
          </a:p>
        </p:txBody>
      </p:sp>
      <p:sp>
        <p:nvSpPr>
          <p:cNvPr id="10" name="標題 20">
            <a:extLst>
              <a:ext uri="{FF2B5EF4-FFF2-40B4-BE49-F238E27FC236}">
                <a16:creationId xmlns:a16="http://schemas.microsoft.com/office/drawing/2014/main" id="{ECD24D39-E2A2-4245-DF0D-3FAF82C93BE6}"/>
              </a:ext>
            </a:extLst>
          </p:cNvPr>
          <p:cNvSpPr>
            <a:spLocks noGrp="1"/>
          </p:cNvSpPr>
          <p:nvPr>
            <p:ph type="title" hasCustomPrompt="1"/>
          </p:nvPr>
        </p:nvSpPr>
        <p:spPr>
          <a:xfrm>
            <a:off x="3167062" y="543606"/>
            <a:ext cx="5375277" cy="2423432"/>
          </a:xfrm>
        </p:spPr>
        <p:txBody>
          <a:bodyPr>
            <a:noAutofit/>
          </a:bodyPr>
          <a:lstStyle>
            <a:lvl1pPr>
              <a:defRPr sz="3500"/>
            </a:lvl1pPr>
          </a:lstStyle>
          <a:p>
            <a:r>
              <a:rPr kumimoji="1" lang="en-US" altLang="zh-TW" dirty="0"/>
              <a:t>Chapter title using regular weight in 35pt</a:t>
            </a:r>
            <a:endParaRPr kumimoji="1" lang="zh-HK" altLang="en-US" dirty="0"/>
          </a:p>
        </p:txBody>
      </p:sp>
      <p:sp>
        <p:nvSpPr>
          <p:cNvPr id="11" name="矩形 10">
            <a:extLst>
              <a:ext uri="{FF2B5EF4-FFF2-40B4-BE49-F238E27FC236}">
                <a16:creationId xmlns:a16="http://schemas.microsoft.com/office/drawing/2014/main" id="{F990E2FA-822A-82E0-D2F9-3E0ECEAD7573}"/>
              </a:ext>
            </a:extLst>
          </p:cNvPr>
          <p:cNvSpPr>
            <a:spLocks noChangeAspect="1"/>
          </p:cNvSpPr>
          <p:nvPr userDrawn="1"/>
        </p:nvSpPr>
        <p:spPr>
          <a:xfrm>
            <a:off x="401514" y="4846519"/>
            <a:ext cx="64800" cy="648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solidFill>
                <a:schemeClr val="tx1"/>
              </a:solidFill>
            </a:endParaRPr>
          </a:p>
        </p:txBody>
      </p:sp>
      <p:sp>
        <p:nvSpPr>
          <p:cNvPr id="12" name="文字方塊 11">
            <a:extLst>
              <a:ext uri="{FF2B5EF4-FFF2-40B4-BE49-F238E27FC236}">
                <a16:creationId xmlns:a16="http://schemas.microsoft.com/office/drawing/2014/main" id="{B07D5A4E-0A57-1B85-B0FC-660949D519F9}"/>
              </a:ext>
            </a:extLst>
          </p:cNvPr>
          <p:cNvSpPr txBox="1"/>
          <p:nvPr userDrawn="1"/>
        </p:nvSpPr>
        <p:spPr>
          <a:xfrm rot="5400000">
            <a:off x="-903960" y="3375528"/>
            <a:ext cx="2675745" cy="107722"/>
          </a:xfrm>
          <a:prstGeom prst="rect">
            <a:avLst/>
          </a:prstGeom>
          <a:noFill/>
        </p:spPr>
        <p:txBody>
          <a:bodyPr wrap="square" lIns="0" tIns="0" rIns="0" bIns="0" rtlCol="0" anchor="t" anchorCtr="0">
            <a:spAutoFit/>
          </a:bodyPr>
          <a:lstStyle/>
          <a:p>
            <a:pPr lvl="0" algn="r"/>
            <a:r>
              <a:rPr kumimoji="1" lang="en-US" altLang="zh-HK" sz="700" b="1" i="0" kern="1200" dirty="0">
                <a:solidFill>
                  <a:schemeClr val="tx1"/>
                </a:solidFill>
                <a:latin typeface="Avenir Next Demi Bold" panose="020B0503020202020204" pitchFamily="34" charset="0"/>
                <a:ea typeface="+mn-ea"/>
                <a:cs typeface="+mn-cs"/>
              </a:rPr>
              <a:t>CONFIDENTIAL &amp; RESTRICTED BY MRDI</a:t>
            </a:r>
            <a:endParaRPr kumimoji="1" lang="zh-HK" altLang="en-US" sz="700" b="1" i="0" kern="1200" dirty="0">
              <a:solidFill>
                <a:schemeClr val="tx1"/>
              </a:solidFill>
              <a:latin typeface="Avenir Next Demi Bold" panose="020B0503020202020204" pitchFamily="34" charset="0"/>
              <a:ea typeface="+mn-ea"/>
              <a:cs typeface="+mn-cs"/>
            </a:endParaRPr>
          </a:p>
        </p:txBody>
      </p:sp>
    </p:spTree>
    <p:extLst>
      <p:ext uri="{BB962C8B-B14F-4D97-AF65-F5344CB8AC3E}">
        <p14:creationId xmlns:p14="http://schemas.microsoft.com/office/powerpoint/2010/main" val="1922990694"/>
      </p:ext>
    </p:extLst>
  </p:cSld>
  <p:clrMapOvr>
    <a:masterClrMapping/>
  </p:clrMapOvr>
  <p:extLst>
    <p:ext uri="{DCECCB84-F9BA-43D5-87BE-67443E8EF086}">
      <p15:sldGuideLst xmlns:p15="http://schemas.microsoft.com/office/powerpoint/2012/main">
        <p15:guide id="10" orient="horz" pos="3003" userDrawn="1">
          <p15:clr>
            <a:srgbClr val="FBAE40"/>
          </p15:clr>
        </p15:guide>
        <p15:guide id="11" orient="horz" pos="2913"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Agenda_White">
    <p:bg>
      <p:bgPr>
        <a:solidFill>
          <a:schemeClr val="tx1"/>
        </a:solidFill>
        <a:effectLst/>
      </p:bgPr>
    </p:bg>
    <p:spTree>
      <p:nvGrpSpPr>
        <p:cNvPr id="1" name=""/>
        <p:cNvGrpSpPr/>
        <p:nvPr/>
      </p:nvGrpSpPr>
      <p:grpSpPr>
        <a:xfrm>
          <a:off x="0" y="0"/>
          <a:ext cx="0" cy="0"/>
          <a:chOff x="0" y="0"/>
          <a:chExt cx="0" cy="0"/>
        </a:xfrm>
      </p:grpSpPr>
      <p:sp>
        <p:nvSpPr>
          <p:cNvPr id="30" name="矩形 29">
            <a:extLst>
              <a:ext uri="{FF2B5EF4-FFF2-40B4-BE49-F238E27FC236}">
                <a16:creationId xmlns:a16="http://schemas.microsoft.com/office/drawing/2014/main" id="{086E51BE-E42B-1F37-5595-9018C4D06EE8}"/>
              </a:ext>
            </a:extLst>
          </p:cNvPr>
          <p:cNvSpPr>
            <a:spLocks noChangeAspect="1"/>
          </p:cNvSpPr>
          <p:nvPr userDrawn="1"/>
        </p:nvSpPr>
        <p:spPr>
          <a:xfrm>
            <a:off x="401514" y="4846519"/>
            <a:ext cx="64800" cy="648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solidFill>
                <a:srgbClr val="000000"/>
              </a:solidFill>
            </a:endParaRPr>
          </a:p>
        </p:txBody>
      </p:sp>
      <p:pic>
        <p:nvPicPr>
          <p:cNvPr id="3" name="圖片 2">
            <a:extLst>
              <a:ext uri="{FF2B5EF4-FFF2-40B4-BE49-F238E27FC236}">
                <a16:creationId xmlns:a16="http://schemas.microsoft.com/office/drawing/2014/main" id="{70B4D4B6-3459-07C8-D1F7-C6FBB5F56E2C}"/>
              </a:ext>
            </a:extLst>
          </p:cNvPr>
          <p:cNvPicPr>
            <a:picLocks noChangeAspect="1"/>
          </p:cNvPicPr>
          <p:nvPr userDrawn="1"/>
        </p:nvPicPr>
        <p:blipFill>
          <a:blip r:embed="rId2"/>
          <a:stretch>
            <a:fillRect/>
          </a:stretch>
        </p:blipFill>
        <p:spPr>
          <a:xfrm>
            <a:off x="7858340" y="4691044"/>
            <a:ext cx="684000" cy="222153"/>
          </a:xfrm>
          <a:prstGeom prst="rect">
            <a:avLst/>
          </a:prstGeom>
        </p:spPr>
      </p:pic>
      <p:sp>
        <p:nvSpPr>
          <p:cNvPr id="5" name="矩形 4">
            <a:extLst>
              <a:ext uri="{FF2B5EF4-FFF2-40B4-BE49-F238E27FC236}">
                <a16:creationId xmlns:a16="http://schemas.microsoft.com/office/drawing/2014/main" id="{BA408AE3-F917-5BAF-47F3-29076DEE5FFC}"/>
              </a:ext>
            </a:extLst>
          </p:cNvPr>
          <p:cNvSpPr/>
          <p:nvPr userDrawn="1"/>
        </p:nvSpPr>
        <p:spPr>
          <a:xfrm>
            <a:off x="8677275" y="4838905"/>
            <a:ext cx="72820" cy="728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solidFill>
                <a:srgbClr val="000000"/>
              </a:solidFill>
            </a:endParaRPr>
          </a:p>
        </p:txBody>
      </p:sp>
      <p:sp>
        <p:nvSpPr>
          <p:cNvPr id="6" name="文字版面配置區 2">
            <a:extLst>
              <a:ext uri="{FF2B5EF4-FFF2-40B4-BE49-F238E27FC236}">
                <a16:creationId xmlns:a16="http://schemas.microsoft.com/office/drawing/2014/main" id="{20ED683C-5DF9-DFC2-2DFF-12C44F1241AE}"/>
              </a:ext>
            </a:extLst>
          </p:cNvPr>
          <p:cNvSpPr>
            <a:spLocks noGrp="1"/>
          </p:cNvSpPr>
          <p:nvPr>
            <p:ph type="body" idx="1" hasCustomPrompt="1"/>
          </p:nvPr>
        </p:nvSpPr>
        <p:spPr>
          <a:xfrm>
            <a:off x="611188" y="521272"/>
            <a:ext cx="2826717" cy="790766"/>
          </a:xfrm>
          <a:prstGeom prst="rect">
            <a:avLst/>
          </a:prstGeom>
        </p:spPr>
        <p:txBody>
          <a:bodyPr>
            <a:noAutofit/>
          </a:bodyPr>
          <a:lstStyle>
            <a:lvl1pPr marL="0" indent="0" algn="l">
              <a:buNone/>
              <a:defRPr sz="5500">
                <a:solidFill>
                  <a:srgbClr val="000000"/>
                </a:solidFill>
                <a:latin typeface="Avenir Next" panose="020B0503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kumimoji="1" lang="en-US" altLang="zh-TW" dirty="0"/>
              <a:t>Agenda</a:t>
            </a:r>
            <a:endParaRPr kumimoji="1" lang="zh-TW" altLang="en-US" dirty="0"/>
          </a:p>
        </p:txBody>
      </p:sp>
      <p:sp>
        <p:nvSpPr>
          <p:cNvPr id="39" name="Page #">
            <a:extLst>
              <a:ext uri="{FF2B5EF4-FFF2-40B4-BE49-F238E27FC236}">
                <a16:creationId xmlns:a16="http://schemas.microsoft.com/office/drawing/2014/main" id="{D7494D87-8B33-584F-0F36-E598F1EA03C3}"/>
              </a:ext>
            </a:extLst>
          </p:cNvPr>
          <p:cNvSpPr txBox="1"/>
          <p:nvPr userDrawn="1"/>
        </p:nvSpPr>
        <p:spPr>
          <a:xfrm>
            <a:off x="8677275" y="4679459"/>
            <a:ext cx="565431" cy="131994"/>
          </a:xfrm>
          <a:prstGeom prst="rect">
            <a:avLst/>
          </a:prstGeom>
        </p:spPr>
        <p:txBody>
          <a:bodyPr vert="horz" lIns="0" tIns="0" rIns="0" bIns="0" rtlCol="0" anchor="t"/>
          <a:lstStyle>
            <a:defPPr>
              <a:defRPr lang="en-US"/>
            </a:defPPr>
            <a:lvl1pPr>
              <a:defRPr>
                <a:solidFill>
                  <a:srgbClr val="000000"/>
                </a:solidFill>
                <a:latin typeface="+mn-lt" charset="0"/>
                <a:ea typeface="+mn-lt" charset="0"/>
                <a:cs typeface="+mn-lt" charset="0"/>
              </a:defRPr>
            </a:lvl1pPr>
          </a:lstStyle>
          <a:p>
            <a:pPr lvl="0" algn="l">
              <a:lnSpc>
                <a:spcPts val="1000"/>
              </a:lnSpc>
            </a:pPr>
            <a:fld id="{DA68CEF4-E06B-2F45-9C1B-34EEEC442DB9}" type="slidenum">
              <a:rPr lang="en-GB" sz="600" b="0" i="0" smtClean="0">
                <a:latin typeface="+mj-lt"/>
                <a:ea typeface="Arial" charset="0"/>
                <a:cs typeface="Arial" panose="020B0604020202020204" pitchFamily="34" charset="0"/>
              </a:rPr>
              <a:pPr lvl="0" algn="l">
                <a:lnSpc>
                  <a:spcPts val="1000"/>
                </a:lnSpc>
              </a:pPr>
              <a:t>‹#›</a:t>
            </a:fld>
            <a:endParaRPr lang="en-GB" sz="600" b="0" i="0" dirty="0">
              <a:latin typeface="+mj-lt"/>
              <a:ea typeface="Arial" charset="0"/>
              <a:cs typeface="Arial" panose="020B0604020202020204" pitchFamily="34" charset="0"/>
            </a:endParaRPr>
          </a:p>
        </p:txBody>
      </p:sp>
      <p:sp>
        <p:nvSpPr>
          <p:cNvPr id="40" name="文字版面配置區 2">
            <a:extLst>
              <a:ext uri="{FF2B5EF4-FFF2-40B4-BE49-F238E27FC236}">
                <a16:creationId xmlns:a16="http://schemas.microsoft.com/office/drawing/2014/main" id="{78BAD94F-1FD1-9B6E-FF55-866E082CFD94}"/>
              </a:ext>
            </a:extLst>
          </p:cNvPr>
          <p:cNvSpPr>
            <a:spLocks noGrp="1"/>
          </p:cNvSpPr>
          <p:nvPr>
            <p:ph type="body" idx="10" hasCustomPrompt="1"/>
          </p:nvPr>
        </p:nvSpPr>
        <p:spPr>
          <a:xfrm>
            <a:off x="4500563" y="521272"/>
            <a:ext cx="540000" cy="540000"/>
          </a:xfrm>
          <a:prstGeom prst="rect">
            <a:avLst/>
          </a:prstGeom>
        </p:spPr>
        <p:txBody>
          <a:bodyPr>
            <a:noAutofit/>
          </a:bodyPr>
          <a:lstStyle>
            <a:lvl1pPr marL="0" indent="0" algn="l">
              <a:buNone/>
              <a:defRPr lang="zh-TW" altLang="en-US" sz="3000" b="0" kern="1200" dirty="0">
                <a:solidFill>
                  <a:srgbClr val="000000"/>
                </a:solidFill>
                <a:latin typeface="Avenir Next" panose="020B0503020202020204" pitchFamily="34" charset="0"/>
                <a:ea typeface="+mn-ea"/>
                <a:cs typeface="+mn-cs"/>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kumimoji="1" lang="en-US" altLang="zh-TW" dirty="0"/>
              <a:t>01</a:t>
            </a:r>
            <a:endParaRPr kumimoji="1" lang="zh-TW" altLang="en-US" dirty="0"/>
          </a:p>
        </p:txBody>
      </p:sp>
      <p:sp>
        <p:nvSpPr>
          <p:cNvPr id="41" name="文字版面配置區 23">
            <a:extLst>
              <a:ext uri="{FF2B5EF4-FFF2-40B4-BE49-F238E27FC236}">
                <a16:creationId xmlns:a16="http://schemas.microsoft.com/office/drawing/2014/main" id="{2B2A1E93-B938-6657-A176-48DFB88F3B78}"/>
              </a:ext>
            </a:extLst>
          </p:cNvPr>
          <p:cNvSpPr>
            <a:spLocks noGrp="1"/>
          </p:cNvSpPr>
          <p:nvPr>
            <p:ph type="body" sz="quarter" idx="15" hasCustomPrompt="1"/>
          </p:nvPr>
        </p:nvSpPr>
        <p:spPr>
          <a:xfrm>
            <a:off x="5106988" y="528638"/>
            <a:ext cx="2738225" cy="195261"/>
          </a:xfrm>
        </p:spPr>
        <p:txBody>
          <a:bodyPr>
            <a:noAutofit/>
          </a:bodyPr>
          <a:lstStyle>
            <a:lvl1pPr algn="l">
              <a:spcBef>
                <a:spcPts val="0"/>
              </a:spcBef>
              <a:defRPr sz="1000" b="1" i="0">
                <a:solidFill>
                  <a:srgbClr val="000000"/>
                </a:solidFill>
                <a:latin typeface="Avenir Next Demi Bold"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lvl="0"/>
            <a:r>
              <a:rPr kumimoji="1" lang="en-US" altLang="zh-TW" dirty="0"/>
              <a:t>Section subtitle</a:t>
            </a:r>
          </a:p>
        </p:txBody>
      </p:sp>
      <p:sp>
        <p:nvSpPr>
          <p:cNvPr id="42" name="文字版面配置區 23">
            <a:extLst>
              <a:ext uri="{FF2B5EF4-FFF2-40B4-BE49-F238E27FC236}">
                <a16:creationId xmlns:a16="http://schemas.microsoft.com/office/drawing/2014/main" id="{3FC23BC5-536C-896B-A1F5-DEDF5C4AE9D0}"/>
              </a:ext>
            </a:extLst>
          </p:cNvPr>
          <p:cNvSpPr>
            <a:spLocks noGrp="1"/>
          </p:cNvSpPr>
          <p:nvPr>
            <p:ph type="body" sz="quarter" idx="25" hasCustomPrompt="1"/>
          </p:nvPr>
        </p:nvSpPr>
        <p:spPr>
          <a:xfrm>
            <a:off x="5106988" y="731839"/>
            <a:ext cx="2738225" cy="329433"/>
          </a:xfrm>
        </p:spPr>
        <p:txBody>
          <a:bodyPr>
            <a:noAutofit/>
          </a:bodyPr>
          <a:lstStyle>
            <a:lvl1pPr algn="l">
              <a:spcBef>
                <a:spcPts val="0"/>
              </a:spcBef>
              <a:defRPr sz="1000" b="0" i="0">
                <a:solidFill>
                  <a:srgbClr val="000000"/>
                </a:solidFill>
                <a:latin typeface="Avenir Next"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lvl="0"/>
            <a:r>
              <a:rPr kumimoji="1" lang="en-US" altLang="zh-HK" dirty="0"/>
              <a:t>Section Subtitle</a:t>
            </a:r>
            <a:endParaRPr kumimoji="1" lang="zh-HK" altLang="en-US" dirty="0"/>
          </a:p>
        </p:txBody>
      </p:sp>
      <p:sp>
        <p:nvSpPr>
          <p:cNvPr id="43" name="文字版面配置區 2">
            <a:extLst>
              <a:ext uri="{FF2B5EF4-FFF2-40B4-BE49-F238E27FC236}">
                <a16:creationId xmlns:a16="http://schemas.microsoft.com/office/drawing/2014/main" id="{496F94C7-535E-8E46-F157-3B84E9A1F3FE}"/>
              </a:ext>
            </a:extLst>
          </p:cNvPr>
          <p:cNvSpPr>
            <a:spLocks noGrp="1"/>
          </p:cNvSpPr>
          <p:nvPr>
            <p:ph type="body" idx="26" hasCustomPrompt="1"/>
          </p:nvPr>
        </p:nvSpPr>
        <p:spPr>
          <a:xfrm>
            <a:off x="4500563" y="1386245"/>
            <a:ext cx="540000" cy="540000"/>
          </a:xfrm>
          <a:prstGeom prst="rect">
            <a:avLst/>
          </a:prstGeom>
        </p:spPr>
        <p:txBody>
          <a:bodyPr>
            <a:noAutofit/>
          </a:bodyPr>
          <a:lstStyle>
            <a:lvl1pPr marL="0" indent="0" algn="l">
              <a:buNone/>
              <a:defRPr lang="zh-TW" altLang="en-US" sz="3000" b="0" kern="1200" dirty="0">
                <a:solidFill>
                  <a:srgbClr val="000000"/>
                </a:solidFill>
                <a:latin typeface="Avenir Next" panose="020B0503020202020204" pitchFamily="34" charset="0"/>
                <a:ea typeface="+mn-ea"/>
                <a:cs typeface="+mn-cs"/>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kumimoji="1" lang="en-US" altLang="zh-TW" dirty="0"/>
              <a:t>01</a:t>
            </a:r>
            <a:endParaRPr kumimoji="1" lang="zh-TW" altLang="en-US" dirty="0"/>
          </a:p>
        </p:txBody>
      </p:sp>
      <p:sp>
        <p:nvSpPr>
          <p:cNvPr id="44" name="文字版面配置區 23">
            <a:extLst>
              <a:ext uri="{FF2B5EF4-FFF2-40B4-BE49-F238E27FC236}">
                <a16:creationId xmlns:a16="http://schemas.microsoft.com/office/drawing/2014/main" id="{B3FC2589-EE45-03C0-9318-F1C563D60548}"/>
              </a:ext>
            </a:extLst>
          </p:cNvPr>
          <p:cNvSpPr>
            <a:spLocks noGrp="1"/>
          </p:cNvSpPr>
          <p:nvPr>
            <p:ph type="body" sz="quarter" idx="28" hasCustomPrompt="1"/>
          </p:nvPr>
        </p:nvSpPr>
        <p:spPr>
          <a:xfrm>
            <a:off x="5106988" y="1393611"/>
            <a:ext cx="2738225" cy="195261"/>
          </a:xfrm>
        </p:spPr>
        <p:txBody>
          <a:bodyPr>
            <a:noAutofit/>
          </a:bodyPr>
          <a:lstStyle>
            <a:lvl1pPr algn="l">
              <a:spcBef>
                <a:spcPts val="0"/>
              </a:spcBef>
              <a:defRPr kumimoji="1" lang="en-US" altLang="zh-TW" sz="1000" b="1" i="0" kern="1200" dirty="0" smtClean="0">
                <a:solidFill>
                  <a:srgbClr val="000000"/>
                </a:solidFill>
                <a:latin typeface="Avenir Next Demi Bold" panose="020B0503020202020204" pitchFamily="34" charset="0"/>
                <a:ea typeface="+mj-ea"/>
                <a:cs typeface="+mn-cs"/>
              </a:defRPr>
            </a:lvl1pPr>
            <a:lvl3pPr>
              <a:defRPr sz="800">
                <a:solidFill>
                  <a:schemeClr val="tx1"/>
                </a:solidFill>
              </a:defRPr>
            </a:lvl3pPr>
            <a:lvl4pPr>
              <a:defRPr sz="800">
                <a:solidFill>
                  <a:schemeClr val="tx1"/>
                </a:solidFill>
              </a:defRPr>
            </a:lvl4pPr>
            <a:lvl5pPr>
              <a:defRPr sz="800">
                <a:solidFill>
                  <a:schemeClr val="tx1"/>
                </a:solidFill>
              </a:defRPr>
            </a:lvl5pPr>
          </a:lstStyle>
          <a:p>
            <a:pPr marL="0" lvl="0" indent="0" algn="l" defTabSz="685800" rtl="0" eaLnBrk="1" latinLnBrk="0" hangingPunct="1">
              <a:lnSpc>
                <a:spcPct val="100000"/>
              </a:lnSpc>
              <a:spcBef>
                <a:spcPts val="0"/>
              </a:spcBef>
              <a:buFont typeface="Arial" panose="020B0604020202020204" pitchFamily="34" charset="0"/>
              <a:buNone/>
            </a:pPr>
            <a:r>
              <a:rPr kumimoji="1" lang="en-US" altLang="zh-TW" dirty="0"/>
              <a:t>Section subtitle</a:t>
            </a:r>
          </a:p>
        </p:txBody>
      </p:sp>
      <p:sp>
        <p:nvSpPr>
          <p:cNvPr id="45" name="文字版面配置區 23">
            <a:extLst>
              <a:ext uri="{FF2B5EF4-FFF2-40B4-BE49-F238E27FC236}">
                <a16:creationId xmlns:a16="http://schemas.microsoft.com/office/drawing/2014/main" id="{60F07436-A38C-F74A-BEE8-568686B086C2}"/>
              </a:ext>
            </a:extLst>
          </p:cNvPr>
          <p:cNvSpPr>
            <a:spLocks noGrp="1"/>
          </p:cNvSpPr>
          <p:nvPr>
            <p:ph type="body" sz="quarter" idx="29" hasCustomPrompt="1"/>
          </p:nvPr>
        </p:nvSpPr>
        <p:spPr>
          <a:xfrm>
            <a:off x="5106988" y="1596812"/>
            <a:ext cx="2738225" cy="329433"/>
          </a:xfrm>
        </p:spPr>
        <p:txBody>
          <a:bodyPr>
            <a:noAutofit/>
          </a:bodyPr>
          <a:lstStyle>
            <a:lvl1pPr algn="l">
              <a:spcBef>
                <a:spcPts val="0"/>
              </a:spcBef>
              <a:defRPr sz="1000" b="0" i="0">
                <a:solidFill>
                  <a:srgbClr val="000000"/>
                </a:solidFill>
                <a:latin typeface="Avenir Next"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lvl="0"/>
            <a:r>
              <a:rPr kumimoji="1" lang="en-US" altLang="zh-HK" dirty="0"/>
              <a:t>Section Subtitle</a:t>
            </a:r>
            <a:endParaRPr kumimoji="1" lang="zh-HK" altLang="en-US" dirty="0"/>
          </a:p>
        </p:txBody>
      </p:sp>
      <p:sp>
        <p:nvSpPr>
          <p:cNvPr id="46" name="文字版面配置區 2">
            <a:extLst>
              <a:ext uri="{FF2B5EF4-FFF2-40B4-BE49-F238E27FC236}">
                <a16:creationId xmlns:a16="http://schemas.microsoft.com/office/drawing/2014/main" id="{EAF427C1-75AF-D573-4FC5-09304C95DF34}"/>
              </a:ext>
            </a:extLst>
          </p:cNvPr>
          <p:cNvSpPr>
            <a:spLocks noGrp="1"/>
          </p:cNvSpPr>
          <p:nvPr>
            <p:ph type="body" idx="30" hasCustomPrompt="1"/>
          </p:nvPr>
        </p:nvSpPr>
        <p:spPr>
          <a:xfrm>
            <a:off x="4500563" y="2259455"/>
            <a:ext cx="540000" cy="540000"/>
          </a:xfrm>
          <a:prstGeom prst="rect">
            <a:avLst/>
          </a:prstGeom>
        </p:spPr>
        <p:txBody>
          <a:bodyPr>
            <a:noAutofit/>
          </a:bodyPr>
          <a:lstStyle>
            <a:lvl1pPr marL="0" indent="0" algn="l">
              <a:buNone/>
              <a:defRPr lang="zh-TW" altLang="en-US" sz="3000" b="0" kern="1200" dirty="0">
                <a:solidFill>
                  <a:srgbClr val="000000"/>
                </a:solidFill>
                <a:latin typeface="Avenir Next" panose="020B0503020202020204" pitchFamily="34" charset="0"/>
                <a:ea typeface="+mn-ea"/>
                <a:cs typeface="+mn-cs"/>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kumimoji="1" lang="en-US" altLang="zh-TW" dirty="0"/>
              <a:t>01</a:t>
            </a:r>
            <a:endParaRPr kumimoji="1" lang="zh-TW" altLang="en-US" dirty="0"/>
          </a:p>
        </p:txBody>
      </p:sp>
      <p:sp>
        <p:nvSpPr>
          <p:cNvPr id="47" name="文字版面配置區 23">
            <a:extLst>
              <a:ext uri="{FF2B5EF4-FFF2-40B4-BE49-F238E27FC236}">
                <a16:creationId xmlns:a16="http://schemas.microsoft.com/office/drawing/2014/main" id="{7500E522-9E9E-9BA4-C59D-A86E52C5129B}"/>
              </a:ext>
            </a:extLst>
          </p:cNvPr>
          <p:cNvSpPr>
            <a:spLocks noGrp="1"/>
          </p:cNvSpPr>
          <p:nvPr>
            <p:ph type="body" sz="quarter" idx="32" hasCustomPrompt="1"/>
          </p:nvPr>
        </p:nvSpPr>
        <p:spPr>
          <a:xfrm>
            <a:off x="5106988" y="2266821"/>
            <a:ext cx="2738225" cy="195261"/>
          </a:xfrm>
        </p:spPr>
        <p:txBody>
          <a:bodyPr>
            <a:noAutofit/>
          </a:bodyPr>
          <a:lstStyle>
            <a:lvl1pPr algn="l">
              <a:spcBef>
                <a:spcPts val="0"/>
              </a:spcBef>
              <a:defRPr kumimoji="1" lang="en-US" altLang="zh-TW" sz="1000" b="1" i="0" kern="1200" dirty="0" smtClean="0">
                <a:solidFill>
                  <a:srgbClr val="000000"/>
                </a:solidFill>
                <a:latin typeface="Avenir Next Demi Bold" panose="020B0503020202020204" pitchFamily="34" charset="0"/>
                <a:ea typeface="+mj-ea"/>
                <a:cs typeface="+mn-cs"/>
              </a:defRPr>
            </a:lvl1pPr>
            <a:lvl3pPr>
              <a:defRPr sz="800">
                <a:solidFill>
                  <a:schemeClr val="tx1"/>
                </a:solidFill>
              </a:defRPr>
            </a:lvl3pPr>
            <a:lvl4pPr>
              <a:defRPr sz="800">
                <a:solidFill>
                  <a:schemeClr val="tx1"/>
                </a:solidFill>
              </a:defRPr>
            </a:lvl4pPr>
            <a:lvl5pPr>
              <a:defRPr sz="800">
                <a:solidFill>
                  <a:schemeClr val="tx1"/>
                </a:solidFill>
              </a:defRPr>
            </a:lvl5pPr>
          </a:lstStyle>
          <a:p>
            <a:pPr marL="0" lvl="0" indent="0" algn="l" defTabSz="685800" rtl="0" eaLnBrk="1" latinLnBrk="0" hangingPunct="1">
              <a:lnSpc>
                <a:spcPct val="100000"/>
              </a:lnSpc>
              <a:spcBef>
                <a:spcPts val="0"/>
              </a:spcBef>
              <a:buFont typeface="Arial" panose="020B0604020202020204" pitchFamily="34" charset="0"/>
              <a:buNone/>
            </a:pPr>
            <a:r>
              <a:rPr kumimoji="1" lang="en-US" altLang="zh-TW" dirty="0"/>
              <a:t>Section subtitle</a:t>
            </a:r>
          </a:p>
        </p:txBody>
      </p:sp>
      <p:sp>
        <p:nvSpPr>
          <p:cNvPr id="48" name="文字版面配置區 23">
            <a:extLst>
              <a:ext uri="{FF2B5EF4-FFF2-40B4-BE49-F238E27FC236}">
                <a16:creationId xmlns:a16="http://schemas.microsoft.com/office/drawing/2014/main" id="{6207FEBE-F0BD-7DA7-5AFA-D50F5098F0F3}"/>
              </a:ext>
            </a:extLst>
          </p:cNvPr>
          <p:cNvSpPr>
            <a:spLocks noGrp="1"/>
          </p:cNvSpPr>
          <p:nvPr>
            <p:ph type="body" sz="quarter" idx="33" hasCustomPrompt="1"/>
          </p:nvPr>
        </p:nvSpPr>
        <p:spPr>
          <a:xfrm>
            <a:off x="5106988" y="2470022"/>
            <a:ext cx="2738225" cy="329433"/>
          </a:xfrm>
        </p:spPr>
        <p:txBody>
          <a:bodyPr>
            <a:noAutofit/>
          </a:bodyPr>
          <a:lstStyle>
            <a:lvl1pPr algn="l">
              <a:spcBef>
                <a:spcPts val="0"/>
              </a:spcBef>
              <a:defRPr sz="1000" b="0" i="0">
                <a:solidFill>
                  <a:srgbClr val="000000"/>
                </a:solidFill>
                <a:latin typeface="Avenir Next"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lvl="0"/>
            <a:r>
              <a:rPr kumimoji="1" lang="en-US" altLang="zh-HK" dirty="0"/>
              <a:t>Section Subtitle</a:t>
            </a:r>
            <a:endParaRPr kumimoji="1" lang="zh-HK" altLang="en-US" dirty="0"/>
          </a:p>
        </p:txBody>
      </p:sp>
      <p:sp>
        <p:nvSpPr>
          <p:cNvPr id="49" name="文字版面配置區 23">
            <a:extLst>
              <a:ext uri="{FF2B5EF4-FFF2-40B4-BE49-F238E27FC236}">
                <a16:creationId xmlns:a16="http://schemas.microsoft.com/office/drawing/2014/main" id="{C49F334E-10E6-B0C3-87D8-360C528CA84C}"/>
              </a:ext>
            </a:extLst>
          </p:cNvPr>
          <p:cNvSpPr>
            <a:spLocks noGrp="1"/>
          </p:cNvSpPr>
          <p:nvPr>
            <p:ph type="body" sz="quarter" idx="34" hasCustomPrompt="1"/>
          </p:nvPr>
        </p:nvSpPr>
        <p:spPr>
          <a:xfrm>
            <a:off x="7911638" y="528638"/>
            <a:ext cx="757359" cy="224217"/>
          </a:xfrm>
        </p:spPr>
        <p:txBody>
          <a:bodyPr>
            <a:noAutofit/>
          </a:bodyPr>
          <a:lstStyle>
            <a:lvl1pPr algn="r">
              <a:spcBef>
                <a:spcPts val="0"/>
              </a:spcBef>
              <a:defRPr sz="1000" b="0" i="0">
                <a:solidFill>
                  <a:srgbClr val="000000"/>
                </a:solidFill>
                <a:latin typeface="Avenir Next"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lvl="0"/>
            <a:r>
              <a:rPr kumimoji="1" lang="en-US" altLang="zh-TW" dirty="0"/>
              <a:t>Time</a:t>
            </a:r>
          </a:p>
        </p:txBody>
      </p:sp>
      <p:sp>
        <p:nvSpPr>
          <p:cNvPr id="50" name="文字版面配置區 23">
            <a:extLst>
              <a:ext uri="{FF2B5EF4-FFF2-40B4-BE49-F238E27FC236}">
                <a16:creationId xmlns:a16="http://schemas.microsoft.com/office/drawing/2014/main" id="{A31A87C5-5C46-6395-5529-87BF624AC6D5}"/>
              </a:ext>
            </a:extLst>
          </p:cNvPr>
          <p:cNvSpPr>
            <a:spLocks noGrp="1"/>
          </p:cNvSpPr>
          <p:nvPr>
            <p:ph type="body" sz="quarter" idx="35" hasCustomPrompt="1"/>
          </p:nvPr>
        </p:nvSpPr>
        <p:spPr>
          <a:xfrm>
            <a:off x="7911638" y="1393611"/>
            <a:ext cx="757359" cy="224217"/>
          </a:xfrm>
        </p:spPr>
        <p:txBody>
          <a:bodyPr>
            <a:noAutofit/>
          </a:bodyPr>
          <a:lstStyle>
            <a:lvl1pPr algn="r">
              <a:spcBef>
                <a:spcPts val="0"/>
              </a:spcBef>
              <a:defRPr sz="1000" b="0" i="0">
                <a:solidFill>
                  <a:srgbClr val="000000"/>
                </a:solidFill>
                <a:latin typeface="Avenir Next"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lvl="0"/>
            <a:r>
              <a:rPr kumimoji="1" lang="en-US" altLang="zh-TW" dirty="0"/>
              <a:t>Time</a:t>
            </a:r>
          </a:p>
        </p:txBody>
      </p:sp>
      <p:sp>
        <p:nvSpPr>
          <p:cNvPr id="51" name="文字版面配置區 23">
            <a:extLst>
              <a:ext uri="{FF2B5EF4-FFF2-40B4-BE49-F238E27FC236}">
                <a16:creationId xmlns:a16="http://schemas.microsoft.com/office/drawing/2014/main" id="{E2D2274F-7160-D299-5C95-9CDF4861D0DC}"/>
              </a:ext>
            </a:extLst>
          </p:cNvPr>
          <p:cNvSpPr>
            <a:spLocks noGrp="1"/>
          </p:cNvSpPr>
          <p:nvPr>
            <p:ph type="body" sz="quarter" idx="36" hasCustomPrompt="1"/>
          </p:nvPr>
        </p:nvSpPr>
        <p:spPr>
          <a:xfrm>
            <a:off x="7911638" y="2258584"/>
            <a:ext cx="757359" cy="224217"/>
          </a:xfrm>
        </p:spPr>
        <p:txBody>
          <a:bodyPr>
            <a:noAutofit/>
          </a:bodyPr>
          <a:lstStyle>
            <a:lvl1pPr algn="r">
              <a:spcBef>
                <a:spcPts val="0"/>
              </a:spcBef>
              <a:defRPr sz="1000" b="0" i="0">
                <a:solidFill>
                  <a:srgbClr val="000000"/>
                </a:solidFill>
                <a:latin typeface="Avenir Next"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lvl="0"/>
            <a:r>
              <a:rPr kumimoji="1" lang="en-US" altLang="zh-TW" dirty="0"/>
              <a:t>Time</a:t>
            </a:r>
          </a:p>
        </p:txBody>
      </p:sp>
      <p:sp>
        <p:nvSpPr>
          <p:cNvPr id="52" name="文字方塊 51">
            <a:extLst>
              <a:ext uri="{FF2B5EF4-FFF2-40B4-BE49-F238E27FC236}">
                <a16:creationId xmlns:a16="http://schemas.microsoft.com/office/drawing/2014/main" id="{6925B1E3-D27B-4D10-04D6-B8CEF88173BC}"/>
              </a:ext>
            </a:extLst>
          </p:cNvPr>
          <p:cNvSpPr txBox="1"/>
          <p:nvPr userDrawn="1"/>
        </p:nvSpPr>
        <p:spPr>
          <a:xfrm rot="5400000">
            <a:off x="-903960" y="3375528"/>
            <a:ext cx="2675745" cy="107722"/>
          </a:xfrm>
          <a:prstGeom prst="rect">
            <a:avLst/>
          </a:prstGeom>
          <a:noFill/>
        </p:spPr>
        <p:txBody>
          <a:bodyPr wrap="square" lIns="0" tIns="0" rIns="0" bIns="0" rtlCol="0" anchor="t" anchorCtr="0">
            <a:spAutoFit/>
          </a:bodyPr>
          <a:lstStyle/>
          <a:p>
            <a:pPr lvl="0" algn="r"/>
            <a:r>
              <a:rPr kumimoji="1" lang="en-US" altLang="zh-HK" sz="700" b="1" i="0" kern="1200" dirty="0">
                <a:solidFill>
                  <a:srgbClr val="000000"/>
                </a:solidFill>
                <a:latin typeface="Avenir Next Demi Bold" panose="020B0503020202020204" pitchFamily="34" charset="0"/>
                <a:ea typeface="+mn-ea"/>
                <a:cs typeface="+mn-cs"/>
              </a:rPr>
              <a:t>CONFIDENTIAL &amp; RESTRICTED BY MRDI</a:t>
            </a:r>
            <a:endParaRPr kumimoji="1" lang="zh-HK" altLang="en-US" sz="700" b="1" i="0" kern="1200" dirty="0">
              <a:solidFill>
                <a:srgbClr val="000000"/>
              </a:solidFill>
              <a:latin typeface="Avenir Next Demi Bold" panose="020B0503020202020204" pitchFamily="34" charset="0"/>
              <a:ea typeface="+mn-ea"/>
              <a:cs typeface="+mn-cs"/>
            </a:endParaRPr>
          </a:p>
        </p:txBody>
      </p:sp>
    </p:spTree>
    <p:extLst>
      <p:ext uri="{BB962C8B-B14F-4D97-AF65-F5344CB8AC3E}">
        <p14:creationId xmlns:p14="http://schemas.microsoft.com/office/powerpoint/2010/main" val="2186309452"/>
      </p:ext>
    </p:extLst>
  </p:cSld>
  <p:clrMapOvr>
    <a:masterClrMapping/>
  </p:clrMapOvr>
  <p:extLst>
    <p:ext uri="{DCECCB84-F9BA-43D5-87BE-67443E8EF086}">
      <p15:sldGuideLst xmlns:p15="http://schemas.microsoft.com/office/powerpoint/2012/main">
        <p15:guide id="10" orient="horz" pos="3003" userDrawn="1">
          <p15:clr>
            <a:srgbClr val="FBAE40"/>
          </p15:clr>
        </p15:guide>
        <p15:guide id="11" orient="horz" pos="2913"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Agenda_Black">
    <p:bg>
      <p:bgPr>
        <a:solidFill>
          <a:srgbClr val="000000"/>
        </a:solidFill>
        <a:effectLst/>
      </p:bgPr>
    </p:bg>
    <p:spTree>
      <p:nvGrpSpPr>
        <p:cNvPr id="1" name=""/>
        <p:cNvGrpSpPr/>
        <p:nvPr/>
      </p:nvGrpSpPr>
      <p:grpSpPr>
        <a:xfrm>
          <a:off x="0" y="0"/>
          <a:ext cx="0" cy="0"/>
          <a:chOff x="0" y="0"/>
          <a:chExt cx="0" cy="0"/>
        </a:xfrm>
      </p:grpSpPr>
      <p:sp>
        <p:nvSpPr>
          <p:cNvPr id="30" name="矩形 29">
            <a:extLst>
              <a:ext uri="{FF2B5EF4-FFF2-40B4-BE49-F238E27FC236}">
                <a16:creationId xmlns:a16="http://schemas.microsoft.com/office/drawing/2014/main" id="{086E51BE-E42B-1F37-5595-9018C4D06EE8}"/>
              </a:ext>
            </a:extLst>
          </p:cNvPr>
          <p:cNvSpPr>
            <a:spLocks noChangeAspect="1"/>
          </p:cNvSpPr>
          <p:nvPr userDrawn="1"/>
        </p:nvSpPr>
        <p:spPr>
          <a:xfrm>
            <a:off x="401514" y="4846519"/>
            <a:ext cx="64800" cy="648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p>
        </p:txBody>
      </p:sp>
      <p:sp>
        <p:nvSpPr>
          <p:cNvPr id="2" name="Page #">
            <a:extLst>
              <a:ext uri="{FF2B5EF4-FFF2-40B4-BE49-F238E27FC236}">
                <a16:creationId xmlns:a16="http://schemas.microsoft.com/office/drawing/2014/main" id="{8298A78F-A90C-A756-7FF0-9C2E4136D977}"/>
              </a:ext>
            </a:extLst>
          </p:cNvPr>
          <p:cNvSpPr txBox="1"/>
          <p:nvPr userDrawn="1"/>
        </p:nvSpPr>
        <p:spPr>
          <a:xfrm>
            <a:off x="8677275" y="4679459"/>
            <a:ext cx="565431" cy="131994"/>
          </a:xfrm>
          <a:prstGeom prst="rect">
            <a:avLst/>
          </a:prstGeom>
        </p:spPr>
        <p:txBody>
          <a:bodyPr vert="horz" lIns="0" tIns="0" rIns="0" bIns="0" rtlCol="0" anchor="t"/>
          <a:lstStyle>
            <a:defPPr>
              <a:defRPr lang="en-US"/>
            </a:defPPr>
            <a:lvl1pPr>
              <a:defRPr>
                <a:solidFill>
                  <a:srgbClr val="000000"/>
                </a:solidFill>
                <a:latin typeface="+mn-lt" charset="0"/>
                <a:ea typeface="+mn-lt" charset="0"/>
                <a:cs typeface="+mn-lt" charset="0"/>
              </a:defRPr>
            </a:lvl1pPr>
          </a:lstStyle>
          <a:p>
            <a:pPr lvl="0" algn="l">
              <a:lnSpc>
                <a:spcPts val="1000"/>
              </a:lnSpc>
            </a:pPr>
            <a:fld id="{DA68CEF4-E06B-2F45-9C1B-34EEEC442DB9}" type="slidenum">
              <a:rPr lang="en-GB" sz="600" b="0" i="0" smtClean="0">
                <a:solidFill>
                  <a:schemeClr val="tx1"/>
                </a:solidFill>
                <a:latin typeface="+mj-lt"/>
                <a:ea typeface="Arial" charset="0"/>
                <a:cs typeface="Arial" panose="020B0604020202020204" pitchFamily="34" charset="0"/>
              </a:rPr>
              <a:pPr lvl="0" algn="l">
                <a:lnSpc>
                  <a:spcPts val="1000"/>
                </a:lnSpc>
              </a:pPr>
              <a:t>‹#›</a:t>
            </a:fld>
            <a:endParaRPr lang="en-GB" sz="600" b="0" i="0" dirty="0">
              <a:solidFill>
                <a:schemeClr val="tx1"/>
              </a:solidFill>
              <a:latin typeface="+mj-lt"/>
              <a:ea typeface="Arial" charset="0"/>
              <a:cs typeface="Arial" panose="020B0604020202020204" pitchFamily="34" charset="0"/>
            </a:endParaRPr>
          </a:p>
        </p:txBody>
      </p:sp>
      <p:sp>
        <p:nvSpPr>
          <p:cNvPr id="5" name="矩形 4">
            <a:extLst>
              <a:ext uri="{FF2B5EF4-FFF2-40B4-BE49-F238E27FC236}">
                <a16:creationId xmlns:a16="http://schemas.microsoft.com/office/drawing/2014/main" id="{BA408AE3-F917-5BAF-47F3-29076DEE5FFC}"/>
              </a:ext>
            </a:extLst>
          </p:cNvPr>
          <p:cNvSpPr/>
          <p:nvPr userDrawn="1"/>
        </p:nvSpPr>
        <p:spPr>
          <a:xfrm>
            <a:off x="8677275" y="4838905"/>
            <a:ext cx="72820" cy="7282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p>
        </p:txBody>
      </p:sp>
      <p:pic>
        <p:nvPicPr>
          <p:cNvPr id="8" name="圖形 7">
            <a:extLst>
              <a:ext uri="{FF2B5EF4-FFF2-40B4-BE49-F238E27FC236}">
                <a16:creationId xmlns:a16="http://schemas.microsoft.com/office/drawing/2014/main" id="{0AEEF68F-A6F6-CB7D-1367-1FAC34923CF2}"/>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7845213" y="4690148"/>
            <a:ext cx="687600" cy="224217"/>
          </a:xfrm>
          <a:prstGeom prst="rect">
            <a:avLst/>
          </a:prstGeom>
        </p:spPr>
      </p:pic>
      <p:sp>
        <p:nvSpPr>
          <p:cNvPr id="33" name="文字版面配置區 2">
            <a:extLst>
              <a:ext uri="{FF2B5EF4-FFF2-40B4-BE49-F238E27FC236}">
                <a16:creationId xmlns:a16="http://schemas.microsoft.com/office/drawing/2014/main" id="{45AD4C69-2630-EDB1-9791-0505DB4BB16E}"/>
              </a:ext>
            </a:extLst>
          </p:cNvPr>
          <p:cNvSpPr>
            <a:spLocks noGrp="1"/>
          </p:cNvSpPr>
          <p:nvPr>
            <p:ph type="body" idx="1" hasCustomPrompt="1"/>
          </p:nvPr>
        </p:nvSpPr>
        <p:spPr>
          <a:xfrm>
            <a:off x="611188" y="521272"/>
            <a:ext cx="2826717" cy="790766"/>
          </a:xfrm>
          <a:prstGeom prst="rect">
            <a:avLst/>
          </a:prstGeom>
        </p:spPr>
        <p:txBody>
          <a:bodyPr>
            <a:noAutofit/>
          </a:bodyPr>
          <a:lstStyle>
            <a:lvl1pPr marL="0" indent="0" algn="l">
              <a:buNone/>
              <a:defRPr sz="5500">
                <a:solidFill>
                  <a:schemeClr val="tx1"/>
                </a:solidFill>
                <a:latin typeface="Avenir Next" panose="020B0503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kumimoji="1" lang="en-US" altLang="zh-TW" dirty="0"/>
              <a:t>Agenda</a:t>
            </a:r>
            <a:endParaRPr kumimoji="1" lang="zh-TW" altLang="en-US" dirty="0"/>
          </a:p>
        </p:txBody>
      </p:sp>
      <p:sp>
        <p:nvSpPr>
          <p:cNvPr id="34" name="文字版面配置區 2">
            <a:extLst>
              <a:ext uri="{FF2B5EF4-FFF2-40B4-BE49-F238E27FC236}">
                <a16:creationId xmlns:a16="http://schemas.microsoft.com/office/drawing/2014/main" id="{A43A166C-FEC3-80B1-39FB-51F6F6E56C0A}"/>
              </a:ext>
            </a:extLst>
          </p:cNvPr>
          <p:cNvSpPr>
            <a:spLocks noGrp="1"/>
          </p:cNvSpPr>
          <p:nvPr>
            <p:ph type="body" idx="10" hasCustomPrompt="1"/>
          </p:nvPr>
        </p:nvSpPr>
        <p:spPr>
          <a:xfrm>
            <a:off x="4500563" y="521272"/>
            <a:ext cx="540000" cy="540000"/>
          </a:xfrm>
          <a:prstGeom prst="rect">
            <a:avLst/>
          </a:prstGeom>
        </p:spPr>
        <p:txBody>
          <a:bodyPr>
            <a:noAutofit/>
          </a:bodyPr>
          <a:lstStyle>
            <a:lvl1pPr marL="0" indent="0" algn="l">
              <a:buNone/>
              <a:defRPr lang="zh-TW" altLang="en-US" sz="3000" b="0" kern="1200" dirty="0">
                <a:solidFill>
                  <a:schemeClr val="tx1"/>
                </a:solidFill>
                <a:latin typeface="Avenir Next" panose="020B0503020202020204" pitchFamily="34" charset="0"/>
                <a:ea typeface="+mn-ea"/>
                <a:cs typeface="+mn-cs"/>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kumimoji="1" lang="en-US" altLang="zh-TW" dirty="0"/>
              <a:t>01</a:t>
            </a:r>
            <a:endParaRPr kumimoji="1" lang="zh-TW" altLang="en-US" dirty="0"/>
          </a:p>
        </p:txBody>
      </p:sp>
      <p:sp>
        <p:nvSpPr>
          <p:cNvPr id="35" name="文字版面配置區 23">
            <a:extLst>
              <a:ext uri="{FF2B5EF4-FFF2-40B4-BE49-F238E27FC236}">
                <a16:creationId xmlns:a16="http://schemas.microsoft.com/office/drawing/2014/main" id="{C4F278EB-D23A-D470-8982-E8B73619A7E5}"/>
              </a:ext>
            </a:extLst>
          </p:cNvPr>
          <p:cNvSpPr>
            <a:spLocks noGrp="1"/>
          </p:cNvSpPr>
          <p:nvPr>
            <p:ph type="body" sz="quarter" idx="15" hasCustomPrompt="1"/>
          </p:nvPr>
        </p:nvSpPr>
        <p:spPr>
          <a:xfrm>
            <a:off x="5106988" y="528638"/>
            <a:ext cx="2738225" cy="195261"/>
          </a:xfrm>
        </p:spPr>
        <p:txBody>
          <a:bodyPr>
            <a:noAutofit/>
          </a:bodyPr>
          <a:lstStyle>
            <a:lvl1pPr algn="l">
              <a:spcBef>
                <a:spcPts val="0"/>
              </a:spcBef>
              <a:defRPr sz="1000" b="1" i="0">
                <a:solidFill>
                  <a:schemeClr val="tx1"/>
                </a:solidFill>
                <a:latin typeface="Avenir Next Demi Bold"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lvl="0"/>
            <a:r>
              <a:rPr kumimoji="1" lang="en-US" altLang="zh-TW" dirty="0"/>
              <a:t>Section subtitle</a:t>
            </a:r>
          </a:p>
        </p:txBody>
      </p:sp>
      <p:sp>
        <p:nvSpPr>
          <p:cNvPr id="36" name="文字版面配置區 23">
            <a:extLst>
              <a:ext uri="{FF2B5EF4-FFF2-40B4-BE49-F238E27FC236}">
                <a16:creationId xmlns:a16="http://schemas.microsoft.com/office/drawing/2014/main" id="{88775B95-EA19-00B9-AE11-F925C6BA8B1C}"/>
              </a:ext>
            </a:extLst>
          </p:cNvPr>
          <p:cNvSpPr>
            <a:spLocks noGrp="1"/>
          </p:cNvSpPr>
          <p:nvPr>
            <p:ph type="body" sz="quarter" idx="25" hasCustomPrompt="1"/>
          </p:nvPr>
        </p:nvSpPr>
        <p:spPr>
          <a:xfrm>
            <a:off x="5106988" y="731839"/>
            <a:ext cx="2738225" cy="329433"/>
          </a:xfrm>
        </p:spPr>
        <p:txBody>
          <a:bodyPr>
            <a:noAutofit/>
          </a:bodyPr>
          <a:lstStyle>
            <a:lvl1pPr algn="l">
              <a:spcBef>
                <a:spcPts val="0"/>
              </a:spcBef>
              <a:defRPr sz="1000" b="0" i="0">
                <a:solidFill>
                  <a:schemeClr val="tx1"/>
                </a:solidFill>
                <a:latin typeface="Avenir Next"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lvl="0"/>
            <a:r>
              <a:rPr kumimoji="1" lang="en-US" altLang="zh-HK" dirty="0"/>
              <a:t>Section Subtitle</a:t>
            </a:r>
            <a:endParaRPr kumimoji="1" lang="zh-HK" altLang="en-US" dirty="0"/>
          </a:p>
        </p:txBody>
      </p:sp>
      <p:sp>
        <p:nvSpPr>
          <p:cNvPr id="37" name="文字版面配置區 2">
            <a:extLst>
              <a:ext uri="{FF2B5EF4-FFF2-40B4-BE49-F238E27FC236}">
                <a16:creationId xmlns:a16="http://schemas.microsoft.com/office/drawing/2014/main" id="{85D39E71-88D0-9F58-9791-81A27246A49E}"/>
              </a:ext>
            </a:extLst>
          </p:cNvPr>
          <p:cNvSpPr>
            <a:spLocks noGrp="1"/>
          </p:cNvSpPr>
          <p:nvPr>
            <p:ph type="body" idx="26" hasCustomPrompt="1"/>
          </p:nvPr>
        </p:nvSpPr>
        <p:spPr>
          <a:xfrm>
            <a:off x="4500563" y="1386245"/>
            <a:ext cx="540000" cy="540000"/>
          </a:xfrm>
          <a:prstGeom prst="rect">
            <a:avLst/>
          </a:prstGeom>
        </p:spPr>
        <p:txBody>
          <a:bodyPr>
            <a:noAutofit/>
          </a:bodyPr>
          <a:lstStyle>
            <a:lvl1pPr marL="0" indent="0" algn="l">
              <a:buNone/>
              <a:defRPr lang="zh-TW" altLang="en-US" sz="3000" b="0" kern="1200" dirty="0">
                <a:solidFill>
                  <a:schemeClr val="tx1"/>
                </a:solidFill>
                <a:latin typeface="Avenir Next" panose="020B0503020202020204" pitchFamily="34" charset="0"/>
                <a:ea typeface="+mn-ea"/>
                <a:cs typeface="+mn-cs"/>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kumimoji="1" lang="en-US" altLang="zh-TW" dirty="0"/>
              <a:t>01</a:t>
            </a:r>
            <a:endParaRPr kumimoji="1" lang="zh-TW" altLang="en-US" dirty="0"/>
          </a:p>
        </p:txBody>
      </p:sp>
      <p:sp>
        <p:nvSpPr>
          <p:cNvPr id="38" name="文字版面配置區 23">
            <a:extLst>
              <a:ext uri="{FF2B5EF4-FFF2-40B4-BE49-F238E27FC236}">
                <a16:creationId xmlns:a16="http://schemas.microsoft.com/office/drawing/2014/main" id="{37A300AC-0D8C-C1D0-974E-7DAD5A221321}"/>
              </a:ext>
            </a:extLst>
          </p:cNvPr>
          <p:cNvSpPr>
            <a:spLocks noGrp="1"/>
          </p:cNvSpPr>
          <p:nvPr>
            <p:ph type="body" sz="quarter" idx="28" hasCustomPrompt="1"/>
          </p:nvPr>
        </p:nvSpPr>
        <p:spPr>
          <a:xfrm>
            <a:off x="5106988" y="1393611"/>
            <a:ext cx="2738225" cy="195261"/>
          </a:xfrm>
        </p:spPr>
        <p:txBody>
          <a:bodyPr>
            <a:noAutofit/>
          </a:bodyPr>
          <a:lstStyle>
            <a:lvl1pPr algn="l">
              <a:spcBef>
                <a:spcPts val="0"/>
              </a:spcBef>
              <a:defRPr kumimoji="1" lang="en-US" altLang="zh-TW" sz="1000" b="1" i="0" kern="1200" dirty="0" smtClean="0">
                <a:solidFill>
                  <a:schemeClr val="tx1"/>
                </a:solidFill>
                <a:latin typeface="Avenir Next Demi Bold" panose="020B0503020202020204" pitchFamily="34" charset="0"/>
                <a:ea typeface="+mj-ea"/>
                <a:cs typeface="+mn-cs"/>
              </a:defRPr>
            </a:lvl1pPr>
            <a:lvl3pPr>
              <a:defRPr sz="800">
                <a:solidFill>
                  <a:schemeClr val="tx1"/>
                </a:solidFill>
              </a:defRPr>
            </a:lvl3pPr>
            <a:lvl4pPr>
              <a:defRPr sz="800">
                <a:solidFill>
                  <a:schemeClr val="tx1"/>
                </a:solidFill>
              </a:defRPr>
            </a:lvl4pPr>
            <a:lvl5pPr>
              <a:defRPr sz="800">
                <a:solidFill>
                  <a:schemeClr val="tx1"/>
                </a:solidFill>
              </a:defRPr>
            </a:lvl5pPr>
          </a:lstStyle>
          <a:p>
            <a:pPr marL="0" lvl="0" indent="0" algn="l" defTabSz="685800" rtl="0" eaLnBrk="1" latinLnBrk="0" hangingPunct="1">
              <a:lnSpc>
                <a:spcPct val="100000"/>
              </a:lnSpc>
              <a:spcBef>
                <a:spcPts val="0"/>
              </a:spcBef>
              <a:buFont typeface="Arial" panose="020B0604020202020204" pitchFamily="34" charset="0"/>
              <a:buNone/>
            </a:pPr>
            <a:r>
              <a:rPr kumimoji="1" lang="en-US" altLang="zh-TW" dirty="0"/>
              <a:t>Section subtitle</a:t>
            </a:r>
          </a:p>
        </p:txBody>
      </p:sp>
      <p:sp>
        <p:nvSpPr>
          <p:cNvPr id="39" name="文字版面配置區 23">
            <a:extLst>
              <a:ext uri="{FF2B5EF4-FFF2-40B4-BE49-F238E27FC236}">
                <a16:creationId xmlns:a16="http://schemas.microsoft.com/office/drawing/2014/main" id="{9981C551-91C1-0543-1540-C9D35CF4B80D}"/>
              </a:ext>
            </a:extLst>
          </p:cNvPr>
          <p:cNvSpPr>
            <a:spLocks noGrp="1"/>
          </p:cNvSpPr>
          <p:nvPr>
            <p:ph type="body" sz="quarter" idx="29" hasCustomPrompt="1"/>
          </p:nvPr>
        </p:nvSpPr>
        <p:spPr>
          <a:xfrm>
            <a:off x="5106988" y="1596812"/>
            <a:ext cx="2738225" cy="329433"/>
          </a:xfrm>
        </p:spPr>
        <p:txBody>
          <a:bodyPr>
            <a:noAutofit/>
          </a:bodyPr>
          <a:lstStyle>
            <a:lvl1pPr algn="l">
              <a:spcBef>
                <a:spcPts val="0"/>
              </a:spcBef>
              <a:defRPr sz="1000" b="0" i="0">
                <a:solidFill>
                  <a:schemeClr val="tx1"/>
                </a:solidFill>
                <a:latin typeface="Avenir Next"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lvl="0"/>
            <a:r>
              <a:rPr kumimoji="1" lang="en-US" altLang="zh-HK" dirty="0"/>
              <a:t>Section Subtitle</a:t>
            </a:r>
            <a:endParaRPr kumimoji="1" lang="zh-HK" altLang="en-US" dirty="0"/>
          </a:p>
        </p:txBody>
      </p:sp>
      <p:sp>
        <p:nvSpPr>
          <p:cNvPr id="40" name="文字版面配置區 2">
            <a:extLst>
              <a:ext uri="{FF2B5EF4-FFF2-40B4-BE49-F238E27FC236}">
                <a16:creationId xmlns:a16="http://schemas.microsoft.com/office/drawing/2014/main" id="{5C3FF703-B1BE-070B-4F93-63C0D71D1A71}"/>
              </a:ext>
            </a:extLst>
          </p:cNvPr>
          <p:cNvSpPr>
            <a:spLocks noGrp="1"/>
          </p:cNvSpPr>
          <p:nvPr>
            <p:ph type="body" idx="30" hasCustomPrompt="1"/>
          </p:nvPr>
        </p:nvSpPr>
        <p:spPr>
          <a:xfrm>
            <a:off x="4500563" y="2259455"/>
            <a:ext cx="540000" cy="540000"/>
          </a:xfrm>
          <a:prstGeom prst="rect">
            <a:avLst/>
          </a:prstGeom>
        </p:spPr>
        <p:txBody>
          <a:bodyPr>
            <a:noAutofit/>
          </a:bodyPr>
          <a:lstStyle>
            <a:lvl1pPr marL="0" indent="0" algn="l">
              <a:buNone/>
              <a:defRPr lang="zh-TW" altLang="en-US" sz="3000" b="0" kern="1200" dirty="0">
                <a:solidFill>
                  <a:schemeClr val="tx1"/>
                </a:solidFill>
                <a:latin typeface="Avenir Next" panose="020B0503020202020204" pitchFamily="34" charset="0"/>
                <a:ea typeface="+mn-ea"/>
                <a:cs typeface="+mn-cs"/>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kumimoji="1" lang="en-US" altLang="zh-TW" dirty="0"/>
              <a:t>01</a:t>
            </a:r>
            <a:endParaRPr kumimoji="1" lang="zh-TW" altLang="en-US" dirty="0"/>
          </a:p>
        </p:txBody>
      </p:sp>
      <p:sp>
        <p:nvSpPr>
          <p:cNvPr id="41" name="文字版面配置區 23">
            <a:extLst>
              <a:ext uri="{FF2B5EF4-FFF2-40B4-BE49-F238E27FC236}">
                <a16:creationId xmlns:a16="http://schemas.microsoft.com/office/drawing/2014/main" id="{954E49BA-B676-B055-1949-5AE60F0589AB}"/>
              </a:ext>
            </a:extLst>
          </p:cNvPr>
          <p:cNvSpPr>
            <a:spLocks noGrp="1"/>
          </p:cNvSpPr>
          <p:nvPr>
            <p:ph type="body" sz="quarter" idx="32" hasCustomPrompt="1"/>
          </p:nvPr>
        </p:nvSpPr>
        <p:spPr>
          <a:xfrm>
            <a:off x="5106988" y="2266821"/>
            <a:ext cx="2738225" cy="195261"/>
          </a:xfrm>
        </p:spPr>
        <p:txBody>
          <a:bodyPr>
            <a:noAutofit/>
          </a:bodyPr>
          <a:lstStyle>
            <a:lvl1pPr algn="l">
              <a:spcBef>
                <a:spcPts val="0"/>
              </a:spcBef>
              <a:defRPr kumimoji="1" lang="en-US" altLang="zh-TW" sz="1000" b="1" i="0" kern="1200" dirty="0" smtClean="0">
                <a:solidFill>
                  <a:schemeClr val="tx1"/>
                </a:solidFill>
                <a:latin typeface="Avenir Next Demi Bold" panose="020B0503020202020204" pitchFamily="34" charset="0"/>
                <a:ea typeface="+mj-ea"/>
                <a:cs typeface="+mn-cs"/>
              </a:defRPr>
            </a:lvl1pPr>
            <a:lvl3pPr>
              <a:defRPr sz="800">
                <a:solidFill>
                  <a:schemeClr val="tx1"/>
                </a:solidFill>
              </a:defRPr>
            </a:lvl3pPr>
            <a:lvl4pPr>
              <a:defRPr sz="800">
                <a:solidFill>
                  <a:schemeClr val="tx1"/>
                </a:solidFill>
              </a:defRPr>
            </a:lvl4pPr>
            <a:lvl5pPr>
              <a:defRPr sz="800">
                <a:solidFill>
                  <a:schemeClr val="tx1"/>
                </a:solidFill>
              </a:defRPr>
            </a:lvl5pPr>
          </a:lstStyle>
          <a:p>
            <a:pPr marL="0" lvl="0" indent="0" algn="l" defTabSz="685800" rtl="0" eaLnBrk="1" latinLnBrk="0" hangingPunct="1">
              <a:lnSpc>
                <a:spcPct val="100000"/>
              </a:lnSpc>
              <a:spcBef>
                <a:spcPts val="0"/>
              </a:spcBef>
              <a:buFont typeface="Arial" panose="020B0604020202020204" pitchFamily="34" charset="0"/>
              <a:buNone/>
            </a:pPr>
            <a:r>
              <a:rPr kumimoji="1" lang="en-US" altLang="zh-TW" dirty="0"/>
              <a:t>Section subtitle</a:t>
            </a:r>
          </a:p>
        </p:txBody>
      </p:sp>
      <p:sp>
        <p:nvSpPr>
          <p:cNvPr id="42" name="文字版面配置區 23">
            <a:extLst>
              <a:ext uri="{FF2B5EF4-FFF2-40B4-BE49-F238E27FC236}">
                <a16:creationId xmlns:a16="http://schemas.microsoft.com/office/drawing/2014/main" id="{8642E889-23D2-828B-DC8B-2CC7AE7C3D4B}"/>
              </a:ext>
            </a:extLst>
          </p:cNvPr>
          <p:cNvSpPr>
            <a:spLocks noGrp="1"/>
          </p:cNvSpPr>
          <p:nvPr>
            <p:ph type="body" sz="quarter" idx="33" hasCustomPrompt="1"/>
          </p:nvPr>
        </p:nvSpPr>
        <p:spPr>
          <a:xfrm>
            <a:off x="5106988" y="2470022"/>
            <a:ext cx="2738225" cy="329433"/>
          </a:xfrm>
        </p:spPr>
        <p:txBody>
          <a:bodyPr>
            <a:noAutofit/>
          </a:bodyPr>
          <a:lstStyle>
            <a:lvl1pPr algn="l">
              <a:spcBef>
                <a:spcPts val="0"/>
              </a:spcBef>
              <a:defRPr sz="1000" b="0" i="0">
                <a:solidFill>
                  <a:schemeClr val="tx1"/>
                </a:solidFill>
                <a:latin typeface="Avenir Next"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lvl="0"/>
            <a:r>
              <a:rPr kumimoji="1" lang="en-US" altLang="zh-HK" dirty="0"/>
              <a:t>Section Subtitle</a:t>
            </a:r>
            <a:endParaRPr kumimoji="1" lang="zh-HK" altLang="en-US" dirty="0"/>
          </a:p>
        </p:txBody>
      </p:sp>
      <p:sp>
        <p:nvSpPr>
          <p:cNvPr id="43" name="文字版面配置區 23">
            <a:extLst>
              <a:ext uri="{FF2B5EF4-FFF2-40B4-BE49-F238E27FC236}">
                <a16:creationId xmlns:a16="http://schemas.microsoft.com/office/drawing/2014/main" id="{476BC270-46C9-4C6E-C713-7AEBD2A63FF8}"/>
              </a:ext>
            </a:extLst>
          </p:cNvPr>
          <p:cNvSpPr>
            <a:spLocks noGrp="1"/>
          </p:cNvSpPr>
          <p:nvPr>
            <p:ph type="body" sz="quarter" idx="34" hasCustomPrompt="1"/>
          </p:nvPr>
        </p:nvSpPr>
        <p:spPr>
          <a:xfrm>
            <a:off x="7911638" y="528638"/>
            <a:ext cx="757359" cy="224217"/>
          </a:xfrm>
        </p:spPr>
        <p:txBody>
          <a:bodyPr>
            <a:noAutofit/>
          </a:bodyPr>
          <a:lstStyle>
            <a:lvl1pPr algn="r">
              <a:spcBef>
                <a:spcPts val="0"/>
              </a:spcBef>
              <a:defRPr sz="1000" b="0" i="0">
                <a:solidFill>
                  <a:schemeClr val="tx1"/>
                </a:solidFill>
                <a:latin typeface="Avenir Next"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lvl="0"/>
            <a:r>
              <a:rPr kumimoji="1" lang="en-US" altLang="zh-TW" dirty="0"/>
              <a:t>Time</a:t>
            </a:r>
          </a:p>
        </p:txBody>
      </p:sp>
      <p:sp>
        <p:nvSpPr>
          <p:cNvPr id="44" name="文字版面配置區 23">
            <a:extLst>
              <a:ext uri="{FF2B5EF4-FFF2-40B4-BE49-F238E27FC236}">
                <a16:creationId xmlns:a16="http://schemas.microsoft.com/office/drawing/2014/main" id="{A50535C0-9E49-3A89-E277-A7FE875C1568}"/>
              </a:ext>
            </a:extLst>
          </p:cNvPr>
          <p:cNvSpPr>
            <a:spLocks noGrp="1"/>
          </p:cNvSpPr>
          <p:nvPr>
            <p:ph type="body" sz="quarter" idx="35" hasCustomPrompt="1"/>
          </p:nvPr>
        </p:nvSpPr>
        <p:spPr>
          <a:xfrm>
            <a:off x="7911638" y="1393611"/>
            <a:ext cx="757359" cy="224217"/>
          </a:xfrm>
        </p:spPr>
        <p:txBody>
          <a:bodyPr>
            <a:noAutofit/>
          </a:bodyPr>
          <a:lstStyle>
            <a:lvl1pPr algn="r">
              <a:spcBef>
                <a:spcPts val="0"/>
              </a:spcBef>
              <a:defRPr sz="1000" b="0" i="0">
                <a:solidFill>
                  <a:schemeClr val="tx1"/>
                </a:solidFill>
                <a:latin typeface="Avenir Next"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lvl="0"/>
            <a:r>
              <a:rPr kumimoji="1" lang="en-US" altLang="zh-TW" dirty="0"/>
              <a:t>Time</a:t>
            </a:r>
          </a:p>
        </p:txBody>
      </p:sp>
      <p:sp>
        <p:nvSpPr>
          <p:cNvPr id="45" name="文字版面配置區 23">
            <a:extLst>
              <a:ext uri="{FF2B5EF4-FFF2-40B4-BE49-F238E27FC236}">
                <a16:creationId xmlns:a16="http://schemas.microsoft.com/office/drawing/2014/main" id="{7BDE7614-D635-41C7-E84F-3561A881C0BF}"/>
              </a:ext>
            </a:extLst>
          </p:cNvPr>
          <p:cNvSpPr>
            <a:spLocks noGrp="1"/>
          </p:cNvSpPr>
          <p:nvPr>
            <p:ph type="body" sz="quarter" idx="36" hasCustomPrompt="1"/>
          </p:nvPr>
        </p:nvSpPr>
        <p:spPr>
          <a:xfrm>
            <a:off x="7911638" y="2258584"/>
            <a:ext cx="757359" cy="224217"/>
          </a:xfrm>
        </p:spPr>
        <p:txBody>
          <a:bodyPr>
            <a:noAutofit/>
          </a:bodyPr>
          <a:lstStyle>
            <a:lvl1pPr algn="r">
              <a:spcBef>
                <a:spcPts val="0"/>
              </a:spcBef>
              <a:defRPr sz="1000" b="0" i="0">
                <a:solidFill>
                  <a:schemeClr val="tx1"/>
                </a:solidFill>
                <a:latin typeface="Avenir Next"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lvl="0"/>
            <a:r>
              <a:rPr kumimoji="1" lang="en-US" altLang="zh-TW" dirty="0"/>
              <a:t>Time</a:t>
            </a:r>
          </a:p>
        </p:txBody>
      </p:sp>
      <p:sp>
        <p:nvSpPr>
          <p:cNvPr id="46" name="文字方塊 45">
            <a:extLst>
              <a:ext uri="{FF2B5EF4-FFF2-40B4-BE49-F238E27FC236}">
                <a16:creationId xmlns:a16="http://schemas.microsoft.com/office/drawing/2014/main" id="{D102D6CF-D4C1-43A8-52E6-F584E6A065CE}"/>
              </a:ext>
            </a:extLst>
          </p:cNvPr>
          <p:cNvSpPr txBox="1"/>
          <p:nvPr userDrawn="1"/>
        </p:nvSpPr>
        <p:spPr>
          <a:xfrm rot="5400000">
            <a:off x="-903960" y="3375528"/>
            <a:ext cx="2675745" cy="107722"/>
          </a:xfrm>
          <a:prstGeom prst="rect">
            <a:avLst/>
          </a:prstGeom>
          <a:noFill/>
        </p:spPr>
        <p:txBody>
          <a:bodyPr wrap="square" lIns="0" tIns="0" rIns="0" bIns="0" rtlCol="0" anchor="t" anchorCtr="0">
            <a:spAutoFit/>
          </a:bodyPr>
          <a:lstStyle/>
          <a:p>
            <a:pPr lvl="0" algn="r"/>
            <a:r>
              <a:rPr kumimoji="1" lang="en-US" altLang="zh-HK" sz="700" b="1" i="0" kern="1200" dirty="0">
                <a:solidFill>
                  <a:schemeClr val="tx1"/>
                </a:solidFill>
                <a:latin typeface="Avenir Next Demi Bold" panose="020B0503020202020204" pitchFamily="34" charset="0"/>
                <a:ea typeface="+mn-ea"/>
                <a:cs typeface="+mn-cs"/>
              </a:rPr>
              <a:t>CONFIDENTIAL &amp; RESTRICTED BY MRDI</a:t>
            </a:r>
            <a:endParaRPr kumimoji="1" lang="zh-HK" altLang="en-US" sz="700" b="1" i="0" kern="1200" dirty="0">
              <a:solidFill>
                <a:schemeClr val="tx1"/>
              </a:solidFill>
              <a:latin typeface="Avenir Next Demi Bold" panose="020B0503020202020204" pitchFamily="34" charset="0"/>
              <a:ea typeface="+mn-ea"/>
              <a:cs typeface="+mn-cs"/>
            </a:endParaRPr>
          </a:p>
        </p:txBody>
      </p:sp>
    </p:spTree>
    <p:extLst>
      <p:ext uri="{BB962C8B-B14F-4D97-AF65-F5344CB8AC3E}">
        <p14:creationId xmlns:p14="http://schemas.microsoft.com/office/powerpoint/2010/main" val="1353666384"/>
      </p:ext>
    </p:extLst>
  </p:cSld>
  <p:clrMapOvr>
    <a:masterClrMapping/>
  </p:clrMapOvr>
  <p:extLst>
    <p:ext uri="{DCECCB84-F9BA-43D5-87BE-67443E8EF086}">
      <p15:sldGuideLst xmlns:p15="http://schemas.microsoft.com/office/powerpoint/2012/main">
        <p15:guide id="10" orient="horz" pos="3003" userDrawn="1">
          <p15:clr>
            <a:srgbClr val="FBAE40"/>
          </p15:clr>
        </p15:guide>
        <p15:guide id="11" orient="horz" pos="2913" userDrawn="1">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Powerful Qutoe ">
    <p:bg>
      <p:bgPr>
        <a:blipFill dpi="0" rotWithShape="1">
          <a:blip r:embed="rId2" cstate="hqprint">
            <a:lum/>
            <a:extLst>
              <a:ext uri="{28A0092B-C50C-407E-A947-70E740481C1C}">
                <a14:useLocalDpi xmlns:a14="http://schemas.microsoft.com/office/drawing/2010/main"/>
              </a:ext>
            </a:extLst>
          </a:blip>
          <a:srcRect/>
          <a:stretch>
            <a:fillRect t="-35000" b="-35000"/>
          </a:stretch>
        </a:blipFill>
        <a:effectLst/>
      </p:bgPr>
    </p:bg>
    <p:spTree>
      <p:nvGrpSpPr>
        <p:cNvPr id="1" name=""/>
        <p:cNvGrpSpPr/>
        <p:nvPr/>
      </p:nvGrpSpPr>
      <p:grpSpPr>
        <a:xfrm>
          <a:off x="0" y="0"/>
          <a:ext cx="0" cy="0"/>
          <a:chOff x="0" y="0"/>
          <a:chExt cx="0" cy="0"/>
        </a:xfrm>
      </p:grpSpPr>
      <p:sp>
        <p:nvSpPr>
          <p:cNvPr id="7" name="標題 20">
            <a:extLst>
              <a:ext uri="{FF2B5EF4-FFF2-40B4-BE49-F238E27FC236}">
                <a16:creationId xmlns:a16="http://schemas.microsoft.com/office/drawing/2014/main" id="{CE5B448E-310C-CF84-3B52-AAD54FDEBA34}"/>
              </a:ext>
            </a:extLst>
          </p:cNvPr>
          <p:cNvSpPr>
            <a:spLocks noGrp="1"/>
          </p:cNvSpPr>
          <p:nvPr>
            <p:ph type="title" hasCustomPrompt="1"/>
          </p:nvPr>
        </p:nvSpPr>
        <p:spPr>
          <a:xfrm>
            <a:off x="611189" y="1388512"/>
            <a:ext cx="6553199" cy="3226350"/>
          </a:xfrm>
        </p:spPr>
        <p:txBody>
          <a:bodyPr>
            <a:noAutofit/>
          </a:bodyPr>
          <a:lstStyle>
            <a:lvl1pPr>
              <a:defRPr sz="3500">
                <a:solidFill>
                  <a:schemeClr val="tx1"/>
                </a:solidFill>
              </a:defRPr>
            </a:lvl1pPr>
          </a:lstStyle>
          <a:p>
            <a:r>
              <a:rPr kumimoji="1" lang="en-US" altLang="zh-TW" dirty="0"/>
              <a:t>POWERFUL QUOTE OR STATEMENT IS HERE WITH REGULAR IN 120PT</a:t>
            </a:r>
            <a:endParaRPr kumimoji="1" lang="zh-HK" altLang="en-US" dirty="0"/>
          </a:p>
        </p:txBody>
      </p:sp>
      <p:pic>
        <p:nvPicPr>
          <p:cNvPr id="9" name="圖形 8">
            <a:extLst>
              <a:ext uri="{FF2B5EF4-FFF2-40B4-BE49-F238E27FC236}">
                <a16:creationId xmlns:a16="http://schemas.microsoft.com/office/drawing/2014/main" id="{DE294D31-FCB4-8FC2-3897-B1F2B7ABCFA0}"/>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359002" y="519114"/>
            <a:ext cx="107723" cy="86988"/>
          </a:xfrm>
          <a:prstGeom prst="rect">
            <a:avLst/>
          </a:prstGeom>
        </p:spPr>
      </p:pic>
      <p:sp>
        <p:nvSpPr>
          <p:cNvPr id="14" name="矩形 13">
            <a:extLst>
              <a:ext uri="{FF2B5EF4-FFF2-40B4-BE49-F238E27FC236}">
                <a16:creationId xmlns:a16="http://schemas.microsoft.com/office/drawing/2014/main" id="{79F7E2A2-24F9-1442-DD4E-B7B20E326310}"/>
              </a:ext>
            </a:extLst>
          </p:cNvPr>
          <p:cNvSpPr>
            <a:spLocks noChangeAspect="1"/>
          </p:cNvSpPr>
          <p:nvPr userDrawn="1"/>
        </p:nvSpPr>
        <p:spPr>
          <a:xfrm>
            <a:off x="401514" y="4846519"/>
            <a:ext cx="64800" cy="648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p>
        </p:txBody>
      </p:sp>
      <p:sp>
        <p:nvSpPr>
          <p:cNvPr id="17" name="矩形 16">
            <a:extLst>
              <a:ext uri="{FF2B5EF4-FFF2-40B4-BE49-F238E27FC236}">
                <a16:creationId xmlns:a16="http://schemas.microsoft.com/office/drawing/2014/main" id="{3BA9BD74-992E-DF18-4EEA-13D0A6B5E35D}"/>
              </a:ext>
            </a:extLst>
          </p:cNvPr>
          <p:cNvSpPr/>
          <p:nvPr userDrawn="1"/>
        </p:nvSpPr>
        <p:spPr>
          <a:xfrm>
            <a:off x="8677275" y="4838905"/>
            <a:ext cx="72820" cy="7282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p>
        </p:txBody>
      </p:sp>
      <p:pic>
        <p:nvPicPr>
          <p:cNvPr id="19" name="圖形 18">
            <a:extLst>
              <a:ext uri="{FF2B5EF4-FFF2-40B4-BE49-F238E27FC236}">
                <a16:creationId xmlns:a16="http://schemas.microsoft.com/office/drawing/2014/main" id="{77DCDFA5-41D0-EF2D-3282-6FDBAE38F607}"/>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7845212" y="4687101"/>
            <a:ext cx="687601" cy="224218"/>
          </a:xfrm>
          <a:prstGeom prst="rect">
            <a:avLst/>
          </a:prstGeom>
        </p:spPr>
      </p:pic>
      <p:sp>
        <p:nvSpPr>
          <p:cNvPr id="24" name="文字版面配置區 23">
            <a:extLst>
              <a:ext uri="{FF2B5EF4-FFF2-40B4-BE49-F238E27FC236}">
                <a16:creationId xmlns:a16="http://schemas.microsoft.com/office/drawing/2014/main" id="{3EB17081-311F-1B39-99D0-2C7E9D22A871}"/>
              </a:ext>
            </a:extLst>
          </p:cNvPr>
          <p:cNvSpPr>
            <a:spLocks noGrp="1"/>
          </p:cNvSpPr>
          <p:nvPr>
            <p:ph type="body" sz="quarter" idx="15" hasCustomPrompt="1"/>
          </p:nvPr>
        </p:nvSpPr>
        <p:spPr>
          <a:xfrm>
            <a:off x="611189" y="528638"/>
            <a:ext cx="5220000" cy="162000"/>
          </a:xfrm>
        </p:spPr>
        <p:txBody>
          <a:bodyPr>
            <a:noAutofit/>
          </a:bodyPr>
          <a:lstStyle>
            <a:lvl1pPr algn="l">
              <a:spcBef>
                <a:spcPts val="0"/>
              </a:spcBef>
              <a:defRPr sz="1000" b="0" i="0">
                <a:solidFill>
                  <a:schemeClr val="tx1"/>
                </a:solidFill>
                <a:latin typeface="Avenir Next Medium"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lvl="0"/>
            <a:r>
              <a:rPr kumimoji="1" lang="en-US" altLang="zh-TW" dirty="0"/>
              <a:t>Name of the speaker</a:t>
            </a:r>
          </a:p>
        </p:txBody>
      </p:sp>
      <p:sp>
        <p:nvSpPr>
          <p:cNvPr id="26" name="文字版面配置區 23">
            <a:extLst>
              <a:ext uri="{FF2B5EF4-FFF2-40B4-BE49-F238E27FC236}">
                <a16:creationId xmlns:a16="http://schemas.microsoft.com/office/drawing/2014/main" id="{A3414990-EB0E-B35C-6FFF-9619D7CC34C4}"/>
              </a:ext>
            </a:extLst>
          </p:cNvPr>
          <p:cNvSpPr>
            <a:spLocks noGrp="1"/>
          </p:cNvSpPr>
          <p:nvPr>
            <p:ph type="body" sz="quarter" idx="16" hasCustomPrompt="1"/>
          </p:nvPr>
        </p:nvSpPr>
        <p:spPr>
          <a:xfrm>
            <a:off x="611189" y="690638"/>
            <a:ext cx="5221286" cy="507999"/>
          </a:xfrm>
        </p:spPr>
        <p:txBody>
          <a:bodyPr>
            <a:noAutofit/>
          </a:bodyPr>
          <a:lstStyle>
            <a:lvl1pPr algn="l">
              <a:spcBef>
                <a:spcPts val="0"/>
              </a:spcBef>
              <a:defRPr sz="1000" b="0" i="0">
                <a:solidFill>
                  <a:schemeClr val="tx1"/>
                </a:solidFill>
                <a:latin typeface="+mn-lt"/>
              </a:defRPr>
            </a:lvl1pPr>
            <a:lvl3pPr>
              <a:defRPr sz="800">
                <a:solidFill>
                  <a:schemeClr val="tx1"/>
                </a:solidFill>
              </a:defRPr>
            </a:lvl3pPr>
            <a:lvl4pPr>
              <a:defRPr sz="800">
                <a:solidFill>
                  <a:schemeClr val="tx1"/>
                </a:solidFill>
              </a:defRPr>
            </a:lvl4pPr>
            <a:lvl5pPr>
              <a:defRPr sz="800">
                <a:solidFill>
                  <a:schemeClr val="tx1"/>
                </a:solidFill>
              </a:defRPr>
            </a:lvl5pPr>
          </a:lstStyle>
          <a:p>
            <a:pPr lvl="0"/>
            <a:r>
              <a:rPr kumimoji="1" lang="en-US" altLang="zh-HK" dirty="0"/>
              <a:t>Description</a:t>
            </a:r>
            <a:endParaRPr kumimoji="1" lang="zh-HK" altLang="en-US" dirty="0"/>
          </a:p>
        </p:txBody>
      </p:sp>
      <p:sp>
        <p:nvSpPr>
          <p:cNvPr id="27" name="Page #">
            <a:extLst>
              <a:ext uri="{FF2B5EF4-FFF2-40B4-BE49-F238E27FC236}">
                <a16:creationId xmlns:a16="http://schemas.microsoft.com/office/drawing/2014/main" id="{450DB25F-0F70-F131-0898-921B62FD8715}"/>
              </a:ext>
            </a:extLst>
          </p:cNvPr>
          <p:cNvSpPr txBox="1"/>
          <p:nvPr userDrawn="1"/>
        </p:nvSpPr>
        <p:spPr>
          <a:xfrm>
            <a:off x="8677275" y="4679459"/>
            <a:ext cx="565431" cy="131994"/>
          </a:xfrm>
          <a:prstGeom prst="rect">
            <a:avLst/>
          </a:prstGeom>
        </p:spPr>
        <p:txBody>
          <a:bodyPr vert="horz" lIns="0" tIns="0" rIns="0" bIns="0" rtlCol="0" anchor="t"/>
          <a:lstStyle>
            <a:defPPr>
              <a:defRPr lang="en-US"/>
            </a:defPPr>
            <a:lvl1pPr>
              <a:defRPr>
                <a:solidFill>
                  <a:srgbClr val="000000"/>
                </a:solidFill>
                <a:latin typeface="+mn-lt" charset="0"/>
                <a:ea typeface="+mn-lt" charset="0"/>
                <a:cs typeface="+mn-lt" charset="0"/>
              </a:defRPr>
            </a:lvl1pPr>
          </a:lstStyle>
          <a:p>
            <a:pPr lvl="0" algn="l">
              <a:lnSpc>
                <a:spcPts val="1000"/>
              </a:lnSpc>
            </a:pPr>
            <a:fld id="{DA68CEF4-E06B-2F45-9C1B-34EEEC442DB9}" type="slidenum">
              <a:rPr lang="en-GB" sz="600" b="0" i="0" smtClean="0">
                <a:solidFill>
                  <a:schemeClr val="tx1"/>
                </a:solidFill>
                <a:latin typeface="+mj-lt"/>
                <a:ea typeface="Arial" charset="0"/>
                <a:cs typeface="Arial" panose="020B0604020202020204" pitchFamily="34" charset="0"/>
              </a:rPr>
              <a:pPr lvl="0" algn="l">
                <a:lnSpc>
                  <a:spcPts val="1000"/>
                </a:lnSpc>
              </a:pPr>
              <a:t>‹#›</a:t>
            </a:fld>
            <a:endParaRPr lang="en-GB" sz="600" b="0" i="0" dirty="0">
              <a:solidFill>
                <a:schemeClr val="tx1"/>
              </a:solidFill>
              <a:latin typeface="+mj-lt"/>
              <a:ea typeface="Arial" charset="0"/>
              <a:cs typeface="Arial" panose="020B0604020202020204" pitchFamily="34" charset="0"/>
            </a:endParaRPr>
          </a:p>
        </p:txBody>
      </p:sp>
      <p:sp>
        <p:nvSpPr>
          <p:cNvPr id="28" name="文字方塊 27">
            <a:extLst>
              <a:ext uri="{FF2B5EF4-FFF2-40B4-BE49-F238E27FC236}">
                <a16:creationId xmlns:a16="http://schemas.microsoft.com/office/drawing/2014/main" id="{98564C5D-4C5F-BC5D-D70A-AC00D079439C}"/>
              </a:ext>
            </a:extLst>
          </p:cNvPr>
          <p:cNvSpPr txBox="1"/>
          <p:nvPr userDrawn="1"/>
        </p:nvSpPr>
        <p:spPr>
          <a:xfrm rot="5400000">
            <a:off x="-903960" y="3375528"/>
            <a:ext cx="2675745" cy="107722"/>
          </a:xfrm>
          <a:prstGeom prst="rect">
            <a:avLst/>
          </a:prstGeom>
          <a:noFill/>
        </p:spPr>
        <p:txBody>
          <a:bodyPr wrap="square" lIns="0" tIns="0" rIns="0" bIns="0" rtlCol="0" anchor="t" anchorCtr="0">
            <a:spAutoFit/>
          </a:bodyPr>
          <a:lstStyle/>
          <a:p>
            <a:pPr lvl="0" algn="r"/>
            <a:r>
              <a:rPr kumimoji="1" lang="en-US" altLang="zh-HK" sz="700" b="1" i="0" kern="1200" dirty="0">
                <a:solidFill>
                  <a:schemeClr val="tx1"/>
                </a:solidFill>
                <a:latin typeface="Avenir Next Demi Bold" panose="020B0503020202020204" pitchFamily="34" charset="0"/>
                <a:ea typeface="+mn-ea"/>
                <a:cs typeface="+mn-cs"/>
              </a:rPr>
              <a:t>CONFIDENTIAL &amp; RESTRICTED BY MRDI</a:t>
            </a:r>
            <a:endParaRPr kumimoji="1" lang="zh-HK" altLang="en-US" sz="700" b="1" i="0" kern="1200" dirty="0">
              <a:solidFill>
                <a:schemeClr val="tx1"/>
              </a:solidFill>
              <a:latin typeface="Avenir Next Demi Bold" panose="020B0503020202020204" pitchFamily="34" charset="0"/>
              <a:ea typeface="+mn-ea"/>
              <a:cs typeface="+mn-cs"/>
            </a:endParaRPr>
          </a:p>
        </p:txBody>
      </p:sp>
    </p:spTree>
    <p:extLst>
      <p:ext uri="{BB962C8B-B14F-4D97-AF65-F5344CB8AC3E}">
        <p14:creationId xmlns:p14="http://schemas.microsoft.com/office/powerpoint/2010/main" val="632500305"/>
      </p:ext>
    </p:extLst>
  </p:cSld>
  <p:clrMapOvr>
    <a:masterClrMapping/>
  </p:clrMapOvr>
  <p:extLst>
    <p:ext uri="{DCECCB84-F9BA-43D5-87BE-67443E8EF086}">
      <p15:sldGuideLst xmlns:p15="http://schemas.microsoft.com/office/powerpoint/2012/main">
        <p15:guide id="10" orient="horz" pos="3003" userDrawn="1">
          <p15:clr>
            <a:srgbClr val="FBAE40"/>
          </p15:clr>
        </p15:guide>
        <p15:guide id="11" orient="horz" pos="2913"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ontent page_1">
    <p:bg>
      <p:bgPr>
        <a:solidFill>
          <a:schemeClr val="tx1"/>
        </a:solidFill>
        <a:effectLst/>
      </p:bgPr>
    </p:bg>
    <p:spTree>
      <p:nvGrpSpPr>
        <p:cNvPr id="1" name=""/>
        <p:cNvGrpSpPr/>
        <p:nvPr/>
      </p:nvGrpSpPr>
      <p:grpSpPr>
        <a:xfrm>
          <a:off x="0" y="0"/>
          <a:ext cx="0" cy="0"/>
          <a:chOff x="0" y="0"/>
          <a:chExt cx="0" cy="0"/>
        </a:xfrm>
      </p:grpSpPr>
      <p:sp>
        <p:nvSpPr>
          <p:cNvPr id="13" name="矩形 12">
            <a:extLst>
              <a:ext uri="{FF2B5EF4-FFF2-40B4-BE49-F238E27FC236}">
                <a16:creationId xmlns:a16="http://schemas.microsoft.com/office/drawing/2014/main" id="{0D7EC9B8-2448-44D1-48FE-B874C292D767}"/>
              </a:ext>
            </a:extLst>
          </p:cNvPr>
          <p:cNvSpPr>
            <a:spLocks noChangeAspect="1"/>
          </p:cNvSpPr>
          <p:nvPr userDrawn="1"/>
        </p:nvSpPr>
        <p:spPr>
          <a:xfrm>
            <a:off x="401514" y="4846519"/>
            <a:ext cx="64800" cy="648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solidFill>
                <a:srgbClr val="000000"/>
              </a:solidFill>
            </a:endParaRPr>
          </a:p>
        </p:txBody>
      </p:sp>
      <p:pic>
        <p:nvPicPr>
          <p:cNvPr id="15" name="圖片 14">
            <a:extLst>
              <a:ext uri="{FF2B5EF4-FFF2-40B4-BE49-F238E27FC236}">
                <a16:creationId xmlns:a16="http://schemas.microsoft.com/office/drawing/2014/main" id="{D7581C61-86A2-7ECE-B1AA-3B4253FE29FF}"/>
              </a:ext>
            </a:extLst>
          </p:cNvPr>
          <p:cNvPicPr>
            <a:picLocks noChangeAspect="1"/>
          </p:cNvPicPr>
          <p:nvPr userDrawn="1"/>
        </p:nvPicPr>
        <p:blipFill>
          <a:blip r:embed="rId2"/>
          <a:stretch>
            <a:fillRect/>
          </a:stretch>
        </p:blipFill>
        <p:spPr>
          <a:xfrm>
            <a:off x="7858340" y="4691044"/>
            <a:ext cx="684000" cy="222153"/>
          </a:xfrm>
          <a:prstGeom prst="rect">
            <a:avLst/>
          </a:prstGeom>
        </p:spPr>
      </p:pic>
      <p:sp>
        <p:nvSpPr>
          <p:cNvPr id="16" name="矩形 15">
            <a:extLst>
              <a:ext uri="{FF2B5EF4-FFF2-40B4-BE49-F238E27FC236}">
                <a16:creationId xmlns:a16="http://schemas.microsoft.com/office/drawing/2014/main" id="{9E07604B-DFAB-4F38-10F3-ED1484DD249A}"/>
              </a:ext>
            </a:extLst>
          </p:cNvPr>
          <p:cNvSpPr/>
          <p:nvPr userDrawn="1"/>
        </p:nvSpPr>
        <p:spPr>
          <a:xfrm>
            <a:off x="8677275" y="4838905"/>
            <a:ext cx="72820" cy="728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solidFill>
                <a:srgbClr val="000000"/>
              </a:solidFill>
            </a:endParaRPr>
          </a:p>
        </p:txBody>
      </p:sp>
      <p:sp>
        <p:nvSpPr>
          <p:cNvPr id="17" name="Page #">
            <a:extLst>
              <a:ext uri="{FF2B5EF4-FFF2-40B4-BE49-F238E27FC236}">
                <a16:creationId xmlns:a16="http://schemas.microsoft.com/office/drawing/2014/main" id="{CC2EF8B8-7DBD-003C-CEF2-54A1BC63357C}"/>
              </a:ext>
            </a:extLst>
          </p:cNvPr>
          <p:cNvSpPr txBox="1"/>
          <p:nvPr userDrawn="1"/>
        </p:nvSpPr>
        <p:spPr>
          <a:xfrm>
            <a:off x="8677275" y="4679459"/>
            <a:ext cx="565431" cy="131994"/>
          </a:xfrm>
          <a:prstGeom prst="rect">
            <a:avLst/>
          </a:prstGeom>
        </p:spPr>
        <p:txBody>
          <a:bodyPr vert="horz" lIns="0" tIns="0" rIns="0" bIns="0" rtlCol="0" anchor="t"/>
          <a:lstStyle>
            <a:defPPr>
              <a:defRPr lang="en-US"/>
            </a:defPPr>
            <a:lvl1pPr>
              <a:defRPr>
                <a:solidFill>
                  <a:srgbClr val="000000"/>
                </a:solidFill>
                <a:latin typeface="+mn-lt" charset="0"/>
                <a:ea typeface="+mn-lt" charset="0"/>
                <a:cs typeface="+mn-lt" charset="0"/>
              </a:defRPr>
            </a:lvl1pPr>
          </a:lstStyle>
          <a:p>
            <a:pPr lvl="0" algn="l">
              <a:lnSpc>
                <a:spcPts val="1000"/>
              </a:lnSpc>
            </a:pPr>
            <a:fld id="{DA68CEF4-E06B-2F45-9C1B-34EEEC442DB9}" type="slidenum">
              <a:rPr lang="en-GB" sz="600" b="0" i="0" smtClean="0">
                <a:latin typeface="+mj-lt"/>
                <a:ea typeface="Arial" charset="0"/>
                <a:cs typeface="Arial" panose="020B0604020202020204" pitchFamily="34" charset="0"/>
              </a:rPr>
              <a:pPr lvl="0" algn="l">
                <a:lnSpc>
                  <a:spcPts val="1000"/>
                </a:lnSpc>
              </a:pPr>
              <a:t>‹#›</a:t>
            </a:fld>
            <a:endParaRPr lang="en-GB" sz="600" b="0" i="0" dirty="0">
              <a:latin typeface="+mj-lt"/>
              <a:ea typeface="Arial" charset="0"/>
              <a:cs typeface="Arial" panose="020B0604020202020204" pitchFamily="34" charset="0"/>
            </a:endParaRPr>
          </a:p>
        </p:txBody>
      </p:sp>
      <p:sp>
        <p:nvSpPr>
          <p:cNvPr id="18" name="文字版面配置區 2">
            <a:extLst>
              <a:ext uri="{FF2B5EF4-FFF2-40B4-BE49-F238E27FC236}">
                <a16:creationId xmlns:a16="http://schemas.microsoft.com/office/drawing/2014/main" id="{EE3B63F7-716B-480A-360A-C50E5597311D}"/>
              </a:ext>
            </a:extLst>
          </p:cNvPr>
          <p:cNvSpPr>
            <a:spLocks noGrp="1"/>
          </p:cNvSpPr>
          <p:nvPr>
            <p:ph type="body" idx="1" hasCustomPrompt="1"/>
          </p:nvPr>
        </p:nvSpPr>
        <p:spPr>
          <a:xfrm>
            <a:off x="611188" y="528638"/>
            <a:ext cx="6553200" cy="711200"/>
          </a:xfrm>
          <a:prstGeom prst="rect">
            <a:avLst/>
          </a:prstGeom>
        </p:spPr>
        <p:txBody>
          <a:bodyPr>
            <a:noAutofit/>
          </a:bodyPr>
          <a:lstStyle>
            <a:lvl1pPr marL="0" indent="0" algn="l">
              <a:spcBef>
                <a:spcPts val="0"/>
              </a:spcBef>
              <a:buNone/>
              <a:defRPr sz="2400" b="0" i="0">
                <a:solidFill>
                  <a:schemeClr val="bg2"/>
                </a:solidFill>
                <a:latin typeface="Avenir Next Medium" panose="020B0503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kumimoji="1" lang="en-US" altLang="zh-TW" dirty="0"/>
              <a:t>Headline font in Avenir Next and </a:t>
            </a:r>
            <a:br>
              <a:rPr kumimoji="1" lang="en-US" altLang="zh-TW" dirty="0"/>
            </a:br>
            <a:r>
              <a:rPr kumimoji="1" lang="en-US" altLang="zh-TW" dirty="0"/>
              <a:t>24pt font size which is adjustable</a:t>
            </a:r>
            <a:endParaRPr kumimoji="1" lang="zh-TW" altLang="en-US" dirty="0"/>
          </a:p>
        </p:txBody>
      </p:sp>
      <p:sp>
        <p:nvSpPr>
          <p:cNvPr id="24" name="圖片版面配置區 23">
            <a:extLst>
              <a:ext uri="{FF2B5EF4-FFF2-40B4-BE49-F238E27FC236}">
                <a16:creationId xmlns:a16="http://schemas.microsoft.com/office/drawing/2014/main" id="{6749BF15-6C12-41D3-0D8A-CB70EA167EED}"/>
              </a:ext>
            </a:extLst>
          </p:cNvPr>
          <p:cNvSpPr>
            <a:spLocks noGrp="1"/>
          </p:cNvSpPr>
          <p:nvPr>
            <p:ph type="pic" sz="quarter" idx="18"/>
          </p:nvPr>
        </p:nvSpPr>
        <p:spPr>
          <a:xfrm>
            <a:off x="611187" y="1384300"/>
            <a:ext cx="2556000" cy="2439987"/>
          </a:xfrm>
        </p:spPr>
        <p:txBody>
          <a:bodyPr/>
          <a:lstStyle/>
          <a:p>
            <a:endParaRPr kumimoji="1" lang="zh-HK" altLang="en-US" dirty="0"/>
          </a:p>
        </p:txBody>
      </p:sp>
      <p:sp>
        <p:nvSpPr>
          <p:cNvPr id="27" name="圖片版面配置區 23">
            <a:extLst>
              <a:ext uri="{FF2B5EF4-FFF2-40B4-BE49-F238E27FC236}">
                <a16:creationId xmlns:a16="http://schemas.microsoft.com/office/drawing/2014/main" id="{11375CC6-A421-3A3A-F0C0-925E1F53BDD2}"/>
              </a:ext>
            </a:extLst>
          </p:cNvPr>
          <p:cNvSpPr>
            <a:spLocks noGrp="1"/>
          </p:cNvSpPr>
          <p:nvPr>
            <p:ph type="pic" sz="quarter" idx="19"/>
          </p:nvPr>
        </p:nvSpPr>
        <p:spPr>
          <a:xfrm>
            <a:off x="3283539" y="1392238"/>
            <a:ext cx="2555875" cy="2439987"/>
          </a:xfrm>
        </p:spPr>
        <p:txBody>
          <a:bodyPr/>
          <a:lstStyle/>
          <a:p>
            <a:endParaRPr kumimoji="1" lang="zh-HK" altLang="en-US" dirty="0"/>
          </a:p>
        </p:txBody>
      </p:sp>
      <p:sp>
        <p:nvSpPr>
          <p:cNvPr id="28" name="圖片版面配置區 23">
            <a:extLst>
              <a:ext uri="{FF2B5EF4-FFF2-40B4-BE49-F238E27FC236}">
                <a16:creationId xmlns:a16="http://schemas.microsoft.com/office/drawing/2014/main" id="{1D26FA89-4A9F-E81E-2042-FB3BAFBFB3E2}"/>
              </a:ext>
            </a:extLst>
          </p:cNvPr>
          <p:cNvSpPr>
            <a:spLocks noGrp="1"/>
          </p:cNvSpPr>
          <p:nvPr>
            <p:ph type="pic" sz="quarter" idx="20"/>
          </p:nvPr>
        </p:nvSpPr>
        <p:spPr>
          <a:xfrm>
            <a:off x="5949584" y="1392238"/>
            <a:ext cx="2592756" cy="2439987"/>
          </a:xfrm>
        </p:spPr>
        <p:txBody>
          <a:bodyPr/>
          <a:lstStyle/>
          <a:p>
            <a:endParaRPr kumimoji="1" lang="zh-HK" altLang="en-US" dirty="0"/>
          </a:p>
        </p:txBody>
      </p:sp>
      <p:sp>
        <p:nvSpPr>
          <p:cNvPr id="32" name="內容版面配置區 17">
            <a:extLst>
              <a:ext uri="{FF2B5EF4-FFF2-40B4-BE49-F238E27FC236}">
                <a16:creationId xmlns:a16="http://schemas.microsoft.com/office/drawing/2014/main" id="{F1E60AD7-0665-A0E5-872D-D5C83775D3A9}"/>
              </a:ext>
            </a:extLst>
          </p:cNvPr>
          <p:cNvSpPr>
            <a:spLocks noGrp="1"/>
          </p:cNvSpPr>
          <p:nvPr>
            <p:ph sz="quarter" idx="14" hasCustomPrompt="1"/>
          </p:nvPr>
        </p:nvSpPr>
        <p:spPr>
          <a:xfrm>
            <a:off x="611187" y="231775"/>
            <a:ext cx="3889375" cy="144463"/>
          </a:xfrm>
        </p:spPr>
        <p:txBody>
          <a:bodyPr anchor="ctr">
            <a:normAutofit/>
          </a:bodyPr>
          <a:lstStyle>
            <a:lvl1pPr>
              <a:defRPr sz="800" b="0" i="0">
                <a:latin typeface="Avenir Next Medium" panose="020B0503020202020204" pitchFamily="34" charset="0"/>
              </a:defRPr>
            </a:lvl1pPr>
          </a:lstStyle>
          <a:p>
            <a:pPr lvl="0"/>
            <a:r>
              <a:rPr kumimoji="1" lang="en-US" altLang="zh-TW" dirty="0"/>
              <a:t>ALL CAP SUBHEADING GOES HERE IN 8PT</a:t>
            </a:r>
            <a:endParaRPr kumimoji="1" lang="zh-HK" altLang="en-US" dirty="0"/>
          </a:p>
        </p:txBody>
      </p:sp>
      <p:sp>
        <p:nvSpPr>
          <p:cNvPr id="33" name="內容版面配置區 17">
            <a:extLst>
              <a:ext uri="{FF2B5EF4-FFF2-40B4-BE49-F238E27FC236}">
                <a16:creationId xmlns:a16="http://schemas.microsoft.com/office/drawing/2014/main" id="{9F9023F6-A05A-B185-71E3-A161F582F947}"/>
              </a:ext>
            </a:extLst>
          </p:cNvPr>
          <p:cNvSpPr>
            <a:spLocks noGrp="1"/>
          </p:cNvSpPr>
          <p:nvPr>
            <p:ph sz="quarter" idx="31" hasCustomPrompt="1"/>
          </p:nvPr>
        </p:nvSpPr>
        <p:spPr>
          <a:xfrm>
            <a:off x="611186" y="1384300"/>
            <a:ext cx="1270080" cy="268517"/>
          </a:xfrm>
          <a:solidFill>
            <a:schemeClr val="tx1"/>
          </a:solidFill>
        </p:spPr>
        <p:txBody>
          <a:bodyPr wrap="square" lIns="72000" tIns="72000" rIns="72000" bIns="72000" anchor="ctr">
            <a:spAutoFit/>
          </a:bodyPr>
          <a:lstStyle>
            <a:lvl1pPr>
              <a:defRPr sz="800" b="0" i="0">
                <a:latin typeface="Avenir Next" panose="020B0503020202020204" pitchFamily="34" charset="0"/>
              </a:defRPr>
            </a:lvl1pPr>
          </a:lstStyle>
          <a:p>
            <a:pPr lvl="0"/>
            <a:r>
              <a:rPr kumimoji="1" lang="en-US" altLang="zh-TW" dirty="0"/>
              <a:t>Short title in regular 8pt</a:t>
            </a:r>
            <a:endParaRPr kumimoji="1" lang="zh-HK" altLang="en-US" dirty="0"/>
          </a:p>
        </p:txBody>
      </p:sp>
      <p:sp>
        <p:nvSpPr>
          <p:cNvPr id="34" name="內容版面配置區 17">
            <a:extLst>
              <a:ext uri="{FF2B5EF4-FFF2-40B4-BE49-F238E27FC236}">
                <a16:creationId xmlns:a16="http://schemas.microsoft.com/office/drawing/2014/main" id="{BAB25912-FD56-1666-E81D-A06250C57BC8}"/>
              </a:ext>
            </a:extLst>
          </p:cNvPr>
          <p:cNvSpPr>
            <a:spLocks noGrp="1"/>
          </p:cNvSpPr>
          <p:nvPr>
            <p:ph sz="quarter" idx="32" hasCustomPrompt="1"/>
          </p:nvPr>
        </p:nvSpPr>
        <p:spPr>
          <a:xfrm>
            <a:off x="3283539" y="1384300"/>
            <a:ext cx="1270080" cy="268517"/>
          </a:xfrm>
          <a:solidFill>
            <a:schemeClr val="tx1"/>
          </a:solidFill>
        </p:spPr>
        <p:txBody>
          <a:bodyPr wrap="square" lIns="72000" tIns="72000" rIns="72000" bIns="72000" anchor="ctr">
            <a:spAutoFit/>
          </a:bodyPr>
          <a:lstStyle>
            <a:lvl1pPr>
              <a:defRPr sz="800" b="0" i="0">
                <a:latin typeface="Avenir Next" panose="020B0503020202020204" pitchFamily="34" charset="0"/>
              </a:defRPr>
            </a:lvl1pPr>
          </a:lstStyle>
          <a:p>
            <a:pPr lvl="0"/>
            <a:r>
              <a:rPr kumimoji="1" lang="en-US" altLang="zh-TW" dirty="0"/>
              <a:t>Short title in regular 8pt</a:t>
            </a:r>
            <a:endParaRPr kumimoji="1" lang="zh-HK" altLang="en-US" dirty="0"/>
          </a:p>
        </p:txBody>
      </p:sp>
      <p:sp>
        <p:nvSpPr>
          <p:cNvPr id="35" name="內容版面配置區 17">
            <a:extLst>
              <a:ext uri="{FF2B5EF4-FFF2-40B4-BE49-F238E27FC236}">
                <a16:creationId xmlns:a16="http://schemas.microsoft.com/office/drawing/2014/main" id="{1419BA26-178A-3E55-274C-900D6872ECCE}"/>
              </a:ext>
            </a:extLst>
          </p:cNvPr>
          <p:cNvSpPr>
            <a:spLocks noGrp="1"/>
          </p:cNvSpPr>
          <p:nvPr>
            <p:ph sz="quarter" idx="33" hasCustomPrompt="1"/>
          </p:nvPr>
        </p:nvSpPr>
        <p:spPr>
          <a:xfrm>
            <a:off x="5949584" y="1384300"/>
            <a:ext cx="1270080" cy="268517"/>
          </a:xfrm>
          <a:solidFill>
            <a:schemeClr val="tx1"/>
          </a:solidFill>
        </p:spPr>
        <p:txBody>
          <a:bodyPr wrap="square" lIns="72000" tIns="72000" rIns="72000" bIns="72000" anchor="ctr">
            <a:spAutoFit/>
          </a:bodyPr>
          <a:lstStyle>
            <a:lvl1pPr>
              <a:defRPr sz="800" b="0" i="0">
                <a:latin typeface="Avenir Next" panose="020B0503020202020204" pitchFamily="34" charset="0"/>
              </a:defRPr>
            </a:lvl1pPr>
          </a:lstStyle>
          <a:p>
            <a:pPr lvl="0"/>
            <a:r>
              <a:rPr kumimoji="1" lang="en-US" altLang="zh-TW" dirty="0"/>
              <a:t>Short title in regular 8pt</a:t>
            </a:r>
            <a:endParaRPr kumimoji="1" lang="zh-HK" altLang="en-US" dirty="0"/>
          </a:p>
        </p:txBody>
      </p:sp>
      <p:sp>
        <p:nvSpPr>
          <p:cNvPr id="36" name="文字方塊 35">
            <a:extLst>
              <a:ext uri="{FF2B5EF4-FFF2-40B4-BE49-F238E27FC236}">
                <a16:creationId xmlns:a16="http://schemas.microsoft.com/office/drawing/2014/main" id="{653BEAAB-08BE-0302-BD12-48081D51A775}"/>
              </a:ext>
            </a:extLst>
          </p:cNvPr>
          <p:cNvSpPr txBox="1"/>
          <p:nvPr userDrawn="1"/>
        </p:nvSpPr>
        <p:spPr>
          <a:xfrm rot="5400000">
            <a:off x="-903960" y="3375528"/>
            <a:ext cx="2675745" cy="107722"/>
          </a:xfrm>
          <a:prstGeom prst="rect">
            <a:avLst/>
          </a:prstGeom>
          <a:noFill/>
        </p:spPr>
        <p:txBody>
          <a:bodyPr wrap="square" lIns="0" tIns="0" rIns="0" bIns="0" rtlCol="0" anchor="t" anchorCtr="0">
            <a:spAutoFit/>
          </a:bodyPr>
          <a:lstStyle/>
          <a:p>
            <a:pPr lvl="0" algn="r"/>
            <a:r>
              <a:rPr kumimoji="1" lang="en-US" altLang="zh-HK" sz="700" b="1" i="0" kern="1200" dirty="0">
                <a:solidFill>
                  <a:srgbClr val="000000"/>
                </a:solidFill>
                <a:latin typeface="Avenir Next Demi Bold" panose="020B0503020202020204" pitchFamily="34" charset="0"/>
                <a:ea typeface="+mn-ea"/>
                <a:cs typeface="+mn-cs"/>
              </a:rPr>
              <a:t>CONFIDENTIAL &amp; RESTRICTED BY MRDI</a:t>
            </a:r>
            <a:endParaRPr kumimoji="1" lang="zh-HK" altLang="en-US" sz="700" b="1" i="0" kern="1200" dirty="0">
              <a:solidFill>
                <a:srgbClr val="000000"/>
              </a:solidFill>
              <a:latin typeface="Avenir Next Demi Bold" panose="020B0503020202020204" pitchFamily="34" charset="0"/>
              <a:ea typeface="+mn-ea"/>
              <a:cs typeface="+mn-cs"/>
            </a:endParaRPr>
          </a:p>
        </p:txBody>
      </p:sp>
      <p:sp>
        <p:nvSpPr>
          <p:cNvPr id="40" name="文字版面配置區 23">
            <a:extLst>
              <a:ext uri="{FF2B5EF4-FFF2-40B4-BE49-F238E27FC236}">
                <a16:creationId xmlns:a16="http://schemas.microsoft.com/office/drawing/2014/main" id="{DD1C196B-EAD6-83E3-6B29-49BEDB96C261}"/>
              </a:ext>
            </a:extLst>
          </p:cNvPr>
          <p:cNvSpPr>
            <a:spLocks noGrp="1"/>
          </p:cNvSpPr>
          <p:nvPr>
            <p:ph type="body" sz="quarter" idx="25" hasCustomPrompt="1"/>
          </p:nvPr>
        </p:nvSpPr>
        <p:spPr>
          <a:xfrm>
            <a:off x="611187" y="3984624"/>
            <a:ext cx="2555874" cy="565146"/>
          </a:xfrm>
        </p:spPr>
        <p:txBody>
          <a:bodyPr>
            <a:noAutofit/>
          </a:bodyPr>
          <a:lstStyle>
            <a:lvl1pPr algn="l">
              <a:spcBef>
                <a:spcPts val="0"/>
              </a:spcBef>
              <a:defRPr sz="800" b="0" i="0">
                <a:solidFill>
                  <a:srgbClr val="000000"/>
                </a:solidFill>
                <a:latin typeface="Avenir Next"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lvl="0"/>
            <a:r>
              <a:rPr kumimoji="1" lang="en-US" altLang="zh-HK" dirty="0"/>
              <a:t>Enter the needed small text here : Lorem Ipsum is simply dummy text of the printing and typesetting industry. Lorem Ipsum has been the industry's standard dummy text ever since the 1500s.</a:t>
            </a:r>
          </a:p>
        </p:txBody>
      </p:sp>
      <p:sp>
        <p:nvSpPr>
          <p:cNvPr id="41" name="文字版面配置區 23">
            <a:extLst>
              <a:ext uri="{FF2B5EF4-FFF2-40B4-BE49-F238E27FC236}">
                <a16:creationId xmlns:a16="http://schemas.microsoft.com/office/drawing/2014/main" id="{D71CA7C5-B15A-A599-0C94-4288A4EA0C3D}"/>
              </a:ext>
            </a:extLst>
          </p:cNvPr>
          <p:cNvSpPr>
            <a:spLocks noGrp="1"/>
          </p:cNvSpPr>
          <p:nvPr>
            <p:ph type="body" sz="quarter" idx="34" hasCustomPrompt="1"/>
          </p:nvPr>
        </p:nvSpPr>
        <p:spPr>
          <a:xfrm>
            <a:off x="3278187" y="3984624"/>
            <a:ext cx="2555874" cy="565146"/>
          </a:xfrm>
        </p:spPr>
        <p:txBody>
          <a:bodyPr>
            <a:noAutofit/>
          </a:bodyPr>
          <a:lstStyle>
            <a:lvl1pPr algn="l">
              <a:spcBef>
                <a:spcPts val="0"/>
              </a:spcBef>
              <a:defRPr sz="800" b="0" i="0">
                <a:solidFill>
                  <a:srgbClr val="000000"/>
                </a:solidFill>
                <a:latin typeface="Avenir Next"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lvl="0"/>
            <a:r>
              <a:rPr kumimoji="1" lang="en-US" altLang="zh-HK" dirty="0"/>
              <a:t>Enter the needed small text here : Lorem Ipsum is simply dummy text of the printing and typesetting industry. Lorem Ipsum has been the industry's standard dummy text ever since the 1500s.</a:t>
            </a:r>
          </a:p>
        </p:txBody>
      </p:sp>
      <p:sp>
        <p:nvSpPr>
          <p:cNvPr id="42" name="文字版面配置區 23">
            <a:extLst>
              <a:ext uri="{FF2B5EF4-FFF2-40B4-BE49-F238E27FC236}">
                <a16:creationId xmlns:a16="http://schemas.microsoft.com/office/drawing/2014/main" id="{165C4396-4302-88A4-BA10-86737AD5E104}"/>
              </a:ext>
            </a:extLst>
          </p:cNvPr>
          <p:cNvSpPr>
            <a:spLocks noGrp="1"/>
          </p:cNvSpPr>
          <p:nvPr>
            <p:ph type="body" sz="quarter" idx="35" hasCustomPrompt="1"/>
          </p:nvPr>
        </p:nvSpPr>
        <p:spPr>
          <a:xfrm>
            <a:off x="5945186" y="3984624"/>
            <a:ext cx="2597153" cy="565146"/>
          </a:xfrm>
        </p:spPr>
        <p:txBody>
          <a:bodyPr>
            <a:noAutofit/>
          </a:bodyPr>
          <a:lstStyle>
            <a:lvl1pPr algn="l">
              <a:spcBef>
                <a:spcPts val="0"/>
              </a:spcBef>
              <a:defRPr sz="800" b="0" i="0">
                <a:solidFill>
                  <a:srgbClr val="000000"/>
                </a:solidFill>
                <a:latin typeface="Avenir Next"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lvl="0"/>
            <a:r>
              <a:rPr kumimoji="1" lang="en-US" altLang="zh-HK" dirty="0"/>
              <a:t>Enter the needed small text here : Lorem Ipsum is simply dummy text of the printing and typesetting industry. Lorem Ipsum has been the industry's standard dummy text ever since the 1500s.</a:t>
            </a:r>
          </a:p>
        </p:txBody>
      </p:sp>
    </p:spTree>
    <p:extLst>
      <p:ext uri="{BB962C8B-B14F-4D97-AF65-F5344CB8AC3E}">
        <p14:creationId xmlns:p14="http://schemas.microsoft.com/office/powerpoint/2010/main" val="45799474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2_Content page_1">
    <p:bg>
      <p:bgPr>
        <a:solidFill>
          <a:schemeClr val="tx1"/>
        </a:solidFill>
        <a:effectLst/>
      </p:bgPr>
    </p:bg>
    <p:spTree>
      <p:nvGrpSpPr>
        <p:cNvPr id="1" name=""/>
        <p:cNvGrpSpPr/>
        <p:nvPr/>
      </p:nvGrpSpPr>
      <p:grpSpPr>
        <a:xfrm>
          <a:off x="0" y="0"/>
          <a:ext cx="0" cy="0"/>
          <a:chOff x="0" y="0"/>
          <a:chExt cx="0" cy="0"/>
        </a:xfrm>
      </p:grpSpPr>
      <p:sp>
        <p:nvSpPr>
          <p:cNvPr id="13" name="矩形 12">
            <a:extLst>
              <a:ext uri="{FF2B5EF4-FFF2-40B4-BE49-F238E27FC236}">
                <a16:creationId xmlns:a16="http://schemas.microsoft.com/office/drawing/2014/main" id="{0D7EC9B8-2448-44D1-48FE-B874C292D767}"/>
              </a:ext>
            </a:extLst>
          </p:cNvPr>
          <p:cNvSpPr>
            <a:spLocks noChangeAspect="1"/>
          </p:cNvSpPr>
          <p:nvPr userDrawn="1"/>
        </p:nvSpPr>
        <p:spPr>
          <a:xfrm>
            <a:off x="401514" y="4846519"/>
            <a:ext cx="64800" cy="648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solidFill>
                <a:srgbClr val="000000"/>
              </a:solidFill>
            </a:endParaRPr>
          </a:p>
        </p:txBody>
      </p:sp>
      <p:pic>
        <p:nvPicPr>
          <p:cNvPr id="15" name="圖片 14">
            <a:extLst>
              <a:ext uri="{FF2B5EF4-FFF2-40B4-BE49-F238E27FC236}">
                <a16:creationId xmlns:a16="http://schemas.microsoft.com/office/drawing/2014/main" id="{D7581C61-86A2-7ECE-B1AA-3B4253FE29FF}"/>
              </a:ext>
            </a:extLst>
          </p:cNvPr>
          <p:cNvPicPr>
            <a:picLocks noChangeAspect="1"/>
          </p:cNvPicPr>
          <p:nvPr userDrawn="1"/>
        </p:nvPicPr>
        <p:blipFill>
          <a:blip r:embed="rId2"/>
          <a:stretch>
            <a:fillRect/>
          </a:stretch>
        </p:blipFill>
        <p:spPr>
          <a:xfrm>
            <a:off x="7858340" y="4691044"/>
            <a:ext cx="684000" cy="222153"/>
          </a:xfrm>
          <a:prstGeom prst="rect">
            <a:avLst/>
          </a:prstGeom>
        </p:spPr>
      </p:pic>
      <p:sp>
        <p:nvSpPr>
          <p:cNvPr id="16" name="矩形 15">
            <a:extLst>
              <a:ext uri="{FF2B5EF4-FFF2-40B4-BE49-F238E27FC236}">
                <a16:creationId xmlns:a16="http://schemas.microsoft.com/office/drawing/2014/main" id="{9E07604B-DFAB-4F38-10F3-ED1484DD249A}"/>
              </a:ext>
            </a:extLst>
          </p:cNvPr>
          <p:cNvSpPr/>
          <p:nvPr userDrawn="1"/>
        </p:nvSpPr>
        <p:spPr>
          <a:xfrm>
            <a:off x="8677275" y="4838905"/>
            <a:ext cx="72820" cy="728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solidFill>
                <a:srgbClr val="000000"/>
              </a:solidFill>
            </a:endParaRPr>
          </a:p>
        </p:txBody>
      </p:sp>
      <p:sp>
        <p:nvSpPr>
          <p:cNvPr id="17" name="Page #">
            <a:extLst>
              <a:ext uri="{FF2B5EF4-FFF2-40B4-BE49-F238E27FC236}">
                <a16:creationId xmlns:a16="http://schemas.microsoft.com/office/drawing/2014/main" id="{CC2EF8B8-7DBD-003C-CEF2-54A1BC63357C}"/>
              </a:ext>
            </a:extLst>
          </p:cNvPr>
          <p:cNvSpPr txBox="1"/>
          <p:nvPr userDrawn="1"/>
        </p:nvSpPr>
        <p:spPr>
          <a:xfrm>
            <a:off x="8677275" y="4679459"/>
            <a:ext cx="565431" cy="131994"/>
          </a:xfrm>
          <a:prstGeom prst="rect">
            <a:avLst/>
          </a:prstGeom>
        </p:spPr>
        <p:txBody>
          <a:bodyPr vert="horz" lIns="0" tIns="0" rIns="0" bIns="0" rtlCol="0" anchor="t"/>
          <a:lstStyle>
            <a:defPPr>
              <a:defRPr lang="en-US"/>
            </a:defPPr>
            <a:lvl1pPr>
              <a:defRPr>
                <a:solidFill>
                  <a:srgbClr val="000000"/>
                </a:solidFill>
                <a:latin typeface="+mn-lt" charset="0"/>
                <a:ea typeface="+mn-lt" charset="0"/>
                <a:cs typeface="+mn-lt" charset="0"/>
              </a:defRPr>
            </a:lvl1pPr>
          </a:lstStyle>
          <a:p>
            <a:pPr lvl="0" algn="l">
              <a:lnSpc>
                <a:spcPts val="1000"/>
              </a:lnSpc>
            </a:pPr>
            <a:fld id="{DA68CEF4-E06B-2F45-9C1B-34EEEC442DB9}" type="slidenum">
              <a:rPr lang="en-GB" sz="600" b="0" i="0" smtClean="0">
                <a:latin typeface="+mj-lt"/>
                <a:ea typeface="Arial" charset="0"/>
                <a:cs typeface="Arial" panose="020B0604020202020204" pitchFamily="34" charset="0"/>
              </a:rPr>
              <a:pPr lvl="0" algn="l">
                <a:lnSpc>
                  <a:spcPts val="1000"/>
                </a:lnSpc>
              </a:pPr>
              <a:t>‹#›</a:t>
            </a:fld>
            <a:endParaRPr lang="en-GB" sz="600" b="0" i="0" dirty="0">
              <a:latin typeface="+mj-lt"/>
              <a:ea typeface="Arial" charset="0"/>
              <a:cs typeface="Arial" panose="020B0604020202020204" pitchFamily="34" charset="0"/>
            </a:endParaRPr>
          </a:p>
        </p:txBody>
      </p:sp>
      <p:sp>
        <p:nvSpPr>
          <p:cNvPr id="24" name="圖片版面配置區 23">
            <a:extLst>
              <a:ext uri="{FF2B5EF4-FFF2-40B4-BE49-F238E27FC236}">
                <a16:creationId xmlns:a16="http://schemas.microsoft.com/office/drawing/2014/main" id="{6749BF15-6C12-41D3-0D8A-CB70EA167EED}"/>
              </a:ext>
            </a:extLst>
          </p:cNvPr>
          <p:cNvSpPr>
            <a:spLocks noGrp="1"/>
          </p:cNvSpPr>
          <p:nvPr>
            <p:ph type="pic" sz="quarter" idx="18"/>
          </p:nvPr>
        </p:nvSpPr>
        <p:spPr>
          <a:xfrm>
            <a:off x="611187" y="1384300"/>
            <a:ext cx="2556000" cy="1582737"/>
          </a:xfrm>
        </p:spPr>
        <p:txBody>
          <a:bodyPr/>
          <a:lstStyle/>
          <a:p>
            <a:endParaRPr kumimoji="1" lang="zh-HK" altLang="en-US" dirty="0"/>
          </a:p>
        </p:txBody>
      </p:sp>
      <p:sp>
        <p:nvSpPr>
          <p:cNvPr id="27" name="圖片版面配置區 23">
            <a:extLst>
              <a:ext uri="{FF2B5EF4-FFF2-40B4-BE49-F238E27FC236}">
                <a16:creationId xmlns:a16="http://schemas.microsoft.com/office/drawing/2014/main" id="{11375CC6-A421-3A3A-F0C0-925E1F53BDD2}"/>
              </a:ext>
            </a:extLst>
          </p:cNvPr>
          <p:cNvSpPr>
            <a:spLocks noGrp="1"/>
          </p:cNvSpPr>
          <p:nvPr>
            <p:ph type="pic" sz="quarter" idx="19"/>
          </p:nvPr>
        </p:nvSpPr>
        <p:spPr>
          <a:xfrm>
            <a:off x="3283539" y="1384300"/>
            <a:ext cx="2555875" cy="1582737"/>
          </a:xfrm>
        </p:spPr>
        <p:txBody>
          <a:bodyPr/>
          <a:lstStyle/>
          <a:p>
            <a:endParaRPr kumimoji="1" lang="zh-HK" altLang="en-US" dirty="0"/>
          </a:p>
        </p:txBody>
      </p:sp>
      <p:sp>
        <p:nvSpPr>
          <p:cNvPr id="28" name="圖片版面配置區 23">
            <a:extLst>
              <a:ext uri="{FF2B5EF4-FFF2-40B4-BE49-F238E27FC236}">
                <a16:creationId xmlns:a16="http://schemas.microsoft.com/office/drawing/2014/main" id="{1D26FA89-4A9F-E81E-2042-FB3BAFBFB3E2}"/>
              </a:ext>
            </a:extLst>
          </p:cNvPr>
          <p:cNvSpPr>
            <a:spLocks noGrp="1"/>
          </p:cNvSpPr>
          <p:nvPr>
            <p:ph type="pic" sz="quarter" idx="20"/>
          </p:nvPr>
        </p:nvSpPr>
        <p:spPr>
          <a:xfrm>
            <a:off x="5949583" y="1384300"/>
            <a:ext cx="2583229" cy="1582737"/>
          </a:xfrm>
        </p:spPr>
        <p:txBody>
          <a:bodyPr/>
          <a:lstStyle/>
          <a:p>
            <a:endParaRPr kumimoji="1" lang="zh-HK" altLang="en-US" dirty="0"/>
          </a:p>
        </p:txBody>
      </p:sp>
      <p:sp>
        <p:nvSpPr>
          <p:cNvPr id="8" name="圖片版面配置區 23">
            <a:extLst>
              <a:ext uri="{FF2B5EF4-FFF2-40B4-BE49-F238E27FC236}">
                <a16:creationId xmlns:a16="http://schemas.microsoft.com/office/drawing/2014/main" id="{C47A0C86-3B66-98C0-B75B-E0000F3A242C}"/>
              </a:ext>
            </a:extLst>
          </p:cNvPr>
          <p:cNvSpPr>
            <a:spLocks noGrp="1"/>
          </p:cNvSpPr>
          <p:nvPr>
            <p:ph type="pic" sz="quarter" idx="24"/>
          </p:nvPr>
        </p:nvSpPr>
        <p:spPr>
          <a:xfrm>
            <a:off x="611187" y="3116457"/>
            <a:ext cx="2556000" cy="1507932"/>
          </a:xfrm>
        </p:spPr>
        <p:txBody>
          <a:bodyPr/>
          <a:lstStyle/>
          <a:p>
            <a:endParaRPr kumimoji="1" lang="zh-HK" altLang="en-US" dirty="0"/>
          </a:p>
        </p:txBody>
      </p:sp>
      <p:sp>
        <p:nvSpPr>
          <p:cNvPr id="9" name="圖片版面配置區 23">
            <a:extLst>
              <a:ext uri="{FF2B5EF4-FFF2-40B4-BE49-F238E27FC236}">
                <a16:creationId xmlns:a16="http://schemas.microsoft.com/office/drawing/2014/main" id="{F0E5D29D-986E-C8F4-3E84-0F0384F9F563}"/>
              </a:ext>
            </a:extLst>
          </p:cNvPr>
          <p:cNvSpPr>
            <a:spLocks noGrp="1"/>
          </p:cNvSpPr>
          <p:nvPr>
            <p:ph type="pic" sz="quarter" idx="25"/>
          </p:nvPr>
        </p:nvSpPr>
        <p:spPr>
          <a:xfrm>
            <a:off x="3283539" y="3116457"/>
            <a:ext cx="2555875" cy="1507932"/>
          </a:xfrm>
        </p:spPr>
        <p:txBody>
          <a:bodyPr/>
          <a:lstStyle/>
          <a:p>
            <a:endParaRPr kumimoji="1" lang="zh-HK" altLang="en-US" dirty="0"/>
          </a:p>
        </p:txBody>
      </p:sp>
      <p:sp>
        <p:nvSpPr>
          <p:cNvPr id="10" name="圖片版面配置區 23">
            <a:extLst>
              <a:ext uri="{FF2B5EF4-FFF2-40B4-BE49-F238E27FC236}">
                <a16:creationId xmlns:a16="http://schemas.microsoft.com/office/drawing/2014/main" id="{8B86B866-5AAD-2156-4765-BE603AAAE092}"/>
              </a:ext>
            </a:extLst>
          </p:cNvPr>
          <p:cNvSpPr>
            <a:spLocks noGrp="1"/>
          </p:cNvSpPr>
          <p:nvPr>
            <p:ph type="pic" sz="quarter" idx="26"/>
          </p:nvPr>
        </p:nvSpPr>
        <p:spPr>
          <a:xfrm>
            <a:off x="5949584" y="3116457"/>
            <a:ext cx="2583228" cy="1507932"/>
          </a:xfrm>
        </p:spPr>
        <p:txBody>
          <a:bodyPr/>
          <a:lstStyle/>
          <a:p>
            <a:endParaRPr kumimoji="1" lang="zh-HK" altLang="en-US" dirty="0"/>
          </a:p>
        </p:txBody>
      </p:sp>
      <p:sp>
        <p:nvSpPr>
          <p:cNvPr id="40" name="文字版面配置區 2">
            <a:extLst>
              <a:ext uri="{FF2B5EF4-FFF2-40B4-BE49-F238E27FC236}">
                <a16:creationId xmlns:a16="http://schemas.microsoft.com/office/drawing/2014/main" id="{0A0BD4BD-F4E9-3718-DC4B-50D6DBC985FA}"/>
              </a:ext>
            </a:extLst>
          </p:cNvPr>
          <p:cNvSpPr>
            <a:spLocks noGrp="1"/>
          </p:cNvSpPr>
          <p:nvPr>
            <p:ph type="body" idx="1" hasCustomPrompt="1"/>
          </p:nvPr>
        </p:nvSpPr>
        <p:spPr>
          <a:xfrm>
            <a:off x="611188" y="528638"/>
            <a:ext cx="6553200" cy="711200"/>
          </a:xfrm>
          <a:prstGeom prst="rect">
            <a:avLst/>
          </a:prstGeom>
        </p:spPr>
        <p:txBody>
          <a:bodyPr>
            <a:noAutofit/>
          </a:bodyPr>
          <a:lstStyle>
            <a:lvl1pPr marL="0" indent="0" algn="l">
              <a:spcBef>
                <a:spcPts val="0"/>
              </a:spcBef>
              <a:buNone/>
              <a:defRPr sz="2400" b="0" i="0">
                <a:solidFill>
                  <a:schemeClr val="bg2"/>
                </a:solidFill>
                <a:latin typeface="Avenir Next Medium" panose="020B0503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kumimoji="1" lang="en-US" altLang="zh-TW" dirty="0"/>
              <a:t>Headline font in Avenir Next and </a:t>
            </a:r>
            <a:br>
              <a:rPr kumimoji="1" lang="en-US" altLang="zh-TW" dirty="0"/>
            </a:br>
            <a:r>
              <a:rPr kumimoji="1" lang="en-US" altLang="zh-TW" dirty="0"/>
              <a:t>24pt font size which is adjustable</a:t>
            </a:r>
            <a:endParaRPr kumimoji="1" lang="zh-TW" altLang="en-US" dirty="0"/>
          </a:p>
        </p:txBody>
      </p:sp>
      <p:sp>
        <p:nvSpPr>
          <p:cNvPr id="41" name="內容版面配置區 17">
            <a:extLst>
              <a:ext uri="{FF2B5EF4-FFF2-40B4-BE49-F238E27FC236}">
                <a16:creationId xmlns:a16="http://schemas.microsoft.com/office/drawing/2014/main" id="{066E2BD4-2C16-AA8E-50BE-A92180BA4677}"/>
              </a:ext>
            </a:extLst>
          </p:cNvPr>
          <p:cNvSpPr>
            <a:spLocks noGrp="1"/>
          </p:cNvSpPr>
          <p:nvPr>
            <p:ph sz="quarter" idx="14" hasCustomPrompt="1"/>
          </p:nvPr>
        </p:nvSpPr>
        <p:spPr>
          <a:xfrm>
            <a:off x="611187" y="231775"/>
            <a:ext cx="3889375" cy="144463"/>
          </a:xfrm>
        </p:spPr>
        <p:txBody>
          <a:bodyPr anchor="ctr">
            <a:normAutofit/>
          </a:bodyPr>
          <a:lstStyle>
            <a:lvl1pPr>
              <a:defRPr sz="800" b="0" i="0">
                <a:latin typeface="Avenir Next Medium" panose="020B0503020202020204" pitchFamily="34" charset="0"/>
              </a:defRPr>
            </a:lvl1pPr>
          </a:lstStyle>
          <a:p>
            <a:pPr lvl="0"/>
            <a:r>
              <a:rPr kumimoji="1" lang="en-US" altLang="zh-TW" dirty="0"/>
              <a:t>ALL CAP SUBHEADING GOES HERE IN 8PT</a:t>
            </a:r>
            <a:endParaRPr kumimoji="1" lang="zh-HK" altLang="en-US" dirty="0"/>
          </a:p>
        </p:txBody>
      </p:sp>
      <p:sp>
        <p:nvSpPr>
          <p:cNvPr id="42" name="內容版面配置區 17">
            <a:extLst>
              <a:ext uri="{FF2B5EF4-FFF2-40B4-BE49-F238E27FC236}">
                <a16:creationId xmlns:a16="http://schemas.microsoft.com/office/drawing/2014/main" id="{56F48387-F1C8-9187-E176-4421B357D24A}"/>
              </a:ext>
            </a:extLst>
          </p:cNvPr>
          <p:cNvSpPr>
            <a:spLocks noGrp="1"/>
          </p:cNvSpPr>
          <p:nvPr>
            <p:ph sz="quarter" idx="31" hasCustomPrompt="1"/>
          </p:nvPr>
        </p:nvSpPr>
        <p:spPr>
          <a:xfrm>
            <a:off x="611186" y="1384300"/>
            <a:ext cx="1270080" cy="268517"/>
          </a:xfrm>
          <a:solidFill>
            <a:schemeClr val="tx1"/>
          </a:solidFill>
        </p:spPr>
        <p:txBody>
          <a:bodyPr wrap="square" lIns="72000" tIns="72000" rIns="72000" bIns="72000" anchor="ctr">
            <a:spAutoFit/>
          </a:bodyPr>
          <a:lstStyle>
            <a:lvl1pPr>
              <a:defRPr sz="800" b="0" i="0">
                <a:latin typeface="Avenir Next" panose="020B0503020202020204" pitchFamily="34" charset="0"/>
              </a:defRPr>
            </a:lvl1pPr>
          </a:lstStyle>
          <a:p>
            <a:pPr lvl="0"/>
            <a:r>
              <a:rPr kumimoji="1" lang="en-US" altLang="zh-TW" dirty="0"/>
              <a:t>Short title in regular 8pt</a:t>
            </a:r>
            <a:endParaRPr kumimoji="1" lang="zh-HK" altLang="en-US" dirty="0"/>
          </a:p>
        </p:txBody>
      </p:sp>
      <p:sp>
        <p:nvSpPr>
          <p:cNvPr id="43" name="內容版面配置區 17">
            <a:extLst>
              <a:ext uri="{FF2B5EF4-FFF2-40B4-BE49-F238E27FC236}">
                <a16:creationId xmlns:a16="http://schemas.microsoft.com/office/drawing/2014/main" id="{9805CE43-FBDC-2A97-D406-F642F5C4CF43}"/>
              </a:ext>
            </a:extLst>
          </p:cNvPr>
          <p:cNvSpPr>
            <a:spLocks noGrp="1"/>
          </p:cNvSpPr>
          <p:nvPr>
            <p:ph sz="quarter" idx="32" hasCustomPrompt="1"/>
          </p:nvPr>
        </p:nvSpPr>
        <p:spPr>
          <a:xfrm>
            <a:off x="3283539" y="1384300"/>
            <a:ext cx="1270080" cy="268517"/>
          </a:xfrm>
          <a:solidFill>
            <a:schemeClr val="tx1"/>
          </a:solidFill>
        </p:spPr>
        <p:txBody>
          <a:bodyPr wrap="square" lIns="72000" tIns="72000" rIns="72000" bIns="72000" anchor="ctr">
            <a:spAutoFit/>
          </a:bodyPr>
          <a:lstStyle>
            <a:lvl1pPr>
              <a:defRPr sz="800" b="0" i="0">
                <a:latin typeface="Avenir Next" panose="020B0503020202020204" pitchFamily="34" charset="0"/>
              </a:defRPr>
            </a:lvl1pPr>
          </a:lstStyle>
          <a:p>
            <a:pPr lvl="0"/>
            <a:r>
              <a:rPr kumimoji="1" lang="en-US" altLang="zh-TW" dirty="0"/>
              <a:t>Short title in regular 8pt</a:t>
            </a:r>
            <a:endParaRPr kumimoji="1" lang="zh-HK" altLang="en-US" dirty="0"/>
          </a:p>
        </p:txBody>
      </p:sp>
      <p:sp>
        <p:nvSpPr>
          <p:cNvPr id="44" name="內容版面配置區 17">
            <a:extLst>
              <a:ext uri="{FF2B5EF4-FFF2-40B4-BE49-F238E27FC236}">
                <a16:creationId xmlns:a16="http://schemas.microsoft.com/office/drawing/2014/main" id="{486680C3-F920-B666-C97C-E02DFAE46D9D}"/>
              </a:ext>
            </a:extLst>
          </p:cNvPr>
          <p:cNvSpPr>
            <a:spLocks noGrp="1"/>
          </p:cNvSpPr>
          <p:nvPr>
            <p:ph sz="quarter" idx="33" hasCustomPrompt="1"/>
          </p:nvPr>
        </p:nvSpPr>
        <p:spPr>
          <a:xfrm>
            <a:off x="5949584" y="1384300"/>
            <a:ext cx="1270080" cy="268517"/>
          </a:xfrm>
          <a:solidFill>
            <a:schemeClr val="tx1"/>
          </a:solidFill>
        </p:spPr>
        <p:txBody>
          <a:bodyPr wrap="square" lIns="72000" tIns="72000" rIns="72000" bIns="72000" anchor="ctr">
            <a:spAutoFit/>
          </a:bodyPr>
          <a:lstStyle>
            <a:lvl1pPr>
              <a:defRPr sz="800" b="0" i="0">
                <a:latin typeface="Avenir Next" panose="020B0503020202020204" pitchFamily="34" charset="0"/>
              </a:defRPr>
            </a:lvl1pPr>
          </a:lstStyle>
          <a:p>
            <a:pPr lvl="0"/>
            <a:r>
              <a:rPr kumimoji="1" lang="en-US" altLang="zh-TW" dirty="0"/>
              <a:t>Short title in regular 8pt</a:t>
            </a:r>
            <a:endParaRPr kumimoji="1" lang="zh-HK" altLang="en-US" dirty="0"/>
          </a:p>
        </p:txBody>
      </p:sp>
      <p:sp>
        <p:nvSpPr>
          <p:cNvPr id="45" name="內容版面配置區 17">
            <a:extLst>
              <a:ext uri="{FF2B5EF4-FFF2-40B4-BE49-F238E27FC236}">
                <a16:creationId xmlns:a16="http://schemas.microsoft.com/office/drawing/2014/main" id="{60216210-FA08-68B5-17E3-2D189A49FD3A}"/>
              </a:ext>
            </a:extLst>
          </p:cNvPr>
          <p:cNvSpPr>
            <a:spLocks noGrp="1"/>
          </p:cNvSpPr>
          <p:nvPr>
            <p:ph sz="quarter" idx="34" hasCustomPrompt="1"/>
          </p:nvPr>
        </p:nvSpPr>
        <p:spPr>
          <a:xfrm>
            <a:off x="611186" y="3116457"/>
            <a:ext cx="1270080" cy="268517"/>
          </a:xfrm>
          <a:solidFill>
            <a:schemeClr val="tx1"/>
          </a:solidFill>
        </p:spPr>
        <p:txBody>
          <a:bodyPr wrap="square" lIns="72000" tIns="72000" rIns="72000" bIns="72000" anchor="ctr">
            <a:spAutoFit/>
          </a:bodyPr>
          <a:lstStyle>
            <a:lvl1pPr>
              <a:defRPr sz="800" b="0" i="0">
                <a:latin typeface="Avenir Next" panose="020B0503020202020204" pitchFamily="34" charset="0"/>
              </a:defRPr>
            </a:lvl1pPr>
          </a:lstStyle>
          <a:p>
            <a:pPr lvl="0"/>
            <a:r>
              <a:rPr kumimoji="1" lang="en-US" altLang="zh-TW" dirty="0"/>
              <a:t>Short title in regular 8pt</a:t>
            </a:r>
            <a:endParaRPr kumimoji="1" lang="zh-HK" altLang="en-US" dirty="0"/>
          </a:p>
        </p:txBody>
      </p:sp>
      <p:sp>
        <p:nvSpPr>
          <p:cNvPr id="46" name="內容版面配置區 17">
            <a:extLst>
              <a:ext uri="{FF2B5EF4-FFF2-40B4-BE49-F238E27FC236}">
                <a16:creationId xmlns:a16="http://schemas.microsoft.com/office/drawing/2014/main" id="{B30FAC14-1218-288C-181B-74076F8CA4E7}"/>
              </a:ext>
            </a:extLst>
          </p:cNvPr>
          <p:cNvSpPr>
            <a:spLocks noGrp="1"/>
          </p:cNvSpPr>
          <p:nvPr>
            <p:ph sz="quarter" idx="35" hasCustomPrompt="1"/>
          </p:nvPr>
        </p:nvSpPr>
        <p:spPr>
          <a:xfrm>
            <a:off x="3283539" y="3116457"/>
            <a:ext cx="1270080" cy="268517"/>
          </a:xfrm>
          <a:solidFill>
            <a:schemeClr val="tx1"/>
          </a:solidFill>
        </p:spPr>
        <p:txBody>
          <a:bodyPr wrap="square" lIns="72000" tIns="72000" rIns="72000" bIns="72000" anchor="ctr">
            <a:spAutoFit/>
          </a:bodyPr>
          <a:lstStyle>
            <a:lvl1pPr>
              <a:defRPr sz="800" b="0" i="0">
                <a:latin typeface="Avenir Next" panose="020B0503020202020204" pitchFamily="34" charset="0"/>
              </a:defRPr>
            </a:lvl1pPr>
          </a:lstStyle>
          <a:p>
            <a:pPr lvl="0"/>
            <a:r>
              <a:rPr kumimoji="1" lang="en-US" altLang="zh-TW" dirty="0"/>
              <a:t>Short title in regular 8pt</a:t>
            </a:r>
            <a:endParaRPr kumimoji="1" lang="zh-HK" altLang="en-US" dirty="0"/>
          </a:p>
        </p:txBody>
      </p:sp>
      <p:sp>
        <p:nvSpPr>
          <p:cNvPr id="47" name="內容版面配置區 17">
            <a:extLst>
              <a:ext uri="{FF2B5EF4-FFF2-40B4-BE49-F238E27FC236}">
                <a16:creationId xmlns:a16="http://schemas.microsoft.com/office/drawing/2014/main" id="{B8A6919E-A968-BAE8-71A6-0BB0F7EAF168}"/>
              </a:ext>
            </a:extLst>
          </p:cNvPr>
          <p:cNvSpPr>
            <a:spLocks noGrp="1"/>
          </p:cNvSpPr>
          <p:nvPr>
            <p:ph sz="quarter" idx="36" hasCustomPrompt="1"/>
          </p:nvPr>
        </p:nvSpPr>
        <p:spPr>
          <a:xfrm>
            <a:off x="5949584" y="3116457"/>
            <a:ext cx="1270080" cy="268517"/>
          </a:xfrm>
          <a:solidFill>
            <a:schemeClr val="tx1"/>
          </a:solidFill>
        </p:spPr>
        <p:txBody>
          <a:bodyPr wrap="square" lIns="72000" tIns="72000" rIns="72000" bIns="72000" anchor="ctr">
            <a:spAutoFit/>
          </a:bodyPr>
          <a:lstStyle>
            <a:lvl1pPr>
              <a:defRPr sz="800" b="0" i="0">
                <a:latin typeface="Avenir Next" panose="020B0503020202020204" pitchFamily="34" charset="0"/>
              </a:defRPr>
            </a:lvl1pPr>
          </a:lstStyle>
          <a:p>
            <a:pPr lvl="0"/>
            <a:r>
              <a:rPr kumimoji="1" lang="en-US" altLang="zh-TW" dirty="0"/>
              <a:t>Short title in regular 8pt</a:t>
            </a:r>
            <a:endParaRPr kumimoji="1" lang="zh-HK" altLang="en-US" dirty="0"/>
          </a:p>
        </p:txBody>
      </p:sp>
      <p:sp>
        <p:nvSpPr>
          <p:cNvPr id="48" name="文字方塊 47">
            <a:extLst>
              <a:ext uri="{FF2B5EF4-FFF2-40B4-BE49-F238E27FC236}">
                <a16:creationId xmlns:a16="http://schemas.microsoft.com/office/drawing/2014/main" id="{12D94B83-ED1C-6FAF-0509-B06484C9992C}"/>
              </a:ext>
            </a:extLst>
          </p:cNvPr>
          <p:cNvSpPr txBox="1"/>
          <p:nvPr userDrawn="1"/>
        </p:nvSpPr>
        <p:spPr>
          <a:xfrm rot="5400000">
            <a:off x="-903960" y="3375528"/>
            <a:ext cx="2675745" cy="107722"/>
          </a:xfrm>
          <a:prstGeom prst="rect">
            <a:avLst/>
          </a:prstGeom>
          <a:noFill/>
        </p:spPr>
        <p:txBody>
          <a:bodyPr wrap="square" lIns="0" tIns="0" rIns="0" bIns="0" rtlCol="0" anchor="t" anchorCtr="0">
            <a:spAutoFit/>
          </a:bodyPr>
          <a:lstStyle/>
          <a:p>
            <a:pPr lvl="0" algn="r"/>
            <a:r>
              <a:rPr kumimoji="1" lang="en-US" altLang="zh-HK" sz="700" b="1" i="0" kern="1200" dirty="0">
                <a:solidFill>
                  <a:srgbClr val="000000"/>
                </a:solidFill>
                <a:latin typeface="Avenir Next Demi Bold" panose="020B0503020202020204" pitchFamily="34" charset="0"/>
                <a:ea typeface="+mn-ea"/>
                <a:cs typeface="+mn-cs"/>
              </a:rPr>
              <a:t>CONFIDENTIAL &amp; RESTRICTED BY MRDI</a:t>
            </a:r>
            <a:endParaRPr kumimoji="1" lang="zh-HK" altLang="en-US" sz="700" b="1" i="0" kern="1200" dirty="0">
              <a:solidFill>
                <a:srgbClr val="000000"/>
              </a:solidFill>
              <a:latin typeface="Avenir Next Demi Bold" panose="020B0503020202020204" pitchFamily="34" charset="0"/>
              <a:ea typeface="+mn-ea"/>
              <a:cs typeface="+mn-cs"/>
            </a:endParaRPr>
          </a:p>
        </p:txBody>
      </p:sp>
    </p:spTree>
    <p:extLst>
      <p:ext uri="{BB962C8B-B14F-4D97-AF65-F5344CB8AC3E}">
        <p14:creationId xmlns:p14="http://schemas.microsoft.com/office/powerpoint/2010/main" val="254310018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7_Content page_1">
    <p:bg>
      <p:bgPr>
        <a:solidFill>
          <a:schemeClr val="tx1"/>
        </a:solidFill>
        <a:effectLst/>
      </p:bgPr>
    </p:bg>
    <p:spTree>
      <p:nvGrpSpPr>
        <p:cNvPr id="1" name=""/>
        <p:cNvGrpSpPr/>
        <p:nvPr/>
      </p:nvGrpSpPr>
      <p:grpSpPr>
        <a:xfrm>
          <a:off x="0" y="0"/>
          <a:ext cx="0" cy="0"/>
          <a:chOff x="0" y="0"/>
          <a:chExt cx="0" cy="0"/>
        </a:xfrm>
      </p:grpSpPr>
      <p:sp>
        <p:nvSpPr>
          <p:cNvPr id="13" name="矩形 12">
            <a:extLst>
              <a:ext uri="{FF2B5EF4-FFF2-40B4-BE49-F238E27FC236}">
                <a16:creationId xmlns:a16="http://schemas.microsoft.com/office/drawing/2014/main" id="{0D7EC9B8-2448-44D1-48FE-B874C292D767}"/>
              </a:ext>
            </a:extLst>
          </p:cNvPr>
          <p:cNvSpPr>
            <a:spLocks noChangeAspect="1"/>
          </p:cNvSpPr>
          <p:nvPr userDrawn="1"/>
        </p:nvSpPr>
        <p:spPr>
          <a:xfrm>
            <a:off x="401514" y="4846519"/>
            <a:ext cx="64800" cy="648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solidFill>
                <a:srgbClr val="000000"/>
              </a:solidFill>
            </a:endParaRPr>
          </a:p>
        </p:txBody>
      </p:sp>
      <p:pic>
        <p:nvPicPr>
          <p:cNvPr id="15" name="圖片 14">
            <a:extLst>
              <a:ext uri="{FF2B5EF4-FFF2-40B4-BE49-F238E27FC236}">
                <a16:creationId xmlns:a16="http://schemas.microsoft.com/office/drawing/2014/main" id="{D7581C61-86A2-7ECE-B1AA-3B4253FE29FF}"/>
              </a:ext>
            </a:extLst>
          </p:cNvPr>
          <p:cNvPicPr>
            <a:picLocks noChangeAspect="1"/>
          </p:cNvPicPr>
          <p:nvPr userDrawn="1"/>
        </p:nvPicPr>
        <p:blipFill>
          <a:blip r:embed="rId2"/>
          <a:stretch>
            <a:fillRect/>
          </a:stretch>
        </p:blipFill>
        <p:spPr>
          <a:xfrm>
            <a:off x="7858340" y="4691044"/>
            <a:ext cx="684000" cy="222153"/>
          </a:xfrm>
          <a:prstGeom prst="rect">
            <a:avLst/>
          </a:prstGeom>
        </p:spPr>
      </p:pic>
      <p:sp>
        <p:nvSpPr>
          <p:cNvPr id="16" name="矩形 15">
            <a:extLst>
              <a:ext uri="{FF2B5EF4-FFF2-40B4-BE49-F238E27FC236}">
                <a16:creationId xmlns:a16="http://schemas.microsoft.com/office/drawing/2014/main" id="{9E07604B-DFAB-4F38-10F3-ED1484DD249A}"/>
              </a:ext>
            </a:extLst>
          </p:cNvPr>
          <p:cNvSpPr/>
          <p:nvPr userDrawn="1"/>
        </p:nvSpPr>
        <p:spPr>
          <a:xfrm>
            <a:off x="8677275" y="4838905"/>
            <a:ext cx="72820" cy="728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solidFill>
                <a:srgbClr val="000000"/>
              </a:solidFill>
            </a:endParaRPr>
          </a:p>
        </p:txBody>
      </p:sp>
      <p:sp>
        <p:nvSpPr>
          <p:cNvPr id="17" name="Page #">
            <a:extLst>
              <a:ext uri="{FF2B5EF4-FFF2-40B4-BE49-F238E27FC236}">
                <a16:creationId xmlns:a16="http://schemas.microsoft.com/office/drawing/2014/main" id="{CC2EF8B8-7DBD-003C-CEF2-54A1BC63357C}"/>
              </a:ext>
            </a:extLst>
          </p:cNvPr>
          <p:cNvSpPr txBox="1"/>
          <p:nvPr userDrawn="1"/>
        </p:nvSpPr>
        <p:spPr>
          <a:xfrm>
            <a:off x="8677275" y="4679459"/>
            <a:ext cx="565431" cy="131994"/>
          </a:xfrm>
          <a:prstGeom prst="rect">
            <a:avLst/>
          </a:prstGeom>
        </p:spPr>
        <p:txBody>
          <a:bodyPr vert="horz" lIns="0" tIns="0" rIns="0" bIns="0" rtlCol="0" anchor="t"/>
          <a:lstStyle>
            <a:defPPr>
              <a:defRPr lang="en-US"/>
            </a:defPPr>
            <a:lvl1pPr>
              <a:defRPr>
                <a:solidFill>
                  <a:srgbClr val="000000"/>
                </a:solidFill>
                <a:latin typeface="+mn-lt" charset="0"/>
                <a:ea typeface="+mn-lt" charset="0"/>
                <a:cs typeface="+mn-lt" charset="0"/>
              </a:defRPr>
            </a:lvl1pPr>
          </a:lstStyle>
          <a:p>
            <a:pPr lvl="0" algn="l">
              <a:lnSpc>
                <a:spcPts val="1000"/>
              </a:lnSpc>
            </a:pPr>
            <a:fld id="{DA68CEF4-E06B-2F45-9C1B-34EEEC442DB9}" type="slidenum">
              <a:rPr lang="en-GB" sz="600" b="0" i="0" smtClean="0">
                <a:latin typeface="+mj-lt"/>
                <a:ea typeface="Arial" charset="0"/>
                <a:cs typeface="Arial" panose="020B0604020202020204" pitchFamily="34" charset="0"/>
              </a:rPr>
              <a:pPr lvl="0" algn="l">
                <a:lnSpc>
                  <a:spcPts val="1000"/>
                </a:lnSpc>
              </a:pPr>
              <a:t>‹#›</a:t>
            </a:fld>
            <a:endParaRPr lang="en-GB" sz="600" b="0" i="0" dirty="0">
              <a:latin typeface="+mj-lt"/>
              <a:ea typeface="Arial" charset="0"/>
              <a:cs typeface="Arial" panose="020B0604020202020204" pitchFamily="34" charset="0"/>
            </a:endParaRPr>
          </a:p>
        </p:txBody>
      </p:sp>
      <p:sp>
        <p:nvSpPr>
          <p:cNvPr id="24" name="圖片版面配置區 23">
            <a:extLst>
              <a:ext uri="{FF2B5EF4-FFF2-40B4-BE49-F238E27FC236}">
                <a16:creationId xmlns:a16="http://schemas.microsoft.com/office/drawing/2014/main" id="{6749BF15-6C12-41D3-0D8A-CB70EA167EED}"/>
              </a:ext>
            </a:extLst>
          </p:cNvPr>
          <p:cNvSpPr>
            <a:spLocks noGrp="1"/>
          </p:cNvSpPr>
          <p:nvPr>
            <p:ph type="pic" sz="quarter" idx="18"/>
          </p:nvPr>
        </p:nvSpPr>
        <p:spPr>
          <a:xfrm>
            <a:off x="611186" y="1384300"/>
            <a:ext cx="7921625" cy="3230562"/>
          </a:xfrm>
        </p:spPr>
        <p:txBody>
          <a:bodyPr/>
          <a:lstStyle/>
          <a:p>
            <a:endParaRPr kumimoji="1" lang="zh-HK" altLang="en-US" dirty="0"/>
          </a:p>
        </p:txBody>
      </p:sp>
      <p:sp>
        <p:nvSpPr>
          <p:cNvPr id="7" name="文字版面配置區 2">
            <a:extLst>
              <a:ext uri="{FF2B5EF4-FFF2-40B4-BE49-F238E27FC236}">
                <a16:creationId xmlns:a16="http://schemas.microsoft.com/office/drawing/2014/main" id="{9CC3E18B-E9A5-FCE4-20DD-7E61EB8C9D89}"/>
              </a:ext>
            </a:extLst>
          </p:cNvPr>
          <p:cNvSpPr>
            <a:spLocks noGrp="1"/>
          </p:cNvSpPr>
          <p:nvPr>
            <p:ph type="body" idx="1" hasCustomPrompt="1"/>
          </p:nvPr>
        </p:nvSpPr>
        <p:spPr>
          <a:xfrm>
            <a:off x="611188" y="528638"/>
            <a:ext cx="6553200" cy="711200"/>
          </a:xfrm>
          <a:prstGeom prst="rect">
            <a:avLst/>
          </a:prstGeom>
        </p:spPr>
        <p:txBody>
          <a:bodyPr>
            <a:noAutofit/>
          </a:bodyPr>
          <a:lstStyle>
            <a:lvl1pPr marL="0" indent="0" algn="l">
              <a:spcBef>
                <a:spcPts val="0"/>
              </a:spcBef>
              <a:buNone/>
              <a:defRPr sz="2400" b="0" i="0">
                <a:solidFill>
                  <a:schemeClr val="bg2"/>
                </a:solidFill>
                <a:latin typeface="Avenir Next Medium" panose="020B0503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kumimoji="1" lang="en-US" altLang="zh-TW" dirty="0"/>
              <a:t>Headline font in Avenir Next and </a:t>
            </a:r>
            <a:br>
              <a:rPr kumimoji="1" lang="en-US" altLang="zh-TW" dirty="0"/>
            </a:br>
            <a:r>
              <a:rPr kumimoji="1" lang="en-US" altLang="zh-TW" dirty="0"/>
              <a:t>24pt font size which is adjustable</a:t>
            </a:r>
            <a:endParaRPr kumimoji="1" lang="zh-TW" altLang="en-US" dirty="0"/>
          </a:p>
        </p:txBody>
      </p:sp>
      <p:sp>
        <p:nvSpPr>
          <p:cNvPr id="20" name="內容版面配置區 17">
            <a:extLst>
              <a:ext uri="{FF2B5EF4-FFF2-40B4-BE49-F238E27FC236}">
                <a16:creationId xmlns:a16="http://schemas.microsoft.com/office/drawing/2014/main" id="{5DCDD6EF-9D20-828E-04FC-46245C199760}"/>
              </a:ext>
            </a:extLst>
          </p:cNvPr>
          <p:cNvSpPr>
            <a:spLocks noGrp="1"/>
          </p:cNvSpPr>
          <p:nvPr>
            <p:ph sz="quarter" idx="14" hasCustomPrompt="1"/>
          </p:nvPr>
        </p:nvSpPr>
        <p:spPr>
          <a:xfrm>
            <a:off x="611187" y="231775"/>
            <a:ext cx="3889375" cy="144463"/>
          </a:xfrm>
        </p:spPr>
        <p:txBody>
          <a:bodyPr anchor="ctr">
            <a:normAutofit/>
          </a:bodyPr>
          <a:lstStyle>
            <a:lvl1pPr>
              <a:defRPr sz="800" b="0" i="0">
                <a:latin typeface="Avenir Next Medium" panose="020B0503020202020204" pitchFamily="34" charset="0"/>
              </a:defRPr>
            </a:lvl1pPr>
          </a:lstStyle>
          <a:p>
            <a:pPr lvl="0"/>
            <a:r>
              <a:rPr kumimoji="1" lang="en-US" altLang="zh-TW" dirty="0"/>
              <a:t>ALL CAP SUBHEADING GOES HERE IN 8PT</a:t>
            </a:r>
            <a:endParaRPr kumimoji="1" lang="zh-HK" altLang="en-US" dirty="0"/>
          </a:p>
        </p:txBody>
      </p:sp>
      <p:sp>
        <p:nvSpPr>
          <p:cNvPr id="21" name="內容版面配置區 17">
            <a:extLst>
              <a:ext uri="{FF2B5EF4-FFF2-40B4-BE49-F238E27FC236}">
                <a16:creationId xmlns:a16="http://schemas.microsoft.com/office/drawing/2014/main" id="{BE97CF67-A76D-8D9B-3C17-3F3279B7937A}"/>
              </a:ext>
            </a:extLst>
          </p:cNvPr>
          <p:cNvSpPr>
            <a:spLocks noGrp="1"/>
          </p:cNvSpPr>
          <p:nvPr>
            <p:ph sz="quarter" idx="31" hasCustomPrompt="1"/>
          </p:nvPr>
        </p:nvSpPr>
        <p:spPr>
          <a:xfrm>
            <a:off x="611186" y="1384300"/>
            <a:ext cx="1270080" cy="268517"/>
          </a:xfrm>
          <a:solidFill>
            <a:schemeClr val="tx1"/>
          </a:solidFill>
        </p:spPr>
        <p:txBody>
          <a:bodyPr wrap="square" lIns="72000" tIns="72000" rIns="72000" bIns="72000" anchor="ctr">
            <a:spAutoFit/>
          </a:bodyPr>
          <a:lstStyle>
            <a:lvl1pPr>
              <a:defRPr sz="800" b="0" i="0">
                <a:latin typeface="Avenir Next" panose="020B0503020202020204" pitchFamily="34" charset="0"/>
              </a:defRPr>
            </a:lvl1pPr>
          </a:lstStyle>
          <a:p>
            <a:pPr lvl="0"/>
            <a:r>
              <a:rPr kumimoji="1" lang="en-US" altLang="zh-TW" dirty="0"/>
              <a:t>Short title in regular 8pt</a:t>
            </a:r>
            <a:endParaRPr kumimoji="1" lang="zh-HK" altLang="en-US" dirty="0"/>
          </a:p>
        </p:txBody>
      </p:sp>
      <p:sp>
        <p:nvSpPr>
          <p:cNvPr id="22" name="文字方塊 21">
            <a:extLst>
              <a:ext uri="{FF2B5EF4-FFF2-40B4-BE49-F238E27FC236}">
                <a16:creationId xmlns:a16="http://schemas.microsoft.com/office/drawing/2014/main" id="{FABE4217-8F66-2E01-24FA-4F7A53081E90}"/>
              </a:ext>
            </a:extLst>
          </p:cNvPr>
          <p:cNvSpPr txBox="1"/>
          <p:nvPr userDrawn="1"/>
        </p:nvSpPr>
        <p:spPr>
          <a:xfrm rot="5400000">
            <a:off x="-903960" y="3375528"/>
            <a:ext cx="2675745" cy="107722"/>
          </a:xfrm>
          <a:prstGeom prst="rect">
            <a:avLst/>
          </a:prstGeom>
          <a:noFill/>
        </p:spPr>
        <p:txBody>
          <a:bodyPr wrap="square" lIns="0" tIns="0" rIns="0" bIns="0" rtlCol="0" anchor="t" anchorCtr="0">
            <a:spAutoFit/>
          </a:bodyPr>
          <a:lstStyle/>
          <a:p>
            <a:pPr lvl="0" algn="r"/>
            <a:r>
              <a:rPr kumimoji="1" lang="en-US" altLang="zh-HK" sz="700" b="1" i="0" kern="1200" dirty="0">
                <a:solidFill>
                  <a:srgbClr val="000000"/>
                </a:solidFill>
                <a:latin typeface="Avenir Next Demi Bold" panose="020B0503020202020204" pitchFamily="34" charset="0"/>
                <a:ea typeface="+mn-ea"/>
                <a:cs typeface="+mn-cs"/>
              </a:rPr>
              <a:t>CONFIDENTIAL &amp; RESTRICTED BY MRDI</a:t>
            </a:r>
            <a:endParaRPr kumimoji="1" lang="zh-HK" altLang="en-US" sz="700" b="1" i="0" kern="1200" dirty="0">
              <a:solidFill>
                <a:srgbClr val="000000"/>
              </a:solidFill>
              <a:latin typeface="Avenir Next Demi Bold" panose="020B0503020202020204" pitchFamily="34" charset="0"/>
              <a:ea typeface="+mn-ea"/>
              <a:cs typeface="+mn-cs"/>
            </a:endParaRPr>
          </a:p>
        </p:txBody>
      </p:sp>
    </p:spTree>
    <p:extLst>
      <p:ext uri="{BB962C8B-B14F-4D97-AF65-F5344CB8AC3E}">
        <p14:creationId xmlns:p14="http://schemas.microsoft.com/office/powerpoint/2010/main" val="38788916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6_Content page_1">
    <p:bg>
      <p:bgPr>
        <a:solidFill>
          <a:schemeClr val="tx1"/>
        </a:solidFill>
        <a:effectLst/>
      </p:bgPr>
    </p:bg>
    <p:spTree>
      <p:nvGrpSpPr>
        <p:cNvPr id="1" name=""/>
        <p:cNvGrpSpPr/>
        <p:nvPr/>
      </p:nvGrpSpPr>
      <p:grpSpPr>
        <a:xfrm>
          <a:off x="0" y="0"/>
          <a:ext cx="0" cy="0"/>
          <a:chOff x="0" y="0"/>
          <a:chExt cx="0" cy="0"/>
        </a:xfrm>
      </p:grpSpPr>
      <p:sp>
        <p:nvSpPr>
          <p:cNvPr id="13" name="矩形 12">
            <a:extLst>
              <a:ext uri="{FF2B5EF4-FFF2-40B4-BE49-F238E27FC236}">
                <a16:creationId xmlns:a16="http://schemas.microsoft.com/office/drawing/2014/main" id="{0D7EC9B8-2448-44D1-48FE-B874C292D767}"/>
              </a:ext>
            </a:extLst>
          </p:cNvPr>
          <p:cNvSpPr>
            <a:spLocks noChangeAspect="1"/>
          </p:cNvSpPr>
          <p:nvPr userDrawn="1"/>
        </p:nvSpPr>
        <p:spPr>
          <a:xfrm>
            <a:off x="401514" y="4846519"/>
            <a:ext cx="64800" cy="648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solidFill>
                <a:srgbClr val="000000"/>
              </a:solidFill>
            </a:endParaRPr>
          </a:p>
        </p:txBody>
      </p:sp>
      <p:pic>
        <p:nvPicPr>
          <p:cNvPr id="15" name="圖片 14">
            <a:extLst>
              <a:ext uri="{FF2B5EF4-FFF2-40B4-BE49-F238E27FC236}">
                <a16:creationId xmlns:a16="http://schemas.microsoft.com/office/drawing/2014/main" id="{D7581C61-86A2-7ECE-B1AA-3B4253FE29FF}"/>
              </a:ext>
            </a:extLst>
          </p:cNvPr>
          <p:cNvPicPr>
            <a:picLocks noChangeAspect="1"/>
          </p:cNvPicPr>
          <p:nvPr userDrawn="1"/>
        </p:nvPicPr>
        <p:blipFill>
          <a:blip r:embed="rId2"/>
          <a:stretch>
            <a:fillRect/>
          </a:stretch>
        </p:blipFill>
        <p:spPr>
          <a:xfrm>
            <a:off x="7858340" y="4691044"/>
            <a:ext cx="684000" cy="222153"/>
          </a:xfrm>
          <a:prstGeom prst="rect">
            <a:avLst/>
          </a:prstGeom>
        </p:spPr>
      </p:pic>
      <p:sp>
        <p:nvSpPr>
          <p:cNvPr id="16" name="矩形 15">
            <a:extLst>
              <a:ext uri="{FF2B5EF4-FFF2-40B4-BE49-F238E27FC236}">
                <a16:creationId xmlns:a16="http://schemas.microsoft.com/office/drawing/2014/main" id="{9E07604B-DFAB-4F38-10F3-ED1484DD249A}"/>
              </a:ext>
            </a:extLst>
          </p:cNvPr>
          <p:cNvSpPr/>
          <p:nvPr userDrawn="1"/>
        </p:nvSpPr>
        <p:spPr>
          <a:xfrm>
            <a:off x="8677275" y="4838905"/>
            <a:ext cx="72820" cy="728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solidFill>
                <a:srgbClr val="000000"/>
              </a:solidFill>
            </a:endParaRPr>
          </a:p>
        </p:txBody>
      </p:sp>
      <p:sp>
        <p:nvSpPr>
          <p:cNvPr id="17" name="Page #">
            <a:extLst>
              <a:ext uri="{FF2B5EF4-FFF2-40B4-BE49-F238E27FC236}">
                <a16:creationId xmlns:a16="http://schemas.microsoft.com/office/drawing/2014/main" id="{CC2EF8B8-7DBD-003C-CEF2-54A1BC63357C}"/>
              </a:ext>
            </a:extLst>
          </p:cNvPr>
          <p:cNvSpPr txBox="1"/>
          <p:nvPr userDrawn="1"/>
        </p:nvSpPr>
        <p:spPr>
          <a:xfrm>
            <a:off x="8677275" y="4679459"/>
            <a:ext cx="565431" cy="131994"/>
          </a:xfrm>
          <a:prstGeom prst="rect">
            <a:avLst/>
          </a:prstGeom>
        </p:spPr>
        <p:txBody>
          <a:bodyPr vert="horz" lIns="0" tIns="0" rIns="0" bIns="0" rtlCol="0" anchor="t"/>
          <a:lstStyle>
            <a:defPPr>
              <a:defRPr lang="en-US"/>
            </a:defPPr>
            <a:lvl1pPr>
              <a:defRPr>
                <a:solidFill>
                  <a:srgbClr val="000000"/>
                </a:solidFill>
                <a:latin typeface="+mn-lt" charset="0"/>
                <a:ea typeface="+mn-lt" charset="0"/>
                <a:cs typeface="+mn-lt" charset="0"/>
              </a:defRPr>
            </a:lvl1pPr>
          </a:lstStyle>
          <a:p>
            <a:pPr lvl="0" algn="l">
              <a:lnSpc>
                <a:spcPts val="1000"/>
              </a:lnSpc>
            </a:pPr>
            <a:fld id="{DA68CEF4-E06B-2F45-9C1B-34EEEC442DB9}" type="slidenum">
              <a:rPr lang="en-GB" sz="600" b="0" i="0" smtClean="0">
                <a:latin typeface="+mj-lt"/>
                <a:ea typeface="Arial" charset="0"/>
                <a:cs typeface="Arial" panose="020B0604020202020204" pitchFamily="34" charset="0"/>
              </a:rPr>
              <a:pPr lvl="0" algn="l">
                <a:lnSpc>
                  <a:spcPts val="1000"/>
                </a:lnSpc>
              </a:pPr>
              <a:t>‹#›</a:t>
            </a:fld>
            <a:endParaRPr lang="en-GB" sz="600" b="0" i="0" dirty="0">
              <a:latin typeface="+mj-lt"/>
              <a:ea typeface="Arial" charset="0"/>
              <a:cs typeface="Arial" panose="020B0604020202020204" pitchFamily="34" charset="0"/>
            </a:endParaRPr>
          </a:p>
        </p:txBody>
      </p:sp>
      <p:sp>
        <p:nvSpPr>
          <p:cNvPr id="24" name="圖片版面配置區 23">
            <a:extLst>
              <a:ext uri="{FF2B5EF4-FFF2-40B4-BE49-F238E27FC236}">
                <a16:creationId xmlns:a16="http://schemas.microsoft.com/office/drawing/2014/main" id="{6749BF15-6C12-41D3-0D8A-CB70EA167EED}"/>
              </a:ext>
            </a:extLst>
          </p:cNvPr>
          <p:cNvSpPr>
            <a:spLocks noGrp="1"/>
          </p:cNvSpPr>
          <p:nvPr>
            <p:ph type="pic" sz="quarter" idx="18"/>
          </p:nvPr>
        </p:nvSpPr>
        <p:spPr>
          <a:xfrm>
            <a:off x="611187" y="1384300"/>
            <a:ext cx="2556000" cy="3230562"/>
          </a:xfrm>
        </p:spPr>
        <p:txBody>
          <a:bodyPr/>
          <a:lstStyle/>
          <a:p>
            <a:endParaRPr kumimoji="1" lang="zh-HK" altLang="en-US" dirty="0"/>
          </a:p>
        </p:txBody>
      </p:sp>
      <p:sp>
        <p:nvSpPr>
          <p:cNvPr id="27" name="圖片版面配置區 23">
            <a:extLst>
              <a:ext uri="{FF2B5EF4-FFF2-40B4-BE49-F238E27FC236}">
                <a16:creationId xmlns:a16="http://schemas.microsoft.com/office/drawing/2014/main" id="{11375CC6-A421-3A3A-F0C0-925E1F53BDD2}"/>
              </a:ext>
            </a:extLst>
          </p:cNvPr>
          <p:cNvSpPr>
            <a:spLocks noGrp="1"/>
          </p:cNvSpPr>
          <p:nvPr>
            <p:ph type="pic" sz="quarter" idx="19"/>
          </p:nvPr>
        </p:nvSpPr>
        <p:spPr>
          <a:xfrm>
            <a:off x="3283539" y="1384300"/>
            <a:ext cx="2555875" cy="1582737"/>
          </a:xfrm>
        </p:spPr>
        <p:txBody>
          <a:bodyPr/>
          <a:lstStyle/>
          <a:p>
            <a:endParaRPr kumimoji="1" lang="zh-HK" altLang="en-US" dirty="0"/>
          </a:p>
        </p:txBody>
      </p:sp>
      <p:sp>
        <p:nvSpPr>
          <p:cNvPr id="28" name="圖片版面配置區 23">
            <a:extLst>
              <a:ext uri="{FF2B5EF4-FFF2-40B4-BE49-F238E27FC236}">
                <a16:creationId xmlns:a16="http://schemas.microsoft.com/office/drawing/2014/main" id="{1D26FA89-4A9F-E81E-2042-FB3BAFBFB3E2}"/>
              </a:ext>
            </a:extLst>
          </p:cNvPr>
          <p:cNvSpPr>
            <a:spLocks noGrp="1"/>
          </p:cNvSpPr>
          <p:nvPr>
            <p:ph type="pic" sz="quarter" idx="20"/>
          </p:nvPr>
        </p:nvSpPr>
        <p:spPr>
          <a:xfrm>
            <a:off x="5949584" y="1384300"/>
            <a:ext cx="2592756" cy="1582737"/>
          </a:xfrm>
        </p:spPr>
        <p:txBody>
          <a:bodyPr/>
          <a:lstStyle/>
          <a:p>
            <a:endParaRPr kumimoji="1" lang="zh-HK" altLang="en-US" dirty="0"/>
          </a:p>
        </p:txBody>
      </p:sp>
      <p:sp>
        <p:nvSpPr>
          <p:cNvPr id="5" name="圖片版面配置區 23">
            <a:extLst>
              <a:ext uri="{FF2B5EF4-FFF2-40B4-BE49-F238E27FC236}">
                <a16:creationId xmlns:a16="http://schemas.microsoft.com/office/drawing/2014/main" id="{56AF7904-BDD8-A533-FA68-9BCFC9E54A93}"/>
              </a:ext>
            </a:extLst>
          </p:cNvPr>
          <p:cNvSpPr>
            <a:spLocks noGrp="1"/>
          </p:cNvSpPr>
          <p:nvPr>
            <p:ph type="pic" sz="quarter" idx="25"/>
          </p:nvPr>
        </p:nvSpPr>
        <p:spPr>
          <a:xfrm>
            <a:off x="3283539" y="3116457"/>
            <a:ext cx="5249274" cy="1507932"/>
          </a:xfrm>
        </p:spPr>
        <p:txBody>
          <a:bodyPr/>
          <a:lstStyle/>
          <a:p>
            <a:endParaRPr kumimoji="1" lang="zh-HK" altLang="en-US" dirty="0"/>
          </a:p>
        </p:txBody>
      </p:sp>
      <p:sp>
        <p:nvSpPr>
          <p:cNvPr id="21" name="文字方塊 20">
            <a:extLst>
              <a:ext uri="{FF2B5EF4-FFF2-40B4-BE49-F238E27FC236}">
                <a16:creationId xmlns:a16="http://schemas.microsoft.com/office/drawing/2014/main" id="{9FE704EF-E80B-5CF9-562E-C2194AED7289}"/>
              </a:ext>
            </a:extLst>
          </p:cNvPr>
          <p:cNvSpPr txBox="1"/>
          <p:nvPr userDrawn="1"/>
        </p:nvSpPr>
        <p:spPr>
          <a:xfrm rot="5400000">
            <a:off x="-903960" y="3375528"/>
            <a:ext cx="2675745" cy="107722"/>
          </a:xfrm>
          <a:prstGeom prst="rect">
            <a:avLst/>
          </a:prstGeom>
          <a:noFill/>
        </p:spPr>
        <p:txBody>
          <a:bodyPr wrap="square" lIns="0" tIns="0" rIns="0" bIns="0" rtlCol="0" anchor="t" anchorCtr="0">
            <a:spAutoFit/>
          </a:bodyPr>
          <a:lstStyle/>
          <a:p>
            <a:pPr lvl="0" algn="r"/>
            <a:r>
              <a:rPr kumimoji="1" lang="en-US" altLang="zh-HK" sz="700" b="1" i="0" kern="1200" dirty="0">
                <a:solidFill>
                  <a:srgbClr val="000000"/>
                </a:solidFill>
                <a:latin typeface="Avenir Next Demi Bold" panose="020B0503020202020204" pitchFamily="34" charset="0"/>
                <a:ea typeface="+mn-ea"/>
                <a:cs typeface="+mn-cs"/>
              </a:rPr>
              <a:t>CONFIDENTIAL &amp; RESTRICTED BY MRDI</a:t>
            </a:r>
            <a:endParaRPr kumimoji="1" lang="zh-HK" altLang="en-US" sz="700" b="1" i="0" kern="1200" dirty="0">
              <a:solidFill>
                <a:srgbClr val="000000"/>
              </a:solidFill>
              <a:latin typeface="Avenir Next Demi Bold" panose="020B0503020202020204" pitchFamily="34" charset="0"/>
              <a:ea typeface="+mn-ea"/>
              <a:cs typeface="+mn-cs"/>
            </a:endParaRPr>
          </a:p>
        </p:txBody>
      </p:sp>
      <p:sp>
        <p:nvSpPr>
          <p:cNvPr id="22" name="文字版面配置區 2">
            <a:extLst>
              <a:ext uri="{FF2B5EF4-FFF2-40B4-BE49-F238E27FC236}">
                <a16:creationId xmlns:a16="http://schemas.microsoft.com/office/drawing/2014/main" id="{805F145D-98ED-36C8-F562-811E3B1F38DC}"/>
              </a:ext>
            </a:extLst>
          </p:cNvPr>
          <p:cNvSpPr>
            <a:spLocks noGrp="1"/>
          </p:cNvSpPr>
          <p:nvPr>
            <p:ph type="body" idx="1" hasCustomPrompt="1"/>
          </p:nvPr>
        </p:nvSpPr>
        <p:spPr>
          <a:xfrm>
            <a:off x="611188" y="528638"/>
            <a:ext cx="6553200" cy="711200"/>
          </a:xfrm>
          <a:prstGeom prst="rect">
            <a:avLst/>
          </a:prstGeom>
        </p:spPr>
        <p:txBody>
          <a:bodyPr>
            <a:noAutofit/>
          </a:bodyPr>
          <a:lstStyle>
            <a:lvl1pPr marL="0" indent="0" algn="l">
              <a:spcBef>
                <a:spcPts val="0"/>
              </a:spcBef>
              <a:buNone/>
              <a:defRPr sz="2400" b="0" i="0">
                <a:solidFill>
                  <a:schemeClr val="bg2"/>
                </a:solidFill>
                <a:latin typeface="Avenir Next Medium" panose="020B0503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kumimoji="1" lang="en-US" altLang="zh-TW" dirty="0"/>
              <a:t>Headline font in Avenir Next and </a:t>
            </a:r>
            <a:br>
              <a:rPr kumimoji="1" lang="en-US" altLang="zh-TW" dirty="0"/>
            </a:br>
            <a:r>
              <a:rPr kumimoji="1" lang="en-US" altLang="zh-TW" dirty="0"/>
              <a:t>24pt font size which is adjustable</a:t>
            </a:r>
            <a:endParaRPr kumimoji="1" lang="zh-TW" altLang="en-US" dirty="0"/>
          </a:p>
        </p:txBody>
      </p:sp>
      <p:sp>
        <p:nvSpPr>
          <p:cNvPr id="25" name="內容版面配置區 17">
            <a:extLst>
              <a:ext uri="{FF2B5EF4-FFF2-40B4-BE49-F238E27FC236}">
                <a16:creationId xmlns:a16="http://schemas.microsoft.com/office/drawing/2014/main" id="{F7CC7C33-DDE1-8C34-6412-D5E1B2AEE9AD}"/>
              </a:ext>
            </a:extLst>
          </p:cNvPr>
          <p:cNvSpPr>
            <a:spLocks noGrp="1"/>
          </p:cNvSpPr>
          <p:nvPr>
            <p:ph sz="quarter" idx="14" hasCustomPrompt="1"/>
          </p:nvPr>
        </p:nvSpPr>
        <p:spPr>
          <a:xfrm>
            <a:off x="611187" y="231775"/>
            <a:ext cx="3889375" cy="144463"/>
          </a:xfrm>
        </p:spPr>
        <p:txBody>
          <a:bodyPr anchor="ctr">
            <a:normAutofit/>
          </a:bodyPr>
          <a:lstStyle>
            <a:lvl1pPr>
              <a:defRPr sz="800" b="0" i="0">
                <a:latin typeface="Avenir Next Medium" panose="020B0503020202020204" pitchFamily="34" charset="0"/>
              </a:defRPr>
            </a:lvl1pPr>
          </a:lstStyle>
          <a:p>
            <a:pPr lvl="0"/>
            <a:r>
              <a:rPr kumimoji="1" lang="en-US" altLang="zh-TW" dirty="0"/>
              <a:t>ALL CAP SUBHEADING GOES HERE IN 8PT</a:t>
            </a:r>
            <a:endParaRPr kumimoji="1" lang="zh-HK" altLang="en-US" dirty="0"/>
          </a:p>
        </p:txBody>
      </p:sp>
      <p:sp>
        <p:nvSpPr>
          <p:cNvPr id="32" name="內容版面配置區 17">
            <a:extLst>
              <a:ext uri="{FF2B5EF4-FFF2-40B4-BE49-F238E27FC236}">
                <a16:creationId xmlns:a16="http://schemas.microsoft.com/office/drawing/2014/main" id="{A99489E9-426F-901E-B301-FE64A83C7E8B}"/>
              </a:ext>
            </a:extLst>
          </p:cNvPr>
          <p:cNvSpPr>
            <a:spLocks noGrp="1"/>
          </p:cNvSpPr>
          <p:nvPr>
            <p:ph sz="quarter" idx="32" hasCustomPrompt="1"/>
          </p:nvPr>
        </p:nvSpPr>
        <p:spPr>
          <a:xfrm>
            <a:off x="3283539" y="1384300"/>
            <a:ext cx="1270080" cy="268517"/>
          </a:xfrm>
          <a:solidFill>
            <a:schemeClr val="tx1"/>
          </a:solidFill>
        </p:spPr>
        <p:txBody>
          <a:bodyPr wrap="square" lIns="72000" tIns="72000" rIns="72000" bIns="72000" anchor="ctr">
            <a:spAutoFit/>
          </a:bodyPr>
          <a:lstStyle>
            <a:lvl1pPr>
              <a:defRPr sz="800" b="0" i="0">
                <a:latin typeface="Avenir Next" panose="020B0503020202020204" pitchFamily="34" charset="0"/>
              </a:defRPr>
            </a:lvl1pPr>
          </a:lstStyle>
          <a:p>
            <a:pPr lvl="0"/>
            <a:r>
              <a:rPr kumimoji="1" lang="en-US" altLang="zh-TW" dirty="0"/>
              <a:t>Short title in regular 8pt</a:t>
            </a:r>
            <a:endParaRPr kumimoji="1" lang="zh-HK" altLang="en-US" dirty="0"/>
          </a:p>
        </p:txBody>
      </p:sp>
      <p:sp>
        <p:nvSpPr>
          <p:cNvPr id="33" name="內容版面配置區 17">
            <a:extLst>
              <a:ext uri="{FF2B5EF4-FFF2-40B4-BE49-F238E27FC236}">
                <a16:creationId xmlns:a16="http://schemas.microsoft.com/office/drawing/2014/main" id="{4D42B2AE-BC4E-73F8-41EE-F70661872DA5}"/>
              </a:ext>
            </a:extLst>
          </p:cNvPr>
          <p:cNvSpPr>
            <a:spLocks noGrp="1"/>
          </p:cNvSpPr>
          <p:nvPr>
            <p:ph sz="quarter" idx="33" hasCustomPrompt="1"/>
          </p:nvPr>
        </p:nvSpPr>
        <p:spPr>
          <a:xfrm>
            <a:off x="5949584" y="1384300"/>
            <a:ext cx="1270080" cy="268517"/>
          </a:xfrm>
          <a:solidFill>
            <a:schemeClr val="tx1"/>
          </a:solidFill>
        </p:spPr>
        <p:txBody>
          <a:bodyPr wrap="square" lIns="72000" tIns="72000" rIns="72000" bIns="72000" anchor="ctr">
            <a:spAutoFit/>
          </a:bodyPr>
          <a:lstStyle>
            <a:lvl1pPr>
              <a:defRPr sz="800" b="0" i="0">
                <a:latin typeface="Avenir Next" panose="020B0503020202020204" pitchFamily="34" charset="0"/>
              </a:defRPr>
            </a:lvl1pPr>
          </a:lstStyle>
          <a:p>
            <a:pPr lvl="0"/>
            <a:r>
              <a:rPr kumimoji="1" lang="en-US" altLang="zh-TW" dirty="0"/>
              <a:t>Short title in regular 8pt</a:t>
            </a:r>
            <a:endParaRPr kumimoji="1" lang="zh-HK" altLang="en-US" dirty="0"/>
          </a:p>
        </p:txBody>
      </p:sp>
      <p:sp>
        <p:nvSpPr>
          <p:cNvPr id="34" name="內容版面配置區 17">
            <a:extLst>
              <a:ext uri="{FF2B5EF4-FFF2-40B4-BE49-F238E27FC236}">
                <a16:creationId xmlns:a16="http://schemas.microsoft.com/office/drawing/2014/main" id="{7B38A2E5-0959-AB04-3D66-F0194796EFD7}"/>
              </a:ext>
            </a:extLst>
          </p:cNvPr>
          <p:cNvSpPr>
            <a:spLocks noGrp="1"/>
          </p:cNvSpPr>
          <p:nvPr>
            <p:ph sz="quarter" idx="34" hasCustomPrompt="1"/>
          </p:nvPr>
        </p:nvSpPr>
        <p:spPr>
          <a:xfrm>
            <a:off x="611186" y="1384300"/>
            <a:ext cx="1270080" cy="268517"/>
          </a:xfrm>
          <a:solidFill>
            <a:schemeClr val="tx1"/>
          </a:solidFill>
        </p:spPr>
        <p:txBody>
          <a:bodyPr wrap="square" lIns="72000" tIns="72000" rIns="72000" bIns="72000" anchor="ctr">
            <a:spAutoFit/>
          </a:bodyPr>
          <a:lstStyle>
            <a:lvl1pPr>
              <a:defRPr sz="800" b="0" i="0">
                <a:latin typeface="Avenir Next" panose="020B0503020202020204" pitchFamily="34" charset="0"/>
              </a:defRPr>
            </a:lvl1pPr>
          </a:lstStyle>
          <a:p>
            <a:pPr lvl="0"/>
            <a:r>
              <a:rPr kumimoji="1" lang="en-US" altLang="zh-TW" dirty="0"/>
              <a:t>Short title in regular 8pt</a:t>
            </a:r>
            <a:endParaRPr kumimoji="1" lang="zh-HK" altLang="en-US" dirty="0"/>
          </a:p>
        </p:txBody>
      </p:sp>
      <p:sp>
        <p:nvSpPr>
          <p:cNvPr id="35" name="內容版面配置區 17">
            <a:extLst>
              <a:ext uri="{FF2B5EF4-FFF2-40B4-BE49-F238E27FC236}">
                <a16:creationId xmlns:a16="http://schemas.microsoft.com/office/drawing/2014/main" id="{15BFA2BF-15A2-4006-88AA-C3BE98F0EEC4}"/>
              </a:ext>
            </a:extLst>
          </p:cNvPr>
          <p:cNvSpPr>
            <a:spLocks noGrp="1"/>
          </p:cNvSpPr>
          <p:nvPr>
            <p:ph sz="quarter" idx="35" hasCustomPrompt="1"/>
          </p:nvPr>
        </p:nvSpPr>
        <p:spPr>
          <a:xfrm>
            <a:off x="3283539" y="3116457"/>
            <a:ext cx="1270080" cy="268517"/>
          </a:xfrm>
          <a:solidFill>
            <a:schemeClr val="tx1"/>
          </a:solidFill>
        </p:spPr>
        <p:txBody>
          <a:bodyPr wrap="square" lIns="72000" tIns="72000" rIns="72000" bIns="72000" anchor="ctr">
            <a:spAutoFit/>
          </a:bodyPr>
          <a:lstStyle>
            <a:lvl1pPr>
              <a:defRPr sz="800" b="0" i="0">
                <a:latin typeface="Avenir Next" panose="020B0503020202020204" pitchFamily="34" charset="0"/>
              </a:defRPr>
            </a:lvl1pPr>
          </a:lstStyle>
          <a:p>
            <a:pPr lvl="0"/>
            <a:r>
              <a:rPr kumimoji="1" lang="en-US" altLang="zh-TW" dirty="0"/>
              <a:t>Short title in regular 8pt</a:t>
            </a:r>
            <a:endParaRPr kumimoji="1" lang="zh-HK" altLang="en-US" dirty="0"/>
          </a:p>
        </p:txBody>
      </p:sp>
    </p:spTree>
    <p:extLst>
      <p:ext uri="{BB962C8B-B14F-4D97-AF65-F5344CB8AC3E}">
        <p14:creationId xmlns:p14="http://schemas.microsoft.com/office/powerpoint/2010/main" val="324022618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5_Content page_1">
    <p:bg>
      <p:bgPr>
        <a:solidFill>
          <a:schemeClr val="tx1"/>
        </a:solidFill>
        <a:effectLst/>
      </p:bgPr>
    </p:bg>
    <p:spTree>
      <p:nvGrpSpPr>
        <p:cNvPr id="1" name=""/>
        <p:cNvGrpSpPr/>
        <p:nvPr/>
      </p:nvGrpSpPr>
      <p:grpSpPr>
        <a:xfrm>
          <a:off x="0" y="0"/>
          <a:ext cx="0" cy="0"/>
          <a:chOff x="0" y="0"/>
          <a:chExt cx="0" cy="0"/>
        </a:xfrm>
      </p:grpSpPr>
      <p:sp>
        <p:nvSpPr>
          <p:cNvPr id="13" name="矩形 12">
            <a:extLst>
              <a:ext uri="{FF2B5EF4-FFF2-40B4-BE49-F238E27FC236}">
                <a16:creationId xmlns:a16="http://schemas.microsoft.com/office/drawing/2014/main" id="{0D7EC9B8-2448-44D1-48FE-B874C292D767}"/>
              </a:ext>
            </a:extLst>
          </p:cNvPr>
          <p:cNvSpPr>
            <a:spLocks noChangeAspect="1"/>
          </p:cNvSpPr>
          <p:nvPr userDrawn="1"/>
        </p:nvSpPr>
        <p:spPr>
          <a:xfrm>
            <a:off x="401514" y="4846519"/>
            <a:ext cx="64800" cy="648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solidFill>
                <a:srgbClr val="000000"/>
              </a:solidFill>
            </a:endParaRPr>
          </a:p>
        </p:txBody>
      </p:sp>
      <p:pic>
        <p:nvPicPr>
          <p:cNvPr id="15" name="圖片 14">
            <a:extLst>
              <a:ext uri="{FF2B5EF4-FFF2-40B4-BE49-F238E27FC236}">
                <a16:creationId xmlns:a16="http://schemas.microsoft.com/office/drawing/2014/main" id="{D7581C61-86A2-7ECE-B1AA-3B4253FE29FF}"/>
              </a:ext>
            </a:extLst>
          </p:cNvPr>
          <p:cNvPicPr>
            <a:picLocks noChangeAspect="1"/>
          </p:cNvPicPr>
          <p:nvPr userDrawn="1"/>
        </p:nvPicPr>
        <p:blipFill>
          <a:blip r:embed="rId2"/>
          <a:stretch>
            <a:fillRect/>
          </a:stretch>
        </p:blipFill>
        <p:spPr>
          <a:xfrm>
            <a:off x="7858340" y="4691044"/>
            <a:ext cx="684000" cy="222153"/>
          </a:xfrm>
          <a:prstGeom prst="rect">
            <a:avLst/>
          </a:prstGeom>
        </p:spPr>
      </p:pic>
      <p:sp>
        <p:nvSpPr>
          <p:cNvPr id="16" name="矩形 15">
            <a:extLst>
              <a:ext uri="{FF2B5EF4-FFF2-40B4-BE49-F238E27FC236}">
                <a16:creationId xmlns:a16="http://schemas.microsoft.com/office/drawing/2014/main" id="{9E07604B-DFAB-4F38-10F3-ED1484DD249A}"/>
              </a:ext>
            </a:extLst>
          </p:cNvPr>
          <p:cNvSpPr/>
          <p:nvPr userDrawn="1"/>
        </p:nvSpPr>
        <p:spPr>
          <a:xfrm>
            <a:off x="8677275" y="4838905"/>
            <a:ext cx="72820" cy="728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solidFill>
                <a:srgbClr val="000000"/>
              </a:solidFill>
            </a:endParaRPr>
          </a:p>
        </p:txBody>
      </p:sp>
      <p:sp>
        <p:nvSpPr>
          <p:cNvPr id="17" name="Page #">
            <a:extLst>
              <a:ext uri="{FF2B5EF4-FFF2-40B4-BE49-F238E27FC236}">
                <a16:creationId xmlns:a16="http://schemas.microsoft.com/office/drawing/2014/main" id="{CC2EF8B8-7DBD-003C-CEF2-54A1BC63357C}"/>
              </a:ext>
            </a:extLst>
          </p:cNvPr>
          <p:cNvSpPr txBox="1"/>
          <p:nvPr userDrawn="1"/>
        </p:nvSpPr>
        <p:spPr>
          <a:xfrm>
            <a:off x="8677275" y="4679459"/>
            <a:ext cx="565431" cy="131994"/>
          </a:xfrm>
          <a:prstGeom prst="rect">
            <a:avLst/>
          </a:prstGeom>
        </p:spPr>
        <p:txBody>
          <a:bodyPr vert="horz" lIns="0" tIns="0" rIns="0" bIns="0" rtlCol="0" anchor="t"/>
          <a:lstStyle>
            <a:defPPr>
              <a:defRPr lang="en-US"/>
            </a:defPPr>
            <a:lvl1pPr>
              <a:defRPr>
                <a:solidFill>
                  <a:srgbClr val="000000"/>
                </a:solidFill>
                <a:latin typeface="+mn-lt" charset="0"/>
                <a:ea typeface="+mn-lt" charset="0"/>
                <a:cs typeface="+mn-lt" charset="0"/>
              </a:defRPr>
            </a:lvl1pPr>
          </a:lstStyle>
          <a:p>
            <a:pPr lvl="0" algn="l">
              <a:lnSpc>
                <a:spcPts val="1000"/>
              </a:lnSpc>
            </a:pPr>
            <a:fld id="{DA68CEF4-E06B-2F45-9C1B-34EEEC442DB9}" type="slidenum">
              <a:rPr lang="en-GB" sz="600" b="0" i="0" smtClean="0">
                <a:latin typeface="+mj-lt"/>
                <a:ea typeface="Arial" charset="0"/>
                <a:cs typeface="Arial" panose="020B0604020202020204" pitchFamily="34" charset="0"/>
              </a:rPr>
              <a:pPr lvl="0" algn="l">
                <a:lnSpc>
                  <a:spcPts val="1000"/>
                </a:lnSpc>
              </a:pPr>
              <a:t>‹#›</a:t>
            </a:fld>
            <a:endParaRPr lang="en-GB" sz="600" b="0" i="0" dirty="0">
              <a:latin typeface="+mj-lt"/>
              <a:ea typeface="Arial" charset="0"/>
              <a:cs typeface="Arial" panose="020B0604020202020204" pitchFamily="34" charset="0"/>
            </a:endParaRPr>
          </a:p>
        </p:txBody>
      </p:sp>
      <p:sp>
        <p:nvSpPr>
          <p:cNvPr id="24" name="圖片版面配置區 23">
            <a:extLst>
              <a:ext uri="{FF2B5EF4-FFF2-40B4-BE49-F238E27FC236}">
                <a16:creationId xmlns:a16="http://schemas.microsoft.com/office/drawing/2014/main" id="{6749BF15-6C12-41D3-0D8A-CB70EA167EED}"/>
              </a:ext>
            </a:extLst>
          </p:cNvPr>
          <p:cNvSpPr>
            <a:spLocks noGrp="1"/>
          </p:cNvSpPr>
          <p:nvPr>
            <p:ph type="pic" sz="quarter" idx="18"/>
          </p:nvPr>
        </p:nvSpPr>
        <p:spPr>
          <a:xfrm>
            <a:off x="611186" y="1384300"/>
            <a:ext cx="5228227" cy="1582737"/>
          </a:xfrm>
        </p:spPr>
        <p:txBody>
          <a:bodyPr/>
          <a:lstStyle/>
          <a:p>
            <a:endParaRPr kumimoji="1" lang="zh-HK" altLang="en-US" dirty="0"/>
          </a:p>
        </p:txBody>
      </p:sp>
      <p:sp>
        <p:nvSpPr>
          <p:cNvPr id="28" name="圖片版面配置區 23">
            <a:extLst>
              <a:ext uri="{FF2B5EF4-FFF2-40B4-BE49-F238E27FC236}">
                <a16:creationId xmlns:a16="http://schemas.microsoft.com/office/drawing/2014/main" id="{1D26FA89-4A9F-E81E-2042-FB3BAFBFB3E2}"/>
              </a:ext>
            </a:extLst>
          </p:cNvPr>
          <p:cNvSpPr>
            <a:spLocks noGrp="1"/>
          </p:cNvSpPr>
          <p:nvPr>
            <p:ph type="pic" sz="quarter" idx="20"/>
          </p:nvPr>
        </p:nvSpPr>
        <p:spPr>
          <a:xfrm>
            <a:off x="5949584" y="1384300"/>
            <a:ext cx="2556000" cy="3230562"/>
          </a:xfrm>
        </p:spPr>
        <p:txBody>
          <a:bodyPr/>
          <a:lstStyle/>
          <a:p>
            <a:endParaRPr kumimoji="1" lang="zh-HK" altLang="en-US" dirty="0"/>
          </a:p>
        </p:txBody>
      </p:sp>
      <p:sp>
        <p:nvSpPr>
          <p:cNvPr id="3" name="圖片版面配置區 23">
            <a:extLst>
              <a:ext uri="{FF2B5EF4-FFF2-40B4-BE49-F238E27FC236}">
                <a16:creationId xmlns:a16="http://schemas.microsoft.com/office/drawing/2014/main" id="{B8FF59B4-9E85-175F-008F-69BCF730633D}"/>
              </a:ext>
            </a:extLst>
          </p:cNvPr>
          <p:cNvSpPr>
            <a:spLocks noGrp="1"/>
          </p:cNvSpPr>
          <p:nvPr>
            <p:ph type="pic" sz="quarter" idx="24"/>
          </p:nvPr>
        </p:nvSpPr>
        <p:spPr>
          <a:xfrm>
            <a:off x="611186" y="3116457"/>
            <a:ext cx="2556000" cy="1507932"/>
          </a:xfrm>
        </p:spPr>
        <p:txBody>
          <a:bodyPr/>
          <a:lstStyle/>
          <a:p>
            <a:endParaRPr kumimoji="1" lang="zh-HK" altLang="en-US" dirty="0"/>
          </a:p>
        </p:txBody>
      </p:sp>
      <p:sp>
        <p:nvSpPr>
          <p:cNvPr id="4" name="圖片版面配置區 23">
            <a:extLst>
              <a:ext uri="{FF2B5EF4-FFF2-40B4-BE49-F238E27FC236}">
                <a16:creationId xmlns:a16="http://schemas.microsoft.com/office/drawing/2014/main" id="{476B1EAD-46F1-C203-88C8-798A0CAE373C}"/>
              </a:ext>
            </a:extLst>
          </p:cNvPr>
          <p:cNvSpPr>
            <a:spLocks noGrp="1"/>
          </p:cNvSpPr>
          <p:nvPr>
            <p:ph type="pic" sz="quarter" idx="25"/>
          </p:nvPr>
        </p:nvSpPr>
        <p:spPr>
          <a:xfrm>
            <a:off x="3283539" y="3116457"/>
            <a:ext cx="2555875" cy="1507932"/>
          </a:xfrm>
        </p:spPr>
        <p:txBody>
          <a:bodyPr/>
          <a:lstStyle/>
          <a:p>
            <a:endParaRPr kumimoji="1" lang="zh-HK" altLang="en-US" dirty="0"/>
          </a:p>
        </p:txBody>
      </p:sp>
      <p:sp>
        <p:nvSpPr>
          <p:cNvPr id="22" name="文字方塊 21">
            <a:extLst>
              <a:ext uri="{FF2B5EF4-FFF2-40B4-BE49-F238E27FC236}">
                <a16:creationId xmlns:a16="http://schemas.microsoft.com/office/drawing/2014/main" id="{778E0B5F-6908-4C26-6ADA-A319C23ED5E6}"/>
              </a:ext>
            </a:extLst>
          </p:cNvPr>
          <p:cNvSpPr txBox="1"/>
          <p:nvPr userDrawn="1"/>
        </p:nvSpPr>
        <p:spPr>
          <a:xfrm rot="5400000">
            <a:off x="-903960" y="3375528"/>
            <a:ext cx="2675745" cy="107722"/>
          </a:xfrm>
          <a:prstGeom prst="rect">
            <a:avLst/>
          </a:prstGeom>
          <a:noFill/>
        </p:spPr>
        <p:txBody>
          <a:bodyPr wrap="square" lIns="0" tIns="0" rIns="0" bIns="0" rtlCol="0" anchor="t" anchorCtr="0">
            <a:spAutoFit/>
          </a:bodyPr>
          <a:lstStyle/>
          <a:p>
            <a:pPr lvl="0" algn="r"/>
            <a:r>
              <a:rPr kumimoji="1" lang="en-US" altLang="zh-HK" sz="700" b="1" i="0" kern="1200" dirty="0">
                <a:solidFill>
                  <a:srgbClr val="000000"/>
                </a:solidFill>
                <a:latin typeface="Avenir Next Demi Bold" panose="020B0503020202020204" pitchFamily="34" charset="0"/>
                <a:ea typeface="+mn-ea"/>
                <a:cs typeface="+mn-cs"/>
              </a:rPr>
              <a:t>CONFIDENTIAL &amp; RESTRICTED BY MRDI</a:t>
            </a:r>
            <a:endParaRPr kumimoji="1" lang="zh-HK" altLang="en-US" sz="700" b="1" i="0" kern="1200" dirty="0">
              <a:solidFill>
                <a:srgbClr val="000000"/>
              </a:solidFill>
              <a:latin typeface="Avenir Next Demi Bold" panose="020B0503020202020204" pitchFamily="34" charset="0"/>
              <a:ea typeface="+mn-ea"/>
              <a:cs typeface="+mn-cs"/>
            </a:endParaRPr>
          </a:p>
        </p:txBody>
      </p:sp>
      <p:sp>
        <p:nvSpPr>
          <p:cNvPr id="25" name="文字版面配置區 2">
            <a:extLst>
              <a:ext uri="{FF2B5EF4-FFF2-40B4-BE49-F238E27FC236}">
                <a16:creationId xmlns:a16="http://schemas.microsoft.com/office/drawing/2014/main" id="{04F45231-CD91-FA81-51AC-334CA9FFBC02}"/>
              </a:ext>
            </a:extLst>
          </p:cNvPr>
          <p:cNvSpPr>
            <a:spLocks noGrp="1"/>
          </p:cNvSpPr>
          <p:nvPr>
            <p:ph type="body" idx="1" hasCustomPrompt="1"/>
          </p:nvPr>
        </p:nvSpPr>
        <p:spPr>
          <a:xfrm>
            <a:off x="611188" y="528638"/>
            <a:ext cx="6553200" cy="711200"/>
          </a:xfrm>
          <a:prstGeom prst="rect">
            <a:avLst/>
          </a:prstGeom>
        </p:spPr>
        <p:txBody>
          <a:bodyPr>
            <a:noAutofit/>
          </a:bodyPr>
          <a:lstStyle>
            <a:lvl1pPr marL="0" indent="0" algn="l">
              <a:spcBef>
                <a:spcPts val="0"/>
              </a:spcBef>
              <a:buNone/>
              <a:defRPr sz="2400" b="0" i="0">
                <a:solidFill>
                  <a:schemeClr val="bg2"/>
                </a:solidFill>
                <a:latin typeface="Avenir Next Medium" panose="020B0503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kumimoji="1" lang="en-US" altLang="zh-TW" dirty="0"/>
              <a:t>Headline font in Avenir Next and </a:t>
            </a:r>
            <a:br>
              <a:rPr kumimoji="1" lang="en-US" altLang="zh-TW" dirty="0"/>
            </a:br>
            <a:r>
              <a:rPr kumimoji="1" lang="en-US" altLang="zh-TW" dirty="0"/>
              <a:t>24pt font size which is adjustable</a:t>
            </a:r>
            <a:endParaRPr kumimoji="1" lang="zh-TW" altLang="en-US" dirty="0"/>
          </a:p>
        </p:txBody>
      </p:sp>
      <p:sp>
        <p:nvSpPr>
          <p:cNvPr id="26" name="內容版面配置區 17">
            <a:extLst>
              <a:ext uri="{FF2B5EF4-FFF2-40B4-BE49-F238E27FC236}">
                <a16:creationId xmlns:a16="http://schemas.microsoft.com/office/drawing/2014/main" id="{EE02ACFE-763B-1CE2-87B5-588DA7DBF40C}"/>
              </a:ext>
            </a:extLst>
          </p:cNvPr>
          <p:cNvSpPr>
            <a:spLocks noGrp="1"/>
          </p:cNvSpPr>
          <p:nvPr>
            <p:ph sz="quarter" idx="14" hasCustomPrompt="1"/>
          </p:nvPr>
        </p:nvSpPr>
        <p:spPr>
          <a:xfrm>
            <a:off x="611187" y="231775"/>
            <a:ext cx="3889375" cy="144463"/>
          </a:xfrm>
        </p:spPr>
        <p:txBody>
          <a:bodyPr anchor="ctr">
            <a:normAutofit/>
          </a:bodyPr>
          <a:lstStyle>
            <a:lvl1pPr>
              <a:defRPr sz="800" b="0" i="0">
                <a:latin typeface="Avenir Next Medium" panose="020B0503020202020204" pitchFamily="34" charset="0"/>
              </a:defRPr>
            </a:lvl1pPr>
          </a:lstStyle>
          <a:p>
            <a:pPr lvl="0"/>
            <a:r>
              <a:rPr kumimoji="1" lang="en-US" altLang="zh-TW" dirty="0"/>
              <a:t>ALL CAP SUBHEADING GOES HERE IN 8PT</a:t>
            </a:r>
            <a:endParaRPr kumimoji="1" lang="zh-HK" altLang="en-US" dirty="0"/>
          </a:p>
        </p:txBody>
      </p:sp>
      <p:sp>
        <p:nvSpPr>
          <p:cNvPr id="36" name="內容版面配置區 17">
            <a:extLst>
              <a:ext uri="{FF2B5EF4-FFF2-40B4-BE49-F238E27FC236}">
                <a16:creationId xmlns:a16="http://schemas.microsoft.com/office/drawing/2014/main" id="{5BBEA4C7-25A4-C649-9DFF-B156E1B10318}"/>
              </a:ext>
            </a:extLst>
          </p:cNvPr>
          <p:cNvSpPr>
            <a:spLocks noGrp="1"/>
          </p:cNvSpPr>
          <p:nvPr>
            <p:ph sz="quarter" idx="32" hasCustomPrompt="1"/>
          </p:nvPr>
        </p:nvSpPr>
        <p:spPr>
          <a:xfrm>
            <a:off x="611186" y="1384300"/>
            <a:ext cx="1270080" cy="268517"/>
          </a:xfrm>
          <a:solidFill>
            <a:schemeClr val="tx1"/>
          </a:solidFill>
        </p:spPr>
        <p:txBody>
          <a:bodyPr wrap="square" lIns="72000" tIns="72000" rIns="72000" bIns="72000" anchor="ctr">
            <a:spAutoFit/>
          </a:bodyPr>
          <a:lstStyle>
            <a:lvl1pPr>
              <a:defRPr sz="800" b="0" i="0">
                <a:latin typeface="Avenir Next" panose="020B0503020202020204" pitchFamily="34" charset="0"/>
              </a:defRPr>
            </a:lvl1pPr>
          </a:lstStyle>
          <a:p>
            <a:pPr lvl="0"/>
            <a:r>
              <a:rPr kumimoji="1" lang="en-US" altLang="zh-TW" dirty="0"/>
              <a:t>Short title in regular 8pt</a:t>
            </a:r>
            <a:endParaRPr kumimoji="1" lang="zh-HK" altLang="en-US" dirty="0"/>
          </a:p>
        </p:txBody>
      </p:sp>
      <p:sp>
        <p:nvSpPr>
          <p:cNvPr id="37" name="內容版面配置區 17">
            <a:extLst>
              <a:ext uri="{FF2B5EF4-FFF2-40B4-BE49-F238E27FC236}">
                <a16:creationId xmlns:a16="http://schemas.microsoft.com/office/drawing/2014/main" id="{9ABF7C3D-477F-5DF2-C1E5-EBB4355D2C59}"/>
              </a:ext>
            </a:extLst>
          </p:cNvPr>
          <p:cNvSpPr>
            <a:spLocks noGrp="1"/>
          </p:cNvSpPr>
          <p:nvPr>
            <p:ph sz="quarter" idx="33" hasCustomPrompt="1"/>
          </p:nvPr>
        </p:nvSpPr>
        <p:spPr>
          <a:xfrm>
            <a:off x="5949584" y="1384300"/>
            <a:ext cx="1270080" cy="268517"/>
          </a:xfrm>
          <a:solidFill>
            <a:schemeClr val="tx1"/>
          </a:solidFill>
        </p:spPr>
        <p:txBody>
          <a:bodyPr wrap="square" lIns="72000" tIns="72000" rIns="72000" bIns="72000" anchor="ctr">
            <a:spAutoFit/>
          </a:bodyPr>
          <a:lstStyle>
            <a:lvl1pPr>
              <a:defRPr sz="800" b="0" i="0">
                <a:latin typeface="Avenir Next" panose="020B0503020202020204" pitchFamily="34" charset="0"/>
              </a:defRPr>
            </a:lvl1pPr>
          </a:lstStyle>
          <a:p>
            <a:pPr lvl="0"/>
            <a:r>
              <a:rPr kumimoji="1" lang="en-US" altLang="zh-TW" dirty="0"/>
              <a:t>Short title in regular 8pt</a:t>
            </a:r>
            <a:endParaRPr kumimoji="1" lang="zh-HK" altLang="en-US" dirty="0"/>
          </a:p>
        </p:txBody>
      </p:sp>
      <p:sp>
        <p:nvSpPr>
          <p:cNvPr id="38" name="內容版面配置區 17">
            <a:extLst>
              <a:ext uri="{FF2B5EF4-FFF2-40B4-BE49-F238E27FC236}">
                <a16:creationId xmlns:a16="http://schemas.microsoft.com/office/drawing/2014/main" id="{CA6E1476-4497-4FDA-0BF8-E8BDF6CABBF4}"/>
              </a:ext>
            </a:extLst>
          </p:cNvPr>
          <p:cNvSpPr>
            <a:spLocks noGrp="1"/>
          </p:cNvSpPr>
          <p:nvPr>
            <p:ph sz="quarter" idx="34" hasCustomPrompt="1"/>
          </p:nvPr>
        </p:nvSpPr>
        <p:spPr>
          <a:xfrm>
            <a:off x="611186" y="3116457"/>
            <a:ext cx="1270080" cy="268517"/>
          </a:xfrm>
          <a:solidFill>
            <a:schemeClr val="tx1"/>
          </a:solidFill>
        </p:spPr>
        <p:txBody>
          <a:bodyPr wrap="square" lIns="72000" tIns="72000" rIns="72000" bIns="72000" anchor="ctr">
            <a:spAutoFit/>
          </a:bodyPr>
          <a:lstStyle>
            <a:lvl1pPr>
              <a:defRPr sz="800" b="0" i="0">
                <a:latin typeface="Avenir Next" panose="020B0503020202020204" pitchFamily="34" charset="0"/>
              </a:defRPr>
            </a:lvl1pPr>
          </a:lstStyle>
          <a:p>
            <a:pPr lvl="0"/>
            <a:r>
              <a:rPr kumimoji="1" lang="en-US" altLang="zh-TW" dirty="0"/>
              <a:t>Short title in regular 8pt</a:t>
            </a:r>
            <a:endParaRPr kumimoji="1" lang="zh-HK" altLang="en-US" dirty="0"/>
          </a:p>
        </p:txBody>
      </p:sp>
      <p:sp>
        <p:nvSpPr>
          <p:cNvPr id="39" name="內容版面配置區 17">
            <a:extLst>
              <a:ext uri="{FF2B5EF4-FFF2-40B4-BE49-F238E27FC236}">
                <a16:creationId xmlns:a16="http://schemas.microsoft.com/office/drawing/2014/main" id="{5D1505B9-5F7D-FE67-AE8D-F93E58665CCC}"/>
              </a:ext>
            </a:extLst>
          </p:cNvPr>
          <p:cNvSpPr>
            <a:spLocks noGrp="1"/>
          </p:cNvSpPr>
          <p:nvPr>
            <p:ph sz="quarter" idx="35" hasCustomPrompt="1"/>
          </p:nvPr>
        </p:nvSpPr>
        <p:spPr>
          <a:xfrm>
            <a:off x="3283539" y="3116457"/>
            <a:ext cx="1270080" cy="268517"/>
          </a:xfrm>
          <a:solidFill>
            <a:schemeClr val="tx1"/>
          </a:solidFill>
        </p:spPr>
        <p:txBody>
          <a:bodyPr wrap="square" lIns="72000" tIns="72000" rIns="72000" bIns="72000" anchor="ctr">
            <a:spAutoFit/>
          </a:bodyPr>
          <a:lstStyle>
            <a:lvl1pPr>
              <a:defRPr sz="800" b="0" i="0">
                <a:latin typeface="Avenir Next" panose="020B0503020202020204" pitchFamily="34" charset="0"/>
              </a:defRPr>
            </a:lvl1pPr>
          </a:lstStyle>
          <a:p>
            <a:pPr lvl="0"/>
            <a:r>
              <a:rPr kumimoji="1" lang="en-US" altLang="zh-TW" dirty="0"/>
              <a:t>Short title in regular 8pt</a:t>
            </a:r>
            <a:endParaRPr kumimoji="1" lang="zh-HK" altLang="en-US" dirty="0"/>
          </a:p>
        </p:txBody>
      </p:sp>
      <p:sp>
        <p:nvSpPr>
          <p:cNvPr id="40" name="內容版面配置區 17">
            <a:extLst>
              <a:ext uri="{FF2B5EF4-FFF2-40B4-BE49-F238E27FC236}">
                <a16:creationId xmlns:a16="http://schemas.microsoft.com/office/drawing/2014/main" id="{06CF17A3-9481-DA74-097A-8D890179D141}"/>
              </a:ext>
            </a:extLst>
          </p:cNvPr>
          <p:cNvSpPr>
            <a:spLocks noGrp="1"/>
          </p:cNvSpPr>
          <p:nvPr>
            <p:ph sz="quarter" idx="36" hasCustomPrompt="1"/>
          </p:nvPr>
        </p:nvSpPr>
        <p:spPr>
          <a:xfrm>
            <a:off x="5949584" y="3116457"/>
            <a:ext cx="1270080" cy="268517"/>
          </a:xfrm>
          <a:solidFill>
            <a:schemeClr val="tx1"/>
          </a:solidFill>
        </p:spPr>
        <p:txBody>
          <a:bodyPr wrap="square" lIns="72000" tIns="72000" rIns="72000" bIns="72000" anchor="ctr">
            <a:spAutoFit/>
          </a:bodyPr>
          <a:lstStyle>
            <a:lvl1pPr>
              <a:defRPr sz="800" b="0" i="0">
                <a:latin typeface="Avenir Next" panose="020B0503020202020204" pitchFamily="34" charset="0"/>
              </a:defRPr>
            </a:lvl1pPr>
          </a:lstStyle>
          <a:p>
            <a:pPr lvl="0"/>
            <a:r>
              <a:rPr kumimoji="1" lang="en-US" altLang="zh-TW" dirty="0"/>
              <a:t>Short title in regular 8pt</a:t>
            </a:r>
            <a:endParaRPr kumimoji="1" lang="zh-HK" altLang="en-US" dirty="0"/>
          </a:p>
        </p:txBody>
      </p:sp>
    </p:spTree>
    <p:extLst>
      <p:ext uri="{BB962C8B-B14F-4D97-AF65-F5344CB8AC3E}">
        <p14:creationId xmlns:p14="http://schemas.microsoft.com/office/powerpoint/2010/main" val="120851466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8_Content page_1">
    <p:bg>
      <p:bgPr>
        <a:solidFill>
          <a:schemeClr val="tx1"/>
        </a:solidFill>
        <a:effectLst/>
      </p:bgPr>
    </p:bg>
    <p:spTree>
      <p:nvGrpSpPr>
        <p:cNvPr id="1" name=""/>
        <p:cNvGrpSpPr/>
        <p:nvPr/>
      </p:nvGrpSpPr>
      <p:grpSpPr>
        <a:xfrm>
          <a:off x="0" y="0"/>
          <a:ext cx="0" cy="0"/>
          <a:chOff x="0" y="0"/>
          <a:chExt cx="0" cy="0"/>
        </a:xfrm>
      </p:grpSpPr>
      <p:sp>
        <p:nvSpPr>
          <p:cNvPr id="13" name="矩形 12">
            <a:extLst>
              <a:ext uri="{FF2B5EF4-FFF2-40B4-BE49-F238E27FC236}">
                <a16:creationId xmlns:a16="http://schemas.microsoft.com/office/drawing/2014/main" id="{0D7EC9B8-2448-44D1-48FE-B874C292D767}"/>
              </a:ext>
            </a:extLst>
          </p:cNvPr>
          <p:cNvSpPr>
            <a:spLocks noChangeAspect="1"/>
          </p:cNvSpPr>
          <p:nvPr userDrawn="1"/>
        </p:nvSpPr>
        <p:spPr>
          <a:xfrm>
            <a:off x="401514" y="4846519"/>
            <a:ext cx="64800" cy="648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solidFill>
                <a:srgbClr val="000000"/>
              </a:solidFill>
            </a:endParaRPr>
          </a:p>
        </p:txBody>
      </p:sp>
      <p:pic>
        <p:nvPicPr>
          <p:cNvPr id="15" name="圖片 14">
            <a:extLst>
              <a:ext uri="{FF2B5EF4-FFF2-40B4-BE49-F238E27FC236}">
                <a16:creationId xmlns:a16="http://schemas.microsoft.com/office/drawing/2014/main" id="{D7581C61-86A2-7ECE-B1AA-3B4253FE29FF}"/>
              </a:ext>
            </a:extLst>
          </p:cNvPr>
          <p:cNvPicPr>
            <a:picLocks noChangeAspect="1"/>
          </p:cNvPicPr>
          <p:nvPr userDrawn="1"/>
        </p:nvPicPr>
        <p:blipFill>
          <a:blip r:embed="rId2"/>
          <a:stretch>
            <a:fillRect/>
          </a:stretch>
        </p:blipFill>
        <p:spPr>
          <a:xfrm>
            <a:off x="7858340" y="4691044"/>
            <a:ext cx="684000" cy="222153"/>
          </a:xfrm>
          <a:prstGeom prst="rect">
            <a:avLst/>
          </a:prstGeom>
        </p:spPr>
      </p:pic>
      <p:sp>
        <p:nvSpPr>
          <p:cNvPr id="16" name="矩形 15">
            <a:extLst>
              <a:ext uri="{FF2B5EF4-FFF2-40B4-BE49-F238E27FC236}">
                <a16:creationId xmlns:a16="http://schemas.microsoft.com/office/drawing/2014/main" id="{9E07604B-DFAB-4F38-10F3-ED1484DD249A}"/>
              </a:ext>
            </a:extLst>
          </p:cNvPr>
          <p:cNvSpPr/>
          <p:nvPr userDrawn="1"/>
        </p:nvSpPr>
        <p:spPr>
          <a:xfrm>
            <a:off x="8677275" y="4838905"/>
            <a:ext cx="72820" cy="728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solidFill>
                <a:srgbClr val="000000"/>
              </a:solidFill>
            </a:endParaRPr>
          </a:p>
        </p:txBody>
      </p:sp>
      <p:sp>
        <p:nvSpPr>
          <p:cNvPr id="17" name="Page #">
            <a:extLst>
              <a:ext uri="{FF2B5EF4-FFF2-40B4-BE49-F238E27FC236}">
                <a16:creationId xmlns:a16="http://schemas.microsoft.com/office/drawing/2014/main" id="{CC2EF8B8-7DBD-003C-CEF2-54A1BC63357C}"/>
              </a:ext>
            </a:extLst>
          </p:cNvPr>
          <p:cNvSpPr txBox="1"/>
          <p:nvPr userDrawn="1"/>
        </p:nvSpPr>
        <p:spPr>
          <a:xfrm>
            <a:off x="8677275" y="4679459"/>
            <a:ext cx="565431" cy="131994"/>
          </a:xfrm>
          <a:prstGeom prst="rect">
            <a:avLst/>
          </a:prstGeom>
        </p:spPr>
        <p:txBody>
          <a:bodyPr vert="horz" lIns="0" tIns="0" rIns="0" bIns="0" rtlCol="0" anchor="t"/>
          <a:lstStyle>
            <a:defPPr>
              <a:defRPr lang="en-US"/>
            </a:defPPr>
            <a:lvl1pPr>
              <a:defRPr>
                <a:solidFill>
                  <a:srgbClr val="000000"/>
                </a:solidFill>
                <a:latin typeface="+mn-lt" charset="0"/>
                <a:ea typeface="+mn-lt" charset="0"/>
                <a:cs typeface="+mn-lt" charset="0"/>
              </a:defRPr>
            </a:lvl1pPr>
          </a:lstStyle>
          <a:p>
            <a:pPr lvl="0" algn="l">
              <a:lnSpc>
                <a:spcPts val="1000"/>
              </a:lnSpc>
            </a:pPr>
            <a:fld id="{DA68CEF4-E06B-2F45-9C1B-34EEEC442DB9}" type="slidenum">
              <a:rPr lang="en-GB" sz="600" b="0" i="0" smtClean="0">
                <a:latin typeface="+mj-lt"/>
                <a:ea typeface="Arial" charset="0"/>
                <a:cs typeface="Arial" panose="020B0604020202020204" pitchFamily="34" charset="0"/>
              </a:rPr>
              <a:pPr lvl="0" algn="l">
                <a:lnSpc>
                  <a:spcPts val="1000"/>
                </a:lnSpc>
              </a:pPr>
              <a:t>‹#›</a:t>
            </a:fld>
            <a:endParaRPr lang="en-GB" sz="600" b="0" i="0" dirty="0">
              <a:latin typeface="+mj-lt"/>
              <a:ea typeface="Arial" charset="0"/>
              <a:cs typeface="Arial" panose="020B0604020202020204" pitchFamily="34" charset="0"/>
            </a:endParaRPr>
          </a:p>
        </p:txBody>
      </p:sp>
      <p:sp>
        <p:nvSpPr>
          <p:cNvPr id="8" name="圖片版面配置區 23">
            <a:extLst>
              <a:ext uri="{FF2B5EF4-FFF2-40B4-BE49-F238E27FC236}">
                <a16:creationId xmlns:a16="http://schemas.microsoft.com/office/drawing/2014/main" id="{C47A0C86-3B66-98C0-B75B-E0000F3A242C}"/>
              </a:ext>
            </a:extLst>
          </p:cNvPr>
          <p:cNvSpPr>
            <a:spLocks noGrp="1"/>
          </p:cNvSpPr>
          <p:nvPr>
            <p:ph type="pic" sz="quarter" idx="24"/>
          </p:nvPr>
        </p:nvSpPr>
        <p:spPr>
          <a:xfrm>
            <a:off x="611186" y="3116457"/>
            <a:ext cx="2556000" cy="1507932"/>
          </a:xfrm>
        </p:spPr>
        <p:txBody>
          <a:bodyPr/>
          <a:lstStyle/>
          <a:p>
            <a:endParaRPr kumimoji="1" lang="zh-HK" altLang="en-US" dirty="0"/>
          </a:p>
        </p:txBody>
      </p:sp>
      <p:sp>
        <p:nvSpPr>
          <p:cNvPr id="9" name="圖片版面配置區 23">
            <a:extLst>
              <a:ext uri="{FF2B5EF4-FFF2-40B4-BE49-F238E27FC236}">
                <a16:creationId xmlns:a16="http://schemas.microsoft.com/office/drawing/2014/main" id="{F0E5D29D-986E-C8F4-3E84-0F0384F9F563}"/>
              </a:ext>
            </a:extLst>
          </p:cNvPr>
          <p:cNvSpPr>
            <a:spLocks noGrp="1"/>
          </p:cNvSpPr>
          <p:nvPr>
            <p:ph type="pic" sz="quarter" idx="25"/>
          </p:nvPr>
        </p:nvSpPr>
        <p:spPr>
          <a:xfrm>
            <a:off x="3283539" y="3116457"/>
            <a:ext cx="2555875" cy="1507932"/>
          </a:xfrm>
        </p:spPr>
        <p:txBody>
          <a:bodyPr/>
          <a:lstStyle/>
          <a:p>
            <a:endParaRPr kumimoji="1" lang="zh-HK" altLang="en-US" dirty="0"/>
          </a:p>
        </p:txBody>
      </p:sp>
      <p:sp>
        <p:nvSpPr>
          <p:cNvPr id="6" name="圖片版面配置區 23">
            <a:extLst>
              <a:ext uri="{FF2B5EF4-FFF2-40B4-BE49-F238E27FC236}">
                <a16:creationId xmlns:a16="http://schemas.microsoft.com/office/drawing/2014/main" id="{1C11E74B-70A4-5730-BB04-C2AA1B77F6B7}"/>
              </a:ext>
            </a:extLst>
          </p:cNvPr>
          <p:cNvSpPr>
            <a:spLocks noGrp="1"/>
          </p:cNvSpPr>
          <p:nvPr>
            <p:ph type="pic" sz="quarter" idx="18"/>
          </p:nvPr>
        </p:nvSpPr>
        <p:spPr>
          <a:xfrm>
            <a:off x="611185" y="1384301"/>
            <a:ext cx="5221289" cy="1582738"/>
          </a:xfrm>
        </p:spPr>
        <p:txBody>
          <a:bodyPr/>
          <a:lstStyle/>
          <a:p>
            <a:endParaRPr kumimoji="1" lang="zh-HK" altLang="en-US" dirty="0"/>
          </a:p>
        </p:txBody>
      </p:sp>
      <p:sp>
        <p:nvSpPr>
          <p:cNvPr id="21" name="文字方塊 20">
            <a:extLst>
              <a:ext uri="{FF2B5EF4-FFF2-40B4-BE49-F238E27FC236}">
                <a16:creationId xmlns:a16="http://schemas.microsoft.com/office/drawing/2014/main" id="{3DFB79AB-A2FC-8CFD-274E-2E9D76A04D96}"/>
              </a:ext>
            </a:extLst>
          </p:cNvPr>
          <p:cNvSpPr txBox="1"/>
          <p:nvPr userDrawn="1"/>
        </p:nvSpPr>
        <p:spPr>
          <a:xfrm rot="5400000">
            <a:off x="-903960" y="3375528"/>
            <a:ext cx="2675745" cy="107722"/>
          </a:xfrm>
          <a:prstGeom prst="rect">
            <a:avLst/>
          </a:prstGeom>
          <a:noFill/>
        </p:spPr>
        <p:txBody>
          <a:bodyPr wrap="square" lIns="0" tIns="0" rIns="0" bIns="0" rtlCol="0" anchor="t" anchorCtr="0">
            <a:spAutoFit/>
          </a:bodyPr>
          <a:lstStyle/>
          <a:p>
            <a:pPr lvl="0" algn="r"/>
            <a:r>
              <a:rPr kumimoji="1" lang="en-US" altLang="zh-HK" sz="700" b="1" i="0" kern="1200" dirty="0">
                <a:solidFill>
                  <a:srgbClr val="000000"/>
                </a:solidFill>
                <a:latin typeface="Avenir Next Demi Bold" panose="020B0503020202020204" pitchFamily="34" charset="0"/>
                <a:ea typeface="+mn-ea"/>
                <a:cs typeface="+mn-cs"/>
              </a:rPr>
              <a:t>CONFIDENTIAL &amp; RESTRICTED BY MRDI</a:t>
            </a:r>
            <a:endParaRPr kumimoji="1" lang="zh-HK" altLang="en-US" sz="700" b="1" i="0" kern="1200" dirty="0">
              <a:solidFill>
                <a:srgbClr val="000000"/>
              </a:solidFill>
              <a:latin typeface="Avenir Next Demi Bold" panose="020B0503020202020204" pitchFamily="34" charset="0"/>
              <a:ea typeface="+mn-ea"/>
              <a:cs typeface="+mn-cs"/>
            </a:endParaRPr>
          </a:p>
        </p:txBody>
      </p:sp>
      <p:sp>
        <p:nvSpPr>
          <p:cNvPr id="22" name="文字版面配置區 2">
            <a:extLst>
              <a:ext uri="{FF2B5EF4-FFF2-40B4-BE49-F238E27FC236}">
                <a16:creationId xmlns:a16="http://schemas.microsoft.com/office/drawing/2014/main" id="{855A9838-7A25-F618-3A92-2FF2B0FC83CA}"/>
              </a:ext>
            </a:extLst>
          </p:cNvPr>
          <p:cNvSpPr>
            <a:spLocks noGrp="1"/>
          </p:cNvSpPr>
          <p:nvPr>
            <p:ph type="body" idx="1" hasCustomPrompt="1"/>
          </p:nvPr>
        </p:nvSpPr>
        <p:spPr>
          <a:xfrm>
            <a:off x="611188" y="528638"/>
            <a:ext cx="6553200" cy="711200"/>
          </a:xfrm>
          <a:prstGeom prst="rect">
            <a:avLst/>
          </a:prstGeom>
        </p:spPr>
        <p:txBody>
          <a:bodyPr>
            <a:noAutofit/>
          </a:bodyPr>
          <a:lstStyle>
            <a:lvl1pPr marL="0" indent="0" algn="l">
              <a:spcBef>
                <a:spcPts val="0"/>
              </a:spcBef>
              <a:buNone/>
              <a:defRPr sz="2400" b="0" i="0">
                <a:solidFill>
                  <a:schemeClr val="bg2"/>
                </a:solidFill>
                <a:latin typeface="Avenir Next Medium" panose="020B0503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kumimoji="1" lang="en-US" altLang="zh-TW" dirty="0"/>
              <a:t>Headline font in Avenir Next and </a:t>
            </a:r>
            <a:br>
              <a:rPr kumimoji="1" lang="en-US" altLang="zh-TW" dirty="0"/>
            </a:br>
            <a:r>
              <a:rPr kumimoji="1" lang="en-US" altLang="zh-TW" dirty="0"/>
              <a:t>24pt font size which is adjustable</a:t>
            </a:r>
            <a:endParaRPr kumimoji="1" lang="zh-TW" altLang="en-US" dirty="0"/>
          </a:p>
        </p:txBody>
      </p:sp>
      <p:sp>
        <p:nvSpPr>
          <p:cNvPr id="23" name="內容版面配置區 17">
            <a:extLst>
              <a:ext uri="{FF2B5EF4-FFF2-40B4-BE49-F238E27FC236}">
                <a16:creationId xmlns:a16="http://schemas.microsoft.com/office/drawing/2014/main" id="{94F77B21-2EB0-5D20-55FE-B5F647FF4A14}"/>
              </a:ext>
            </a:extLst>
          </p:cNvPr>
          <p:cNvSpPr>
            <a:spLocks noGrp="1"/>
          </p:cNvSpPr>
          <p:nvPr>
            <p:ph sz="quarter" idx="14" hasCustomPrompt="1"/>
          </p:nvPr>
        </p:nvSpPr>
        <p:spPr>
          <a:xfrm>
            <a:off x="611187" y="231775"/>
            <a:ext cx="3889375" cy="144463"/>
          </a:xfrm>
        </p:spPr>
        <p:txBody>
          <a:bodyPr anchor="ctr">
            <a:normAutofit/>
          </a:bodyPr>
          <a:lstStyle>
            <a:lvl1pPr>
              <a:defRPr sz="800" b="0" i="0">
                <a:latin typeface="Avenir Next Medium" panose="020B0503020202020204" pitchFamily="34" charset="0"/>
              </a:defRPr>
            </a:lvl1pPr>
          </a:lstStyle>
          <a:p>
            <a:pPr lvl="0"/>
            <a:r>
              <a:rPr kumimoji="1" lang="en-US" altLang="zh-TW" dirty="0"/>
              <a:t>ALL CAP SUBHEADING GOES HERE IN 8PT</a:t>
            </a:r>
            <a:endParaRPr kumimoji="1" lang="zh-HK" altLang="en-US" dirty="0"/>
          </a:p>
        </p:txBody>
      </p:sp>
      <p:sp>
        <p:nvSpPr>
          <p:cNvPr id="30" name="文字版面配置區 23">
            <a:extLst>
              <a:ext uri="{FF2B5EF4-FFF2-40B4-BE49-F238E27FC236}">
                <a16:creationId xmlns:a16="http://schemas.microsoft.com/office/drawing/2014/main" id="{CEF3DE92-7212-7FA9-7B5B-3C5700938A1F}"/>
              </a:ext>
            </a:extLst>
          </p:cNvPr>
          <p:cNvSpPr>
            <a:spLocks noGrp="1"/>
          </p:cNvSpPr>
          <p:nvPr>
            <p:ph type="body" sz="quarter" idx="35" hasCustomPrompt="1"/>
          </p:nvPr>
        </p:nvSpPr>
        <p:spPr>
          <a:xfrm>
            <a:off x="5955767" y="1585428"/>
            <a:ext cx="2577046" cy="2391259"/>
          </a:xfrm>
        </p:spPr>
        <p:txBody>
          <a:bodyPr>
            <a:noAutofit/>
          </a:bodyPr>
          <a:lstStyle>
            <a:lvl1pPr algn="l">
              <a:spcBef>
                <a:spcPts val="0"/>
              </a:spcBef>
              <a:defRPr sz="800" b="0" i="0">
                <a:solidFill>
                  <a:srgbClr val="000000"/>
                </a:solidFill>
                <a:latin typeface="Avenir Next"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lvl="0"/>
            <a:r>
              <a:rPr kumimoji="1" lang="en-US" altLang="zh-HK" dirty="0"/>
              <a:t>Enter the needed small text here : Lorem Ipsum is simply dummy text of the printing and typesetting industry. Lorem Ipsum has been the industry's standard dummy text ever since the 1500s.</a:t>
            </a:r>
          </a:p>
        </p:txBody>
      </p:sp>
      <p:sp>
        <p:nvSpPr>
          <p:cNvPr id="33" name="內容版面配置區 17">
            <a:extLst>
              <a:ext uri="{FF2B5EF4-FFF2-40B4-BE49-F238E27FC236}">
                <a16:creationId xmlns:a16="http://schemas.microsoft.com/office/drawing/2014/main" id="{C9C9A8CA-F7A7-3FAF-AC6C-58738DC989B7}"/>
              </a:ext>
            </a:extLst>
          </p:cNvPr>
          <p:cNvSpPr>
            <a:spLocks noGrp="1"/>
          </p:cNvSpPr>
          <p:nvPr>
            <p:ph sz="quarter" idx="36" hasCustomPrompt="1"/>
          </p:nvPr>
        </p:nvSpPr>
        <p:spPr>
          <a:xfrm>
            <a:off x="5955768" y="1384301"/>
            <a:ext cx="2577046" cy="144463"/>
          </a:xfrm>
        </p:spPr>
        <p:txBody>
          <a:bodyPr anchor="ctr">
            <a:normAutofit/>
          </a:bodyPr>
          <a:lstStyle>
            <a:lvl1pPr>
              <a:defRPr sz="800" b="0" i="0">
                <a:latin typeface="Avenir Next Medium" panose="020B0503020202020204" pitchFamily="34" charset="0"/>
              </a:defRPr>
            </a:lvl1pPr>
          </a:lstStyle>
          <a:p>
            <a:pPr lvl="0"/>
            <a:r>
              <a:rPr kumimoji="1" lang="en-US" altLang="zh-TW" dirty="0"/>
              <a:t>Short title in regular 8pt</a:t>
            </a:r>
            <a:endParaRPr kumimoji="1" lang="zh-HK" altLang="en-US" dirty="0"/>
          </a:p>
        </p:txBody>
      </p:sp>
      <p:sp>
        <p:nvSpPr>
          <p:cNvPr id="34" name="內容版面配置區 17">
            <a:extLst>
              <a:ext uri="{FF2B5EF4-FFF2-40B4-BE49-F238E27FC236}">
                <a16:creationId xmlns:a16="http://schemas.microsoft.com/office/drawing/2014/main" id="{82448C07-DDD4-117D-0783-CBB157D5B32A}"/>
              </a:ext>
            </a:extLst>
          </p:cNvPr>
          <p:cNvSpPr>
            <a:spLocks noGrp="1"/>
          </p:cNvSpPr>
          <p:nvPr>
            <p:ph sz="quarter" idx="32" hasCustomPrompt="1"/>
          </p:nvPr>
        </p:nvSpPr>
        <p:spPr>
          <a:xfrm>
            <a:off x="611185" y="1384300"/>
            <a:ext cx="1270080" cy="268517"/>
          </a:xfrm>
          <a:solidFill>
            <a:schemeClr val="tx1"/>
          </a:solidFill>
        </p:spPr>
        <p:txBody>
          <a:bodyPr wrap="square" lIns="72000" tIns="72000" rIns="72000" bIns="72000" anchor="ctr">
            <a:spAutoFit/>
          </a:bodyPr>
          <a:lstStyle>
            <a:lvl1pPr>
              <a:defRPr sz="800" b="0" i="0">
                <a:latin typeface="Avenir Next" panose="020B0503020202020204" pitchFamily="34" charset="0"/>
              </a:defRPr>
            </a:lvl1pPr>
          </a:lstStyle>
          <a:p>
            <a:pPr lvl="0"/>
            <a:r>
              <a:rPr kumimoji="1" lang="en-US" altLang="zh-TW" dirty="0"/>
              <a:t>Short title in regular 8pt</a:t>
            </a:r>
            <a:endParaRPr kumimoji="1" lang="zh-HK" altLang="en-US" dirty="0"/>
          </a:p>
        </p:txBody>
      </p:sp>
      <p:sp>
        <p:nvSpPr>
          <p:cNvPr id="36" name="內容版面配置區 17">
            <a:extLst>
              <a:ext uri="{FF2B5EF4-FFF2-40B4-BE49-F238E27FC236}">
                <a16:creationId xmlns:a16="http://schemas.microsoft.com/office/drawing/2014/main" id="{8C39E765-0611-90E5-6FA2-3334C296698A}"/>
              </a:ext>
            </a:extLst>
          </p:cNvPr>
          <p:cNvSpPr>
            <a:spLocks noGrp="1"/>
          </p:cNvSpPr>
          <p:nvPr>
            <p:ph sz="quarter" idx="34" hasCustomPrompt="1"/>
          </p:nvPr>
        </p:nvSpPr>
        <p:spPr>
          <a:xfrm>
            <a:off x="611186" y="3116457"/>
            <a:ext cx="1270080" cy="268517"/>
          </a:xfrm>
          <a:solidFill>
            <a:schemeClr val="tx1"/>
          </a:solidFill>
        </p:spPr>
        <p:txBody>
          <a:bodyPr wrap="square" lIns="72000" tIns="72000" rIns="72000" bIns="72000" anchor="ctr">
            <a:spAutoFit/>
          </a:bodyPr>
          <a:lstStyle>
            <a:lvl1pPr>
              <a:defRPr sz="800" b="0" i="0">
                <a:latin typeface="Avenir Next" panose="020B0503020202020204" pitchFamily="34" charset="0"/>
              </a:defRPr>
            </a:lvl1pPr>
          </a:lstStyle>
          <a:p>
            <a:pPr lvl="0"/>
            <a:r>
              <a:rPr kumimoji="1" lang="en-US" altLang="zh-TW" dirty="0"/>
              <a:t>Short title in regular 8pt</a:t>
            </a:r>
            <a:endParaRPr kumimoji="1" lang="zh-HK" altLang="en-US" dirty="0"/>
          </a:p>
        </p:txBody>
      </p:sp>
      <p:sp>
        <p:nvSpPr>
          <p:cNvPr id="37" name="內容版面配置區 17">
            <a:extLst>
              <a:ext uri="{FF2B5EF4-FFF2-40B4-BE49-F238E27FC236}">
                <a16:creationId xmlns:a16="http://schemas.microsoft.com/office/drawing/2014/main" id="{AE4DD2A2-92FE-86D7-50AC-8D35D978AE17}"/>
              </a:ext>
            </a:extLst>
          </p:cNvPr>
          <p:cNvSpPr>
            <a:spLocks noGrp="1"/>
          </p:cNvSpPr>
          <p:nvPr>
            <p:ph sz="quarter" idx="37" hasCustomPrompt="1"/>
          </p:nvPr>
        </p:nvSpPr>
        <p:spPr>
          <a:xfrm>
            <a:off x="3283539" y="3116457"/>
            <a:ext cx="1270080" cy="268517"/>
          </a:xfrm>
          <a:solidFill>
            <a:schemeClr val="tx1"/>
          </a:solidFill>
        </p:spPr>
        <p:txBody>
          <a:bodyPr wrap="square" lIns="72000" tIns="72000" rIns="72000" bIns="72000" anchor="ctr">
            <a:spAutoFit/>
          </a:bodyPr>
          <a:lstStyle>
            <a:lvl1pPr>
              <a:defRPr sz="800" b="0" i="0">
                <a:latin typeface="Avenir Next" panose="020B0503020202020204" pitchFamily="34" charset="0"/>
              </a:defRPr>
            </a:lvl1pPr>
          </a:lstStyle>
          <a:p>
            <a:pPr lvl="0"/>
            <a:r>
              <a:rPr kumimoji="1" lang="en-US" altLang="zh-TW" dirty="0"/>
              <a:t>Short title in regular 8pt</a:t>
            </a:r>
            <a:endParaRPr kumimoji="1" lang="zh-HK" altLang="en-US" dirty="0"/>
          </a:p>
        </p:txBody>
      </p:sp>
    </p:spTree>
    <p:extLst>
      <p:ext uri="{BB962C8B-B14F-4D97-AF65-F5344CB8AC3E}">
        <p14:creationId xmlns:p14="http://schemas.microsoft.com/office/powerpoint/2010/main" val="29140845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3_Content page_1">
    <p:bg>
      <p:bgPr>
        <a:solidFill>
          <a:schemeClr val="tx1"/>
        </a:solidFill>
        <a:effectLst/>
      </p:bgPr>
    </p:bg>
    <p:spTree>
      <p:nvGrpSpPr>
        <p:cNvPr id="1" name=""/>
        <p:cNvGrpSpPr/>
        <p:nvPr/>
      </p:nvGrpSpPr>
      <p:grpSpPr>
        <a:xfrm>
          <a:off x="0" y="0"/>
          <a:ext cx="0" cy="0"/>
          <a:chOff x="0" y="0"/>
          <a:chExt cx="0" cy="0"/>
        </a:xfrm>
      </p:grpSpPr>
      <p:sp>
        <p:nvSpPr>
          <p:cNvPr id="13" name="矩形 12">
            <a:extLst>
              <a:ext uri="{FF2B5EF4-FFF2-40B4-BE49-F238E27FC236}">
                <a16:creationId xmlns:a16="http://schemas.microsoft.com/office/drawing/2014/main" id="{0D7EC9B8-2448-44D1-48FE-B874C292D767}"/>
              </a:ext>
            </a:extLst>
          </p:cNvPr>
          <p:cNvSpPr>
            <a:spLocks noChangeAspect="1"/>
          </p:cNvSpPr>
          <p:nvPr userDrawn="1"/>
        </p:nvSpPr>
        <p:spPr>
          <a:xfrm>
            <a:off x="401514" y="4846519"/>
            <a:ext cx="64800" cy="648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solidFill>
                <a:srgbClr val="000000"/>
              </a:solidFill>
            </a:endParaRPr>
          </a:p>
        </p:txBody>
      </p:sp>
      <p:pic>
        <p:nvPicPr>
          <p:cNvPr id="15" name="圖片 14">
            <a:extLst>
              <a:ext uri="{FF2B5EF4-FFF2-40B4-BE49-F238E27FC236}">
                <a16:creationId xmlns:a16="http://schemas.microsoft.com/office/drawing/2014/main" id="{D7581C61-86A2-7ECE-B1AA-3B4253FE29FF}"/>
              </a:ext>
            </a:extLst>
          </p:cNvPr>
          <p:cNvPicPr>
            <a:picLocks noChangeAspect="1"/>
          </p:cNvPicPr>
          <p:nvPr userDrawn="1"/>
        </p:nvPicPr>
        <p:blipFill>
          <a:blip r:embed="rId2"/>
          <a:stretch>
            <a:fillRect/>
          </a:stretch>
        </p:blipFill>
        <p:spPr>
          <a:xfrm>
            <a:off x="7858340" y="4691044"/>
            <a:ext cx="684000" cy="222153"/>
          </a:xfrm>
          <a:prstGeom prst="rect">
            <a:avLst/>
          </a:prstGeom>
        </p:spPr>
      </p:pic>
      <p:sp>
        <p:nvSpPr>
          <p:cNvPr id="16" name="矩形 15">
            <a:extLst>
              <a:ext uri="{FF2B5EF4-FFF2-40B4-BE49-F238E27FC236}">
                <a16:creationId xmlns:a16="http://schemas.microsoft.com/office/drawing/2014/main" id="{9E07604B-DFAB-4F38-10F3-ED1484DD249A}"/>
              </a:ext>
            </a:extLst>
          </p:cNvPr>
          <p:cNvSpPr/>
          <p:nvPr userDrawn="1"/>
        </p:nvSpPr>
        <p:spPr>
          <a:xfrm>
            <a:off x="8677275" y="4838905"/>
            <a:ext cx="72820" cy="728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solidFill>
                <a:srgbClr val="000000"/>
              </a:solidFill>
            </a:endParaRPr>
          </a:p>
        </p:txBody>
      </p:sp>
      <p:sp>
        <p:nvSpPr>
          <p:cNvPr id="17" name="Page #">
            <a:extLst>
              <a:ext uri="{FF2B5EF4-FFF2-40B4-BE49-F238E27FC236}">
                <a16:creationId xmlns:a16="http://schemas.microsoft.com/office/drawing/2014/main" id="{CC2EF8B8-7DBD-003C-CEF2-54A1BC63357C}"/>
              </a:ext>
            </a:extLst>
          </p:cNvPr>
          <p:cNvSpPr txBox="1"/>
          <p:nvPr userDrawn="1"/>
        </p:nvSpPr>
        <p:spPr>
          <a:xfrm>
            <a:off x="8677275" y="4679459"/>
            <a:ext cx="565431" cy="131994"/>
          </a:xfrm>
          <a:prstGeom prst="rect">
            <a:avLst/>
          </a:prstGeom>
        </p:spPr>
        <p:txBody>
          <a:bodyPr vert="horz" lIns="0" tIns="0" rIns="0" bIns="0" rtlCol="0" anchor="t"/>
          <a:lstStyle>
            <a:defPPr>
              <a:defRPr lang="en-US"/>
            </a:defPPr>
            <a:lvl1pPr>
              <a:defRPr>
                <a:solidFill>
                  <a:srgbClr val="000000"/>
                </a:solidFill>
                <a:latin typeface="+mn-lt" charset="0"/>
                <a:ea typeface="+mn-lt" charset="0"/>
                <a:cs typeface="+mn-lt" charset="0"/>
              </a:defRPr>
            </a:lvl1pPr>
          </a:lstStyle>
          <a:p>
            <a:pPr lvl="0" algn="l">
              <a:lnSpc>
                <a:spcPts val="1000"/>
              </a:lnSpc>
            </a:pPr>
            <a:fld id="{DA68CEF4-E06B-2F45-9C1B-34EEEC442DB9}" type="slidenum">
              <a:rPr lang="en-GB" sz="600" b="0" i="0" smtClean="0">
                <a:latin typeface="+mj-lt"/>
                <a:ea typeface="Arial" charset="0"/>
                <a:cs typeface="Arial" panose="020B0604020202020204" pitchFamily="34" charset="0"/>
              </a:rPr>
              <a:pPr lvl="0" algn="l">
                <a:lnSpc>
                  <a:spcPts val="1000"/>
                </a:lnSpc>
              </a:pPr>
              <a:t>‹#›</a:t>
            </a:fld>
            <a:endParaRPr lang="en-GB" sz="600" b="0" i="0" dirty="0">
              <a:latin typeface="+mj-lt"/>
              <a:ea typeface="Arial" charset="0"/>
              <a:cs typeface="Arial" panose="020B0604020202020204" pitchFamily="34" charset="0"/>
            </a:endParaRPr>
          </a:p>
        </p:txBody>
      </p:sp>
      <p:sp>
        <p:nvSpPr>
          <p:cNvPr id="24" name="圖片版面配置區 23">
            <a:extLst>
              <a:ext uri="{FF2B5EF4-FFF2-40B4-BE49-F238E27FC236}">
                <a16:creationId xmlns:a16="http://schemas.microsoft.com/office/drawing/2014/main" id="{6749BF15-6C12-41D3-0D8A-CB70EA167EED}"/>
              </a:ext>
            </a:extLst>
          </p:cNvPr>
          <p:cNvSpPr>
            <a:spLocks noGrp="1"/>
          </p:cNvSpPr>
          <p:nvPr>
            <p:ph type="pic" sz="quarter" idx="18"/>
          </p:nvPr>
        </p:nvSpPr>
        <p:spPr>
          <a:xfrm>
            <a:off x="611187" y="1384300"/>
            <a:ext cx="5221288" cy="3230562"/>
          </a:xfrm>
        </p:spPr>
        <p:txBody>
          <a:bodyPr/>
          <a:lstStyle/>
          <a:p>
            <a:endParaRPr kumimoji="1" lang="zh-HK" altLang="en-US" dirty="0"/>
          </a:p>
        </p:txBody>
      </p:sp>
      <p:sp>
        <p:nvSpPr>
          <p:cNvPr id="21" name="文字方塊 20">
            <a:extLst>
              <a:ext uri="{FF2B5EF4-FFF2-40B4-BE49-F238E27FC236}">
                <a16:creationId xmlns:a16="http://schemas.microsoft.com/office/drawing/2014/main" id="{32C5114C-8C67-5E3C-4BDC-9EBFD31FC7C9}"/>
              </a:ext>
            </a:extLst>
          </p:cNvPr>
          <p:cNvSpPr txBox="1"/>
          <p:nvPr userDrawn="1"/>
        </p:nvSpPr>
        <p:spPr>
          <a:xfrm rot="5400000">
            <a:off x="-903960" y="3375528"/>
            <a:ext cx="2675745" cy="107722"/>
          </a:xfrm>
          <a:prstGeom prst="rect">
            <a:avLst/>
          </a:prstGeom>
          <a:noFill/>
        </p:spPr>
        <p:txBody>
          <a:bodyPr wrap="square" lIns="0" tIns="0" rIns="0" bIns="0" rtlCol="0" anchor="t" anchorCtr="0">
            <a:spAutoFit/>
          </a:bodyPr>
          <a:lstStyle/>
          <a:p>
            <a:pPr lvl="0" algn="r"/>
            <a:r>
              <a:rPr kumimoji="1" lang="en-US" altLang="zh-HK" sz="700" b="1" i="0" kern="1200" dirty="0">
                <a:solidFill>
                  <a:srgbClr val="000000"/>
                </a:solidFill>
                <a:latin typeface="Avenir Next Demi Bold" panose="020B0503020202020204" pitchFamily="34" charset="0"/>
                <a:ea typeface="+mn-ea"/>
                <a:cs typeface="+mn-cs"/>
              </a:rPr>
              <a:t>CONFIDENTIAL &amp; RESTRICTED BY MRDI</a:t>
            </a:r>
            <a:endParaRPr kumimoji="1" lang="zh-HK" altLang="en-US" sz="700" b="1" i="0" kern="1200" dirty="0">
              <a:solidFill>
                <a:srgbClr val="000000"/>
              </a:solidFill>
              <a:latin typeface="Avenir Next Demi Bold" panose="020B0503020202020204" pitchFamily="34" charset="0"/>
              <a:ea typeface="+mn-ea"/>
              <a:cs typeface="+mn-cs"/>
            </a:endParaRPr>
          </a:p>
        </p:txBody>
      </p:sp>
      <p:sp>
        <p:nvSpPr>
          <p:cNvPr id="22" name="文字版面配置區 2">
            <a:extLst>
              <a:ext uri="{FF2B5EF4-FFF2-40B4-BE49-F238E27FC236}">
                <a16:creationId xmlns:a16="http://schemas.microsoft.com/office/drawing/2014/main" id="{0F360932-5BC0-B982-7C4D-9799D7143836}"/>
              </a:ext>
            </a:extLst>
          </p:cNvPr>
          <p:cNvSpPr>
            <a:spLocks noGrp="1"/>
          </p:cNvSpPr>
          <p:nvPr>
            <p:ph type="body" idx="1" hasCustomPrompt="1"/>
          </p:nvPr>
        </p:nvSpPr>
        <p:spPr>
          <a:xfrm>
            <a:off x="611188" y="528638"/>
            <a:ext cx="6553200" cy="711200"/>
          </a:xfrm>
          <a:prstGeom prst="rect">
            <a:avLst/>
          </a:prstGeom>
        </p:spPr>
        <p:txBody>
          <a:bodyPr>
            <a:noAutofit/>
          </a:bodyPr>
          <a:lstStyle>
            <a:lvl1pPr marL="0" indent="0" algn="l">
              <a:spcBef>
                <a:spcPts val="0"/>
              </a:spcBef>
              <a:buNone/>
              <a:defRPr sz="2400" b="0" i="0">
                <a:solidFill>
                  <a:schemeClr val="bg2"/>
                </a:solidFill>
                <a:latin typeface="Avenir Next Medium" panose="020B0503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kumimoji="1" lang="en-US" altLang="zh-TW" dirty="0"/>
              <a:t>Headline font in Avenir Next and </a:t>
            </a:r>
            <a:br>
              <a:rPr kumimoji="1" lang="en-US" altLang="zh-TW" dirty="0"/>
            </a:br>
            <a:r>
              <a:rPr kumimoji="1" lang="en-US" altLang="zh-TW" dirty="0"/>
              <a:t>24pt font size which is adjustable</a:t>
            </a:r>
            <a:endParaRPr kumimoji="1" lang="zh-TW" altLang="en-US" dirty="0"/>
          </a:p>
        </p:txBody>
      </p:sp>
      <p:sp>
        <p:nvSpPr>
          <p:cNvPr id="25" name="內容版面配置區 17">
            <a:extLst>
              <a:ext uri="{FF2B5EF4-FFF2-40B4-BE49-F238E27FC236}">
                <a16:creationId xmlns:a16="http://schemas.microsoft.com/office/drawing/2014/main" id="{63F61A05-E905-9252-24D6-14A2EAAFB1A4}"/>
              </a:ext>
            </a:extLst>
          </p:cNvPr>
          <p:cNvSpPr>
            <a:spLocks noGrp="1"/>
          </p:cNvSpPr>
          <p:nvPr>
            <p:ph sz="quarter" idx="14" hasCustomPrompt="1"/>
          </p:nvPr>
        </p:nvSpPr>
        <p:spPr>
          <a:xfrm>
            <a:off x="611187" y="231775"/>
            <a:ext cx="3889375" cy="144463"/>
          </a:xfrm>
        </p:spPr>
        <p:txBody>
          <a:bodyPr anchor="ctr">
            <a:normAutofit/>
          </a:bodyPr>
          <a:lstStyle>
            <a:lvl1pPr>
              <a:defRPr sz="800" b="0" i="0">
                <a:latin typeface="Avenir Next Medium" panose="020B0503020202020204" pitchFamily="34" charset="0"/>
              </a:defRPr>
            </a:lvl1pPr>
          </a:lstStyle>
          <a:p>
            <a:pPr lvl="0"/>
            <a:r>
              <a:rPr kumimoji="1" lang="en-US" altLang="zh-TW" dirty="0"/>
              <a:t>ALL CAP SUBHEADING GOES HERE IN 8PT</a:t>
            </a:r>
            <a:endParaRPr kumimoji="1" lang="zh-HK" altLang="en-US" dirty="0"/>
          </a:p>
        </p:txBody>
      </p:sp>
      <p:sp>
        <p:nvSpPr>
          <p:cNvPr id="26" name="文字版面配置區 23">
            <a:extLst>
              <a:ext uri="{FF2B5EF4-FFF2-40B4-BE49-F238E27FC236}">
                <a16:creationId xmlns:a16="http://schemas.microsoft.com/office/drawing/2014/main" id="{D8DF0C01-2CE0-7468-7510-3F92CB2CE0D5}"/>
              </a:ext>
            </a:extLst>
          </p:cNvPr>
          <p:cNvSpPr>
            <a:spLocks noGrp="1"/>
          </p:cNvSpPr>
          <p:nvPr>
            <p:ph type="body" sz="quarter" idx="35" hasCustomPrompt="1"/>
          </p:nvPr>
        </p:nvSpPr>
        <p:spPr>
          <a:xfrm>
            <a:off x="5955767" y="1585428"/>
            <a:ext cx="2577046" cy="2391259"/>
          </a:xfrm>
        </p:spPr>
        <p:txBody>
          <a:bodyPr>
            <a:noAutofit/>
          </a:bodyPr>
          <a:lstStyle>
            <a:lvl1pPr algn="l">
              <a:spcBef>
                <a:spcPts val="0"/>
              </a:spcBef>
              <a:defRPr sz="800" b="0" i="0">
                <a:solidFill>
                  <a:srgbClr val="000000"/>
                </a:solidFill>
                <a:latin typeface="Avenir Next"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lvl="0"/>
            <a:r>
              <a:rPr kumimoji="1" lang="en-US" altLang="zh-HK" dirty="0"/>
              <a:t>Enter the needed small text here : Lorem Ipsum is simply dummy text of the printing and typesetting industry. Lorem Ipsum has been the industry's standard dummy text ever since the 1500s.</a:t>
            </a:r>
          </a:p>
        </p:txBody>
      </p:sp>
      <p:sp>
        <p:nvSpPr>
          <p:cNvPr id="32" name="內容版面配置區 17">
            <a:extLst>
              <a:ext uri="{FF2B5EF4-FFF2-40B4-BE49-F238E27FC236}">
                <a16:creationId xmlns:a16="http://schemas.microsoft.com/office/drawing/2014/main" id="{F8F6F88B-4817-3EFD-9202-093D20C3BAE6}"/>
              </a:ext>
            </a:extLst>
          </p:cNvPr>
          <p:cNvSpPr>
            <a:spLocks noGrp="1"/>
          </p:cNvSpPr>
          <p:nvPr>
            <p:ph sz="quarter" idx="36" hasCustomPrompt="1"/>
          </p:nvPr>
        </p:nvSpPr>
        <p:spPr>
          <a:xfrm>
            <a:off x="5955768" y="1384301"/>
            <a:ext cx="2577046" cy="144463"/>
          </a:xfrm>
        </p:spPr>
        <p:txBody>
          <a:bodyPr anchor="ctr">
            <a:normAutofit/>
          </a:bodyPr>
          <a:lstStyle>
            <a:lvl1pPr>
              <a:defRPr sz="800" b="0" i="0">
                <a:latin typeface="Avenir Next Medium" panose="020B0503020202020204" pitchFamily="34" charset="0"/>
              </a:defRPr>
            </a:lvl1pPr>
          </a:lstStyle>
          <a:p>
            <a:pPr lvl="0"/>
            <a:r>
              <a:rPr kumimoji="1" lang="en-US" altLang="zh-TW" dirty="0"/>
              <a:t>Short title in regular 8pt</a:t>
            </a:r>
            <a:endParaRPr kumimoji="1" lang="zh-HK" altLang="en-US" dirty="0"/>
          </a:p>
        </p:txBody>
      </p:sp>
      <p:sp>
        <p:nvSpPr>
          <p:cNvPr id="33" name="內容版面配置區 17">
            <a:extLst>
              <a:ext uri="{FF2B5EF4-FFF2-40B4-BE49-F238E27FC236}">
                <a16:creationId xmlns:a16="http://schemas.microsoft.com/office/drawing/2014/main" id="{A00FD493-5C26-C2D5-3E7D-93B78CBF9F84}"/>
              </a:ext>
            </a:extLst>
          </p:cNvPr>
          <p:cNvSpPr>
            <a:spLocks noGrp="1"/>
          </p:cNvSpPr>
          <p:nvPr>
            <p:ph sz="quarter" idx="32" hasCustomPrompt="1"/>
          </p:nvPr>
        </p:nvSpPr>
        <p:spPr>
          <a:xfrm>
            <a:off x="611185" y="1384300"/>
            <a:ext cx="1270080" cy="268517"/>
          </a:xfrm>
          <a:solidFill>
            <a:schemeClr val="tx1"/>
          </a:solidFill>
        </p:spPr>
        <p:txBody>
          <a:bodyPr wrap="square" lIns="72000" tIns="72000" rIns="72000" bIns="72000" anchor="ctr">
            <a:spAutoFit/>
          </a:bodyPr>
          <a:lstStyle>
            <a:lvl1pPr>
              <a:defRPr sz="800" b="0" i="0">
                <a:latin typeface="Avenir Next" panose="020B0503020202020204" pitchFamily="34" charset="0"/>
              </a:defRPr>
            </a:lvl1pPr>
          </a:lstStyle>
          <a:p>
            <a:pPr lvl="0"/>
            <a:r>
              <a:rPr kumimoji="1" lang="en-US" altLang="zh-TW" dirty="0"/>
              <a:t>Short title in regular 8pt</a:t>
            </a:r>
            <a:endParaRPr kumimoji="1" lang="zh-HK" altLang="en-US" dirty="0"/>
          </a:p>
        </p:txBody>
      </p:sp>
    </p:spTree>
    <p:extLst>
      <p:ext uri="{BB962C8B-B14F-4D97-AF65-F5344CB8AC3E}">
        <p14:creationId xmlns:p14="http://schemas.microsoft.com/office/powerpoint/2010/main" val="257432111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4_Content page_1">
    <p:bg>
      <p:bgPr>
        <a:solidFill>
          <a:schemeClr val="tx1"/>
        </a:solidFill>
        <a:effectLst/>
      </p:bgPr>
    </p:bg>
    <p:spTree>
      <p:nvGrpSpPr>
        <p:cNvPr id="1" name=""/>
        <p:cNvGrpSpPr/>
        <p:nvPr/>
      </p:nvGrpSpPr>
      <p:grpSpPr>
        <a:xfrm>
          <a:off x="0" y="0"/>
          <a:ext cx="0" cy="0"/>
          <a:chOff x="0" y="0"/>
          <a:chExt cx="0" cy="0"/>
        </a:xfrm>
      </p:grpSpPr>
      <p:sp>
        <p:nvSpPr>
          <p:cNvPr id="13" name="矩形 12">
            <a:extLst>
              <a:ext uri="{FF2B5EF4-FFF2-40B4-BE49-F238E27FC236}">
                <a16:creationId xmlns:a16="http://schemas.microsoft.com/office/drawing/2014/main" id="{0D7EC9B8-2448-44D1-48FE-B874C292D767}"/>
              </a:ext>
            </a:extLst>
          </p:cNvPr>
          <p:cNvSpPr>
            <a:spLocks noChangeAspect="1"/>
          </p:cNvSpPr>
          <p:nvPr userDrawn="1"/>
        </p:nvSpPr>
        <p:spPr>
          <a:xfrm>
            <a:off x="401514" y="4846519"/>
            <a:ext cx="64800" cy="648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solidFill>
                <a:srgbClr val="000000"/>
              </a:solidFill>
            </a:endParaRPr>
          </a:p>
        </p:txBody>
      </p:sp>
      <p:pic>
        <p:nvPicPr>
          <p:cNvPr id="15" name="圖片 14">
            <a:extLst>
              <a:ext uri="{FF2B5EF4-FFF2-40B4-BE49-F238E27FC236}">
                <a16:creationId xmlns:a16="http://schemas.microsoft.com/office/drawing/2014/main" id="{D7581C61-86A2-7ECE-B1AA-3B4253FE29FF}"/>
              </a:ext>
            </a:extLst>
          </p:cNvPr>
          <p:cNvPicPr>
            <a:picLocks noChangeAspect="1"/>
          </p:cNvPicPr>
          <p:nvPr userDrawn="1"/>
        </p:nvPicPr>
        <p:blipFill>
          <a:blip r:embed="rId2"/>
          <a:stretch>
            <a:fillRect/>
          </a:stretch>
        </p:blipFill>
        <p:spPr>
          <a:xfrm>
            <a:off x="7858340" y="4691044"/>
            <a:ext cx="684000" cy="222153"/>
          </a:xfrm>
          <a:prstGeom prst="rect">
            <a:avLst/>
          </a:prstGeom>
        </p:spPr>
      </p:pic>
      <p:sp>
        <p:nvSpPr>
          <p:cNvPr id="16" name="矩形 15">
            <a:extLst>
              <a:ext uri="{FF2B5EF4-FFF2-40B4-BE49-F238E27FC236}">
                <a16:creationId xmlns:a16="http://schemas.microsoft.com/office/drawing/2014/main" id="{9E07604B-DFAB-4F38-10F3-ED1484DD249A}"/>
              </a:ext>
            </a:extLst>
          </p:cNvPr>
          <p:cNvSpPr/>
          <p:nvPr userDrawn="1"/>
        </p:nvSpPr>
        <p:spPr>
          <a:xfrm>
            <a:off x="8677275" y="4838905"/>
            <a:ext cx="72820" cy="728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solidFill>
                <a:srgbClr val="000000"/>
              </a:solidFill>
            </a:endParaRPr>
          </a:p>
        </p:txBody>
      </p:sp>
      <p:sp>
        <p:nvSpPr>
          <p:cNvPr id="17" name="Page #">
            <a:extLst>
              <a:ext uri="{FF2B5EF4-FFF2-40B4-BE49-F238E27FC236}">
                <a16:creationId xmlns:a16="http://schemas.microsoft.com/office/drawing/2014/main" id="{CC2EF8B8-7DBD-003C-CEF2-54A1BC63357C}"/>
              </a:ext>
            </a:extLst>
          </p:cNvPr>
          <p:cNvSpPr txBox="1"/>
          <p:nvPr userDrawn="1"/>
        </p:nvSpPr>
        <p:spPr>
          <a:xfrm>
            <a:off x="8677275" y="4679459"/>
            <a:ext cx="565431" cy="131994"/>
          </a:xfrm>
          <a:prstGeom prst="rect">
            <a:avLst/>
          </a:prstGeom>
        </p:spPr>
        <p:txBody>
          <a:bodyPr vert="horz" lIns="0" tIns="0" rIns="0" bIns="0" rtlCol="0" anchor="t"/>
          <a:lstStyle>
            <a:defPPr>
              <a:defRPr lang="en-US"/>
            </a:defPPr>
            <a:lvl1pPr>
              <a:defRPr>
                <a:solidFill>
                  <a:srgbClr val="000000"/>
                </a:solidFill>
                <a:latin typeface="+mn-lt" charset="0"/>
                <a:ea typeface="+mn-lt" charset="0"/>
                <a:cs typeface="+mn-lt" charset="0"/>
              </a:defRPr>
            </a:lvl1pPr>
          </a:lstStyle>
          <a:p>
            <a:pPr lvl="0" algn="l">
              <a:lnSpc>
                <a:spcPts val="1000"/>
              </a:lnSpc>
            </a:pPr>
            <a:fld id="{DA68CEF4-E06B-2F45-9C1B-34EEEC442DB9}" type="slidenum">
              <a:rPr lang="en-GB" sz="600" b="0" i="0" smtClean="0">
                <a:latin typeface="+mj-lt"/>
                <a:ea typeface="Arial" charset="0"/>
                <a:cs typeface="Arial" panose="020B0604020202020204" pitchFamily="34" charset="0"/>
              </a:rPr>
              <a:pPr lvl="0" algn="l">
                <a:lnSpc>
                  <a:spcPts val="1000"/>
                </a:lnSpc>
              </a:pPr>
              <a:t>‹#›</a:t>
            </a:fld>
            <a:endParaRPr lang="en-GB" sz="600" b="0" i="0" dirty="0">
              <a:latin typeface="+mj-lt"/>
              <a:ea typeface="Arial" charset="0"/>
              <a:cs typeface="Arial" panose="020B0604020202020204" pitchFamily="34" charset="0"/>
            </a:endParaRPr>
          </a:p>
        </p:txBody>
      </p:sp>
      <p:sp>
        <p:nvSpPr>
          <p:cNvPr id="7" name="文字方塊 6">
            <a:extLst>
              <a:ext uri="{FF2B5EF4-FFF2-40B4-BE49-F238E27FC236}">
                <a16:creationId xmlns:a16="http://schemas.microsoft.com/office/drawing/2014/main" id="{AA2C723E-4EEC-B077-4FD9-22E806A1A53A}"/>
              </a:ext>
            </a:extLst>
          </p:cNvPr>
          <p:cNvSpPr txBox="1"/>
          <p:nvPr userDrawn="1"/>
        </p:nvSpPr>
        <p:spPr>
          <a:xfrm rot="5400000">
            <a:off x="-903960" y="3375528"/>
            <a:ext cx="2675745" cy="107722"/>
          </a:xfrm>
          <a:prstGeom prst="rect">
            <a:avLst/>
          </a:prstGeom>
          <a:noFill/>
        </p:spPr>
        <p:txBody>
          <a:bodyPr wrap="square" lIns="0" tIns="0" rIns="0" bIns="0" rtlCol="0" anchor="t" anchorCtr="0">
            <a:spAutoFit/>
          </a:bodyPr>
          <a:lstStyle/>
          <a:p>
            <a:pPr lvl="0" algn="r"/>
            <a:r>
              <a:rPr kumimoji="1" lang="en-US" altLang="zh-HK" sz="700" b="1" i="0" kern="1200" dirty="0">
                <a:solidFill>
                  <a:srgbClr val="000000"/>
                </a:solidFill>
                <a:latin typeface="Avenir Next Demi Bold" panose="020B0503020202020204" pitchFamily="34" charset="0"/>
                <a:ea typeface="+mn-ea"/>
                <a:cs typeface="+mn-cs"/>
              </a:rPr>
              <a:t>CONFIDENTIAL &amp; RESTRICTED BY MRDI</a:t>
            </a:r>
            <a:endParaRPr kumimoji="1" lang="zh-HK" altLang="en-US" sz="700" b="1" i="0" kern="1200" dirty="0">
              <a:solidFill>
                <a:srgbClr val="000000"/>
              </a:solidFill>
              <a:latin typeface="Avenir Next Demi Bold" panose="020B0503020202020204" pitchFamily="34" charset="0"/>
              <a:ea typeface="+mn-ea"/>
              <a:cs typeface="+mn-cs"/>
            </a:endParaRPr>
          </a:p>
        </p:txBody>
      </p:sp>
      <p:sp>
        <p:nvSpPr>
          <p:cNvPr id="8" name="文字版面配置區 2">
            <a:extLst>
              <a:ext uri="{FF2B5EF4-FFF2-40B4-BE49-F238E27FC236}">
                <a16:creationId xmlns:a16="http://schemas.microsoft.com/office/drawing/2014/main" id="{49B99673-0AFE-D713-1D66-B68EA4EB8421}"/>
              </a:ext>
            </a:extLst>
          </p:cNvPr>
          <p:cNvSpPr>
            <a:spLocks noGrp="1"/>
          </p:cNvSpPr>
          <p:nvPr>
            <p:ph type="body" idx="1" hasCustomPrompt="1"/>
          </p:nvPr>
        </p:nvSpPr>
        <p:spPr>
          <a:xfrm>
            <a:off x="611187" y="528638"/>
            <a:ext cx="6553200" cy="711200"/>
          </a:xfrm>
          <a:prstGeom prst="rect">
            <a:avLst/>
          </a:prstGeom>
        </p:spPr>
        <p:txBody>
          <a:bodyPr>
            <a:noAutofit/>
          </a:bodyPr>
          <a:lstStyle>
            <a:lvl1pPr marL="0" indent="0" algn="l">
              <a:spcBef>
                <a:spcPts val="0"/>
              </a:spcBef>
              <a:buNone/>
              <a:defRPr sz="2400" b="0" i="0">
                <a:solidFill>
                  <a:schemeClr val="bg2"/>
                </a:solidFill>
                <a:latin typeface="Avenir Next Medium" panose="020B0503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kumimoji="1" lang="en-US" altLang="zh-TW" dirty="0"/>
              <a:t>Headline font in Avenir Next and </a:t>
            </a:r>
            <a:br>
              <a:rPr kumimoji="1" lang="en-US" altLang="zh-TW" dirty="0"/>
            </a:br>
            <a:r>
              <a:rPr kumimoji="1" lang="en-US" altLang="zh-TW" dirty="0"/>
              <a:t>24pt font size which is adjustable</a:t>
            </a:r>
            <a:endParaRPr kumimoji="1" lang="zh-TW" altLang="en-US" dirty="0"/>
          </a:p>
        </p:txBody>
      </p:sp>
      <p:sp>
        <p:nvSpPr>
          <p:cNvPr id="9" name="內容版面配置區 17">
            <a:extLst>
              <a:ext uri="{FF2B5EF4-FFF2-40B4-BE49-F238E27FC236}">
                <a16:creationId xmlns:a16="http://schemas.microsoft.com/office/drawing/2014/main" id="{81B211A6-E404-B71F-B8CF-34D2DEDAE21E}"/>
              </a:ext>
            </a:extLst>
          </p:cNvPr>
          <p:cNvSpPr>
            <a:spLocks noGrp="1"/>
          </p:cNvSpPr>
          <p:nvPr>
            <p:ph sz="quarter" idx="14" hasCustomPrompt="1"/>
          </p:nvPr>
        </p:nvSpPr>
        <p:spPr>
          <a:xfrm>
            <a:off x="611187" y="231775"/>
            <a:ext cx="3889375" cy="144463"/>
          </a:xfrm>
        </p:spPr>
        <p:txBody>
          <a:bodyPr anchor="ctr">
            <a:normAutofit/>
          </a:bodyPr>
          <a:lstStyle>
            <a:lvl1pPr>
              <a:defRPr sz="800" b="0" i="0">
                <a:latin typeface="Avenir Next Medium" panose="020B0503020202020204" pitchFamily="34" charset="0"/>
              </a:defRPr>
            </a:lvl1pPr>
          </a:lstStyle>
          <a:p>
            <a:pPr lvl="0"/>
            <a:r>
              <a:rPr kumimoji="1" lang="en-US" altLang="zh-TW" dirty="0"/>
              <a:t>ALL CAP SUBHEADING GOES HERE IN 8PT</a:t>
            </a:r>
            <a:endParaRPr kumimoji="1" lang="zh-HK" altLang="en-US" dirty="0"/>
          </a:p>
        </p:txBody>
      </p:sp>
      <p:sp>
        <p:nvSpPr>
          <p:cNvPr id="10" name="文字版面配置區 23">
            <a:extLst>
              <a:ext uri="{FF2B5EF4-FFF2-40B4-BE49-F238E27FC236}">
                <a16:creationId xmlns:a16="http://schemas.microsoft.com/office/drawing/2014/main" id="{7ED65F06-3D0F-0C5D-A00D-A1EA41FF93AB}"/>
              </a:ext>
            </a:extLst>
          </p:cNvPr>
          <p:cNvSpPr>
            <a:spLocks noGrp="1"/>
          </p:cNvSpPr>
          <p:nvPr>
            <p:ph type="body" sz="quarter" idx="35" hasCustomPrompt="1"/>
          </p:nvPr>
        </p:nvSpPr>
        <p:spPr>
          <a:xfrm>
            <a:off x="3290476" y="1585428"/>
            <a:ext cx="5242335" cy="2391259"/>
          </a:xfrm>
        </p:spPr>
        <p:txBody>
          <a:bodyPr>
            <a:noAutofit/>
          </a:bodyPr>
          <a:lstStyle>
            <a:lvl1pPr algn="l">
              <a:spcBef>
                <a:spcPts val="0"/>
              </a:spcBef>
              <a:defRPr sz="800" b="0" i="0">
                <a:solidFill>
                  <a:srgbClr val="000000"/>
                </a:solidFill>
                <a:latin typeface="Avenir Next"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marL="0" marR="0" lvl="0" indent="0" algn="l" defTabSz="6858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1" lang="en-US" altLang="zh-HK" dirty="0"/>
              <a:t>Enter the needed small text here : Lorem Ipsum is simply dummy text of the printing and typesetting industry. Lorem Ipsum has been the industry's standard dummy text ever since the 1500s. Enter the needed small text here : Lorem Ipsum is simply dummy text of the printing and typesetting industry. Lorem Ipsum has been the industry's standard dummy text ever since the 1500s.</a:t>
            </a:r>
          </a:p>
          <a:p>
            <a:pPr marL="0" marR="0" lvl="0" indent="0" algn="l" defTabSz="685800" rtl="0" eaLnBrk="1" fontAlgn="auto" latinLnBrk="0" hangingPunct="1">
              <a:lnSpc>
                <a:spcPct val="100000"/>
              </a:lnSpc>
              <a:spcBef>
                <a:spcPts val="0"/>
              </a:spcBef>
              <a:spcAft>
                <a:spcPts val="0"/>
              </a:spcAft>
              <a:buClrTx/>
              <a:buSzTx/>
              <a:buFont typeface="Arial" panose="020B0604020202020204" pitchFamily="34" charset="0"/>
              <a:buNone/>
              <a:tabLst/>
              <a:defRPr/>
            </a:pPr>
            <a:endParaRPr kumimoji="1" lang="en-US" altLang="zh-HK" dirty="0"/>
          </a:p>
          <a:p>
            <a:pPr marL="0" marR="0" lvl="0" indent="0" algn="l" defTabSz="6858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1" lang="en-US" altLang="zh-HK" dirty="0"/>
              <a:t>Enter the needed small text here : Lorem Ipsum is simply dummy text of the printing and typesetting industry. Lorem Ipsum has been the industry's standard dummy text ever since the 1500s. Enter the needed small text here : Lorem Ipsum is simply dummy text of the printing and typesetting industry. Lorem Ipsum has been the industry's standard dummy text ever since the 1500s.</a:t>
            </a:r>
          </a:p>
          <a:p>
            <a:pPr marL="0" marR="0" lvl="0" indent="0" algn="l" defTabSz="685800" rtl="0" eaLnBrk="1" fontAlgn="auto" latinLnBrk="0" hangingPunct="1">
              <a:lnSpc>
                <a:spcPct val="100000"/>
              </a:lnSpc>
              <a:spcBef>
                <a:spcPts val="0"/>
              </a:spcBef>
              <a:spcAft>
                <a:spcPts val="0"/>
              </a:spcAft>
              <a:buClrTx/>
              <a:buSzTx/>
              <a:buFont typeface="Arial" panose="020B0604020202020204" pitchFamily="34" charset="0"/>
              <a:buNone/>
              <a:tabLst/>
              <a:defRPr/>
            </a:pPr>
            <a:endParaRPr kumimoji="1" lang="en-US" altLang="zh-HK" dirty="0"/>
          </a:p>
          <a:p>
            <a:pPr lvl="0"/>
            <a:endParaRPr kumimoji="1" lang="en-US" altLang="zh-HK" dirty="0"/>
          </a:p>
        </p:txBody>
      </p:sp>
      <p:sp>
        <p:nvSpPr>
          <p:cNvPr id="11" name="內容版面配置區 17">
            <a:extLst>
              <a:ext uri="{FF2B5EF4-FFF2-40B4-BE49-F238E27FC236}">
                <a16:creationId xmlns:a16="http://schemas.microsoft.com/office/drawing/2014/main" id="{D4B4B519-6C28-BF33-3CB7-EFF6B3EFBF1B}"/>
              </a:ext>
            </a:extLst>
          </p:cNvPr>
          <p:cNvSpPr>
            <a:spLocks noGrp="1"/>
          </p:cNvSpPr>
          <p:nvPr>
            <p:ph sz="quarter" idx="36" hasCustomPrompt="1"/>
          </p:nvPr>
        </p:nvSpPr>
        <p:spPr>
          <a:xfrm>
            <a:off x="3290477" y="1384301"/>
            <a:ext cx="4004086" cy="144463"/>
          </a:xfrm>
        </p:spPr>
        <p:txBody>
          <a:bodyPr anchor="ctr">
            <a:normAutofit/>
          </a:bodyPr>
          <a:lstStyle>
            <a:lvl1pPr>
              <a:defRPr sz="800" b="0" i="0">
                <a:latin typeface="Avenir Next Medium" panose="020B0503020202020204" pitchFamily="34" charset="0"/>
              </a:defRPr>
            </a:lvl1pPr>
          </a:lstStyle>
          <a:p>
            <a:pPr lvl="0"/>
            <a:r>
              <a:rPr kumimoji="1" lang="en-US" altLang="zh-TW" dirty="0"/>
              <a:t>Short title in regular 8pt</a:t>
            </a:r>
            <a:endParaRPr kumimoji="1" lang="zh-HK" altLang="en-US" dirty="0"/>
          </a:p>
        </p:txBody>
      </p:sp>
      <p:sp>
        <p:nvSpPr>
          <p:cNvPr id="12" name="文字版面配置區 23">
            <a:extLst>
              <a:ext uri="{FF2B5EF4-FFF2-40B4-BE49-F238E27FC236}">
                <a16:creationId xmlns:a16="http://schemas.microsoft.com/office/drawing/2014/main" id="{8E367ED7-2099-AAF5-C304-43579243B5BB}"/>
              </a:ext>
            </a:extLst>
          </p:cNvPr>
          <p:cNvSpPr>
            <a:spLocks noGrp="1"/>
          </p:cNvSpPr>
          <p:nvPr>
            <p:ph type="body" sz="quarter" idx="37" hasCustomPrompt="1"/>
          </p:nvPr>
        </p:nvSpPr>
        <p:spPr>
          <a:xfrm>
            <a:off x="611188" y="1585428"/>
            <a:ext cx="2555876" cy="2391259"/>
          </a:xfrm>
        </p:spPr>
        <p:txBody>
          <a:bodyPr>
            <a:noAutofit/>
          </a:bodyPr>
          <a:lstStyle>
            <a:lvl1pPr algn="l">
              <a:spcBef>
                <a:spcPts val="0"/>
              </a:spcBef>
              <a:defRPr sz="800" b="0" i="0">
                <a:solidFill>
                  <a:srgbClr val="000000"/>
                </a:solidFill>
                <a:latin typeface="Avenir Next"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marL="0" marR="0" lvl="0" indent="0" algn="l" defTabSz="6858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1" lang="en-US" altLang="zh-HK" dirty="0"/>
              <a:t>Enter the needed small text here : Lorem Ipsum is simply dummy text of the printing and typesetting industry. Lorem Ipsum has been the industry's standard dummy text ever since the 1500s. Enter the needed small text here : Lorem Ipsum is simply dummy text of the printing and typesetting industry. Lorem Ipsum has been the industry's standard dummy text ever since the 1500s.</a:t>
            </a:r>
          </a:p>
          <a:p>
            <a:pPr marL="0" marR="0" lvl="0" indent="0" algn="l" defTabSz="685800" rtl="0" eaLnBrk="1" fontAlgn="auto" latinLnBrk="0" hangingPunct="1">
              <a:lnSpc>
                <a:spcPct val="100000"/>
              </a:lnSpc>
              <a:spcBef>
                <a:spcPts val="0"/>
              </a:spcBef>
              <a:spcAft>
                <a:spcPts val="0"/>
              </a:spcAft>
              <a:buClrTx/>
              <a:buSzTx/>
              <a:buFont typeface="Arial" panose="020B0604020202020204" pitchFamily="34" charset="0"/>
              <a:buNone/>
              <a:tabLst/>
              <a:defRPr/>
            </a:pPr>
            <a:endParaRPr kumimoji="1" lang="en-US" altLang="zh-HK" dirty="0"/>
          </a:p>
          <a:p>
            <a:pPr marL="0" marR="0" lvl="0" indent="0" algn="l" defTabSz="6858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1" lang="en-US" altLang="zh-HK" dirty="0"/>
              <a:t>Enter the needed small text here : Lorem Ipsum is simply dummy text of the printing and typesetting industry. Lorem Ipsum has been the industry's standard dummy text ever since the 1500s. Enter the needed small text here : Lorem Ipsum is simply dummy text of the printing and typesetting industry. Lorem Ipsum has been the industry's standard dummy text ever since the 1500s.</a:t>
            </a:r>
          </a:p>
          <a:p>
            <a:pPr marL="0" marR="0" lvl="0" indent="0" algn="l" defTabSz="685800" rtl="0" eaLnBrk="1" fontAlgn="auto" latinLnBrk="0" hangingPunct="1">
              <a:lnSpc>
                <a:spcPct val="100000"/>
              </a:lnSpc>
              <a:spcBef>
                <a:spcPts val="0"/>
              </a:spcBef>
              <a:spcAft>
                <a:spcPts val="0"/>
              </a:spcAft>
              <a:buClrTx/>
              <a:buSzTx/>
              <a:buFont typeface="Arial" panose="020B0604020202020204" pitchFamily="34" charset="0"/>
              <a:buNone/>
              <a:tabLst/>
              <a:defRPr/>
            </a:pPr>
            <a:endParaRPr kumimoji="1" lang="en-US" altLang="zh-HK" dirty="0"/>
          </a:p>
          <a:p>
            <a:pPr lvl="0"/>
            <a:endParaRPr kumimoji="1" lang="en-US" altLang="zh-HK" dirty="0"/>
          </a:p>
        </p:txBody>
      </p:sp>
      <p:sp>
        <p:nvSpPr>
          <p:cNvPr id="20" name="內容版面配置區 17">
            <a:extLst>
              <a:ext uri="{FF2B5EF4-FFF2-40B4-BE49-F238E27FC236}">
                <a16:creationId xmlns:a16="http://schemas.microsoft.com/office/drawing/2014/main" id="{D698AF5C-12C9-1828-C647-A98D5BFFF00B}"/>
              </a:ext>
            </a:extLst>
          </p:cNvPr>
          <p:cNvSpPr>
            <a:spLocks noGrp="1"/>
          </p:cNvSpPr>
          <p:nvPr>
            <p:ph sz="quarter" idx="38" hasCustomPrompt="1"/>
          </p:nvPr>
        </p:nvSpPr>
        <p:spPr>
          <a:xfrm>
            <a:off x="611187" y="1384301"/>
            <a:ext cx="2555876" cy="144463"/>
          </a:xfrm>
        </p:spPr>
        <p:txBody>
          <a:bodyPr anchor="ctr">
            <a:normAutofit/>
          </a:bodyPr>
          <a:lstStyle>
            <a:lvl1pPr>
              <a:defRPr sz="800" b="0" i="0">
                <a:latin typeface="Avenir Next Medium" panose="020B0503020202020204" pitchFamily="34" charset="0"/>
              </a:defRPr>
            </a:lvl1pPr>
          </a:lstStyle>
          <a:p>
            <a:pPr lvl="0"/>
            <a:r>
              <a:rPr kumimoji="1" lang="en-US" altLang="zh-TW" dirty="0"/>
              <a:t>Short title in regular 8pt</a:t>
            </a:r>
            <a:endParaRPr kumimoji="1" lang="zh-HK" altLang="en-US" dirty="0"/>
          </a:p>
        </p:txBody>
      </p:sp>
    </p:spTree>
    <p:extLst>
      <p:ext uri="{BB962C8B-B14F-4D97-AF65-F5344CB8AC3E}">
        <p14:creationId xmlns:p14="http://schemas.microsoft.com/office/powerpoint/2010/main" val="6648374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_Content page_1">
    <p:bg>
      <p:bgPr>
        <a:solidFill>
          <a:schemeClr val="tx1"/>
        </a:solidFill>
        <a:effectLst/>
      </p:bgPr>
    </p:bg>
    <p:spTree>
      <p:nvGrpSpPr>
        <p:cNvPr id="1" name=""/>
        <p:cNvGrpSpPr/>
        <p:nvPr/>
      </p:nvGrpSpPr>
      <p:grpSpPr>
        <a:xfrm>
          <a:off x="0" y="0"/>
          <a:ext cx="0" cy="0"/>
          <a:chOff x="0" y="0"/>
          <a:chExt cx="0" cy="0"/>
        </a:xfrm>
      </p:grpSpPr>
      <p:sp>
        <p:nvSpPr>
          <p:cNvPr id="13" name="矩形 12">
            <a:extLst>
              <a:ext uri="{FF2B5EF4-FFF2-40B4-BE49-F238E27FC236}">
                <a16:creationId xmlns:a16="http://schemas.microsoft.com/office/drawing/2014/main" id="{0D7EC9B8-2448-44D1-48FE-B874C292D767}"/>
              </a:ext>
            </a:extLst>
          </p:cNvPr>
          <p:cNvSpPr>
            <a:spLocks noChangeAspect="1"/>
          </p:cNvSpPr>
          <p:nvPr userDrawn="1"/>
        </p:nvSpPr>
        <p:spPr>
          <a:xfrm>
            <a:off x="401514" y="4846519"/>
            <a:ext cx="64800" cy="648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solidFill>
                <a:srgbClr val="000000"/>
              </a:solidFill>
            </a:endParaRPr>
          </a:p>
        </p:txBody>
      </p:sp>
      <p:pic>
        <p:nvPicPr>
          <p:cNvPr id="15" name="圖片 14">
            <a:extLst>
              <a:ext uri="{FF2B5EF4-FFF2-40B4-BE49-F238E27FC236}">
                <a16:creationId xmlns:a16="http://schemas.microsoft.com/office/drawing/2014/main" id="{D7581C61-86A2-7ECE-B1AA-3B4253FE29FF}"/>
              </a:ext>
            </a:extLst>
          </p:cNvPr>
          <p:cNvPicPr>
            <a:picLocks noChangeAspect="1"/>
          </p:cNvPicPr>
          <p:nvPr userDrawn="1"/>
        </p:nvPicPr>
        <p:blipFill>
          <a:blip r:embed="rId2"/>
          <a:stretch>
            <a:fillRect/>
          </a:stretch>
        </p:blipFill>
        <p:spPr>
          <a:xfrm>
            <a:off x="7858340" y="4691044"/>
            <a:ext cx="684000" cy="222153"/>
          </a:xfrm>
          <a:prstGeom prst="rect">
            <a:avLst/>
          </a:prstGeom>
        </p:spPr>
      </p:pic>
      <p:sp>
        <p:nvSpPr>
          <p:cNvPr id="16" name="矩形 15">
            <a:extLst>
              <a:ext uri="{FF2B5EF4-FFF2-40B4-BE49-F238E27FC236}">
                <a16:creationId xmlns:a16="http://schemas.microsoft.com/office/drawing/2014/main" id="{9E07604B-DFAB-4F38-10F3-ED1484DD249A}"/>
              </a:ext>
            </a:extLst>
          </p:cNvPr>
          <p:cNvSpPr/>
          <p:nvPr userDrawn="1"/>
        </p:nvSpPr>
        <p:spPr>
          <a:xfrm>
            <a:off x="8677275" y="4838905"/>
            <a:ext cx="72820" cy="728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solidFill>
                <a:srgbClr val="000000"/>
              </a:solidFill>
            </a:endParaRPr>
          </a:p>
        </p:txBody>
      </p:sp>
      <p:sp>
        <p:nvSpPr>
          <p:cNvPr id="17" name="Page #">
            <a:extLst>
              <a:ext uri="{FF2B5EF4-FFF2-40B4-BE49-F238E27FC236}">
                <a16:creationId xmlns:a16="http://schemas.microsoft.com/office/drawing/2014/main" id="{CC2EF8B8-7DBD-003C-CEF2-54A1BC63357C}"/>
              </a:ext>
            </a:extLst>
          </p:cNvPr>
          <p:cNvSpPr txBox="1"/>
          <p:nvPr userDrawn="1"/>
        </p:nvSpPr>
        <p:spPr>
          <a:xfrm>
            <a:off x="8677275" y="4679459"/>
            <a:ext cx="565431" cy="131994"/>
          </a:xfrm>
          <a:prstGeom prst="rect">
            <a:avLst/>
          </a:prstGeom>
        </p:spPr>
        <p:txBody>
          <a:bodyPr vert="horz" lIns="0" tIns="0" rIns="0" bIns="0" rtlCol="0" anchor="t"/>
          <a:lstStyle>
            <a:defPPr>
              <a:defRPr lang="en-US"/>
            </a:defPPr>
            <a:lvl1pPr>
              <a:defRPr>
                <a:solidFill>
                  <a:srgbClr val="000000"/>
                </a:solidFill>
                <a:latin typeface="+mn-lt" charset="0"/>
                <a:ea typeface="+mn-lt" charset="0"/>
                <a:cs typeface="+mn-lt" charset="0"/>
              </a:defRPr>
            </a:lvl1pPr>
          </a:lstStyle>
          <a:p>
            <a:pPr lvl="0" algn="l">
              <a:lnSpc>
                <a:spcPts val="1000"/>
              </a:lnSpc>
            </a:pPr>
            <a:fld id="{DA68CEF4-E06B-2F45-9C1B-34EEEC442DB9}" type="slidenum">
              <a:rPr lang="en-GB" sz="600" b="0" i="0" smtClean="0">
                <a:latin typeface="+mj-lt"/>
                <a:ea typeface="Arial" charset="0"/>
                <a:cs typeface="Arial" panose="020B0604020202020204" pitchFamily="34" charset="0"/>
              </a:rPr>
              <a:pPr lvl="0" algn="l">
                <a:lnSpc>
                  <a:spcPts val="1000"/>
                </a:lnSpc>
              </a:pPr>
              <a:t>‹#›</a:t>
            </a:fld>
            <a:endParaRPr lang="en-GB" sz="600" b="0" i="0" dirty="0">
              <a:latin typeface="+mj-lt"/>
              <a:ea typeface="Arial" charset="0"/>
              <a:cs typeface="Arial" panose="020B0604020202020204" pitchFamily="34" charset="0"/>
            </a:endParaRPr>
          </a:p>
        </p:txBody>
      </p:sp>
      <p:sp>
        <p:nvSpPr>
          <p:cNvPr id="24" name="圖片版面配置區 23">
            <a:extLst>
              <a:ext uri="{FF2B5EF4-FFF2-40B4-BE49-F238E27FC236}">
                <a16:creationId xmlns:a16="http://schemas.microsoft.com/office/drawing/2014/main" id="{6749BF15-6C12-41D3-0D8A-CB70EA167EED}"/>
              </a:ext>
            </a:extLst>
          </p:cNvPr>
          <p:cNvSpPr>
            <a:spLocks noGrp="1"/>
          </p:cNvSpPr>
          <p:nvPr>
            <p:ph type="pic" sz="quarter" idx="18"/>
          </p:nvPr>
        </p:nvSpPr>
        <p:spPr>
          <a:xfrm>
            <a:off x="611186" y="1384300"/>
            <a:ext cx="3889376" cy="2439987"/>
          </a:xfrm>
        </p:spPr>
        <p:txBody>
          <a:bodyPr/>
          <a:lstStyle/>
          <a:p>
            <a:endParaRPr kumimoji="1" lang="zh-HK" altLang="en-US" dirty="0"/>
          </a:p>
        </p:txBody>
      </p:sp>
      <p:sp>
        <p:nvSpPr>
          <p:cNvPr id="28" name="圖片版面配置區 23">
            <a:extLst>
              <a:ext uri="{FF2B5EF4-FFF2-40B4-BE49-F238E27FC236}">
                <a16:creationId xmlns:a16="http://schemas.microsoft.com/office/drawing/2014/main" id="{1D26FA89-4A9F-E81E-2042-FB3BAFBFB3E2}"/>
              </a:ext>
            </a:extLst>
          </p:cNvPr>
          <p:cNvSpPr>
            <a:spLocks noGrp="1"/>
          </p:cNvSpPr>
          <p:nvPr>
            <p:ph type="pic" sz="quarter" idx="20"/>
          </p:nvPr>
        </p:nvSpPr>
        <p:spPr>
          <a:xfrm>
            <a:off x="4581158" y="1384300"/>
            <a:ext cx="3951653" cy="2439987"/>
          </a:xfrm>
        </p:spPr>
        <p:txBody>
          <a:bodyPr/>
          <a:lstStyle/>
          <a:p>
            <a:endParaRPr kumimoji="1" lang="zh-HK" altLang="en-US" dirty="0"/>
          </a:p>
        </p:txBody>
      </p:sp>
      <p:sp>
        <p:nvSpPr>
          <p:cNvPr id="6" name="文字方塊 5">
            <a:extLst>
              <a:ext uri="{FF2B5EF4-FFF2-40B4-BE49-F238E27FC236}">
                <a16:creationId xmlns:a16="http://schemas.microsoft.com/office/drawing/2014/main" id="{200DDA9A-576E-7333-A1DF-0F856C8AE00D}"/>
              </a:ext>
            </a:extLst>
          </p:cNvPr>
          <p:cNvSpPr txBox="1"/>
          <p:nvPr userDrawn="1"/>
        </p:nvSpPr>
        <p:spPr>
          <a:xfrm rot="5400000">
            <a:off x="-903960" y="3375528"/>
            <a:ext cx="2675745" cy="107722"/>
          </a:xfrm>
          <a:prstGeom prst="rect">
            <a:avLst/>
          </a:prstGeom>
          <a:noFill/>
        </p:spPr>
        <p:txBody>
          <a:bodyPr wrap="square" lIns="0" tIns="0" rIns="0" bIns="0" rtlCol="0" anchor="t" anchorCtr="0">
            <a:spAutoFit/>
          </a:bodyPr>
          <a:lstStyle/>
          <a:p>
            <a:pPr lvl="0" algn="r"/>
            <a:r>
              <a:rPr kumimoji="1" lang="en-US" altLang="zh-HK" sz="700" b="1" i="0" kern="1200" dirty="0">
                <a:solidFill>
                  <a:srgbClr val="000000"/>
                </a:solidFill>
                <a:latin typeface="Avenir Next Demi Bold" panose="020B0503020202020204" pitchFamily="34" charset="0"/>
                <a:ea typeface="+mn-ea"/>
                <a:cs typeface="+mn-cs"/>
              </a:rPr>
              <a:t>CONFIDENTIAL &amp; RESTRICTED BY MRDI</a:t>
            </a:r>
            <a:endParaRPr kumimoji="1" lang="zh-HK" altLang="en-US" sz="700" b="1" i="0" kern="1200" dirty="0">
              <a:solidFill>
                <a:srgbClr val="000000"/>
              </a:solidFill>
              <a:latin typeface="Avenir Next Demi Bold" panose="020B0503020202020204" pitchFamily="34" charset="0"/>
              <a:ea typeface="+mn-ea"/>
              <a:cs typeface="+mn-cs"/>
            </a:endParaRPr>
          </a:p>
        </p:txBody>
      </p:sp>
      <p:sp>
        <p:nvSpPr>
          <p:cNvPr id="7" name="文字版面配置區 2">
            <a:extLst>
              <a:ext uri="{FF2B5EF4-FFF2-40B4-BE49-F238E27FC236}">
                <a16:creationId xmlns:a16="http://schemas.microsoft.com/office/drawing/2014/main" id="{DA93E440-9FE4-6440-CE33-46DB01981129}"/>
              </a:ext>
            </a:extLst>
          </p:cNvPr>
          <p:cNvSpPr>
            <a:spLocks noGrp="1"/>
          </p:cNvSpPr>
          <p:nvPr>
            <p:ph type="body" idx="1" hasCustomPrompt="1"/>
          </p:nvPr>
        </p:nvSpPr>
        <p:spPr>
          <a:xfrm>
            <a:off x="611188" y="528638"/>
            <a:ext cx="6553200" cy="711200"/>
          </a:xfrm>
          <a:prstGeom prst="rect">
            <a:avLst/>
          </a:prstGeom>
        </p:spPr>
        <p:txBody>
          <a:bodyPr>
            <a:noAutofit/>
          </a:bodyPr>
          <a:lstStyle>
            <a:lvl1pPr marL="0" indent="0" algn="l">
              <a:spcBef>
                <a:spcPts val="0"/>
              </a:spcBef>
              <a:buNone/>
              <a:defRPr sz="2400" b="0" i="0">
                <a:solidFill>
                  <a:schemeClr val="bg2"/>
                </a:solidFill>
                <a:latin typeface="Avenir Next Medium" panose="020B0503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kumimoji="1" lang="en-US" altLang="zh-TW" dirty="0"/>
              <a:t>Headline font in Avenir Next and </a:t>
            </a:r>
            <a:br>
              <a:rPr kumimoji="1" lang="en-US" altLang="zh-TW" dirty="0"/>
            </a:br>
            <a:r>
              <a:rPr kumimoji="1" lang="en-US" altLang="zh-TW" dirty="0"/>
              <a:t>24pt font size which is adjustable</a:t>
            </a:r>
            <a:endParaRPr kumimoji="1" lang="zh-TW" altLang="en-US" dirty="0"/>
          </a:p>
        </p:txBody>
      </p:sp>
      <p:sp>
        <p:nvSpPr>
          <p:cNvPr id="8" name="內容版面配置區 17">
            <a:extLst>
              <a:ext uri="{FF2B5EF4-FFF2-40B4-BE49-F238E27FC236}">
                <a16:creationId xmlns:a16="http://schemas.microsoft.com/office/drawing/2014/main" id="{D3DF9AB9-51AC-86DE-CA6E-AB215B1D4B72}"/>
              </a:ext>
            </a:extLst>
          </p:cNvPr>
          <p:cNvSpPr>
            <a:spLocks noGrp="1"/>
          </p:cNvSpPr>
          <p:nvPr>
            <p:ph sz="quarter" idx="14" hasCustomPrompt="1"/>
          </p:nvPr>
        </p:nvSpPr>
        <p:spPr>
          <a:xfrm>
            <a:off x="611187" y="231775"/>
            <a:ext cx="3889375" cy="144463"/>
          </a:xfrm>
        </p:spPr>
        <p:txBody>
          <a:bodyPr anchor="ctr">
            <a:normAutofit/>
          </a:bodyPr>
          <a:lstStyle>
            <a:lvl1pPr>
              <a:defRPr sz="800" b="0" i="0">
                <a:latin typeface="Avenir Next Medium" panose="020B0503020202020204" pitchFamily="34" charset="0"/>
              </a:defRPr>
            </a:lvl1pPr>
          </a:lstStyle>
          <a:p>
            <a:pPr lvl="0"/>
            <a:r>
              <a:rPr kumimoji="1" lang="en-US" altLang="zh-TW" dirty="0"/>
              <a:t>ALL CAP SUBHEADING GOES HERE IN 8PT</a:t>
            </a:r>
            <a:endParaRPr kumimoji="1" lang="zh-HK" altLang="en-US" dirty="0"/>
          </a:p>
        </p:txBody>
      </p:sp>
      <p:sp>
        <p:nvSpPr>
          <p:cNvPr id="9" name="內容版面配置區 17">
            <a:extLst>
              <a:ext uri="{FF2B5EF4-FFF2-40B4-BE49-F238E27FC236}">
                <a16:creationId xmlns:a16="http://schemas.microsoft.com/office/drawing/2014/main" id="{526698DD-96B8-B3D7-3420-E543B36B3510}"/>
              </a:ext>
            </a:extLst>
          </p:cNvPr>
          <p:cNvSpPr>
            <a:spLocks noGrp="1"/>
          </p:cNvSpPr>
          <p:nvPr>
            <p:ph sz="quarter" idx="32" hasCustomPrompt="1"/>
          </p:nvPr>
        </p:nvSpPr>
        <p:spPr>
          <a:xfrm>
            <a:off x="611185" y="1384300"/>
            <a:ext cx="1270080" cy="268517"/>
          </a:xfrm>
          <a:solidFill>
            <a:schemeClr val="tx1"/>
          </a:solidFill>
        </p:spPr>
        <p:txBody>
          <a:bodyPr wrap="square" lIns="72000" tIns="72000" rIns="72000" bIns="72000" anchor="ctr">
            <a:spAutoFit/>
          </a:bodyPr>
          <a:lstStyle>
            <a:lvl1pPr>
              <a:defRPr sz="800" b="0" i="0">
                <a:latin typeface="Avenir Next" panose="020B0503020202020204" pitchFamily="34" charset="0"/>
              </a:defRPr>
            </a:lvl1pPr>
          </a:lstStyle>
          <a:p>
            <a:pPr lvl="0"/>
            <a:r>
              <a:rPr kumimoji="1" lang="en-US" altLang="zh-TW" dirty="0"/>
              <a:t>Short title in regular 8pt</a:t>
            </a:r>
            <a:endParaRPr kumimoji="1" lang="zh-HK" altLang="en-US" dirty="0"/>
          </a:p>
        </p:txBody>
      </p:sp>
      <p:sp>
        <p:nvSpPr>
          <p:cNvPr id="10" name="內容版面配置區 17">
            <a:extLst>
              <a:ext uri="{FF2B5EF4-FFF2-40B4-BE49-F238E27FC236}">
                <a16:creationId xmlns:a16="http://schemas.microsoft.com/office/drawing/2014/main" id="{8C437B62-DA35-958C-CC65-87C847FA1E20}"/>
              </a:ext>
            </a:extLst>
          </p:cNvPr>
          <p:cNvSpPr>
            <a:spLocks noGrp="1"/>
          </p:cNvSpPr>
          <p:nvPr>
            <p:ph sz="quarter" idx="33" hasCustomPrompt="1"/>
          </p:nvPr>
        </p:nvSpPr>
        <p:spPr>
          <a:xfrm>
            <a:off x="4581158" y="1384300"/>
            <a:ext cx="1270080" cy="268517"/>
          </a:xfrm>
          <a:solidFill>
            <a:schemeClr val="tx1"/>
          </a:solidFill>
        </p:spPr>
        <p:txBody>
          <a:bodyPr wrap="square" lIns="72000" tIns="72000" rIns="72000" bIns="72000" anchor="ctr">
            <a:spAutoFit/>
          </a:bodyPr>
          <a:lstStyle>
            <a:lvl1pPr>
              <a:defRPr sz="800" b="0" i="0">
                <a:latin typeface="Avenir Next" panose="020B0503020202020204" pitchFamily="34" charset="0"/>
              </a:defRPr>
            </a:lvl1pPr>
          </a:lstStyle>
          <a:p>
            <a:pPr lvl="0"/>
            <a:r>
              <a:rPr kumimoji="1" lang="en-US" altLang="zh-TW" dirty="0"/>
              <a:t>Short title in regular 8pt</a:t>
            </a:r>
            <a:endParaRPr kumimoji="1" lang="zh-HK" altLang="en-US" dirty="0"/>
          </a:p>
        </p:txBody>
      </p:sp>
      <p:sp>
        <p:nvSpPr>
          <p:cNvPr id="11" name="文字版面配置區 23">
            <a:extLst>
              <a:ext uri="{FF2B5EF4-FFF2-40B4-BE49-F238E27FC236}">
                <a16:creationId xmlns:a16="http://schemas.microsoft.com/office/drawing/2014/main" id="{5B36DAEB-63F2-558C-492F-BD25E77F7839}"/>
              </a:ext>
            </a:extLst>
          </p:cNvPr>
          <p:cNvSpPr>
            <a:spLocks noGrp="1"/>
          </p:cNvSpPr>
          <p:nvPr>
            <p:ph type="body" sz="quarter" idx="35" hasCustomPrompt="1"/>
          </p:nvPr>
        </p:nvSpPr>
        <p:spPr>
          <a:xfrm>
            <a:off x="4581157" y="3976689"/>
            <a:ext cx="3951653" cy="647700"/>
          </a:xfrm>
        </p:spPr>
        <p:txBody>
          <a:bodyPr>
            <a:noAutofit/>
          </a:bodyPr>
          <a:lstStyle>
            <a:lvl1pPr algn="l">
              <a:spcBef>
                <a:spcPts val="0"/>
              </a:spcBef>
              <a:defRPr sz="800" b="0" i="0">
                <a:solidFill>
                  <a:srgbClr val="000000"/>
                </a:solidFill>
                <a:latin typeface="Avenir Next"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lvl="0"/>
            <a:r>
              <a:rPr kumimoji="1" lang="en-US" altLang="zh-HK" dirty="0"/>
              <a:t>Enter the needed small text here : Lorem Ipsum is simply dummy text of the printing and typesetting industry. Lorem Ipsum has been the industry's standard dummy text ever since the 1500s.</a:t>
            </a:r>
          </a:p>
        </p:txBody>
      </p:sp>
      <p:sp>
        <p:nvSpPr>
          <p:cNvPr id="12" name="文字版面配置區 23">
            <a:extLst>
              <a:ext uri="{FF2B5EF4-FFF2-40B4-BE49-F238E27FC236}">
                <a16:creationId xmlns:a16="http://schemas.microsoft.com/office/drawing/2014/main" id="{2BB6FBEC-2714-E23C-FD8E-5AC66CCB9A6B}"/>
              </a:ext>
            </a:extLst>
          </p:cNvPr>
          <p:cNvSpPr>
            <a:spLocks noGrp="1"/>
          </p:cNvSpPr>
          <p:nvPr>
            <p:ph type="body" sz="quarter" idx="36" hasCustomPrompt="1"/>
          </p:nvPr>
        </p:nvSpPr>
        <p:spPr>
          <a:xfrm>
            <a:off x="611185" y="3976689"/>
            <a:ext cx="3889378" cy="647700"/>
          </a:xfrm>
        </p:spPr>
        <p:txBody>
          <a:bodyPr>
            <a:noAutofit/>
          </a:bodyPr>
          <a:lstStyle>
            <a:lvl1pPr algn="l">
              <a:spcBef>
                <a:spcPts val="0"/>
              </a:spcBef>
              <a:defRPr sz="800" b="0" i="0">
                <a:solidFill>
                  <a:srgbClr val="000000"/>
                </a:solidFill>
                <a:latin typeface="Avenir Next"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lvl="0"/>
            <a:r>
              <a:rPr kumimoji="1" lang="en-US" altLang="zh-HK" dirty="0"/>
              <a:t>Enter the needed small text here : Lorem Ipsum is simply dummy text of the printing and typesetting industry. Lorem Ipsum has been the industry's standard dummy text ever since the 1500s.</a:t>
            </a:r>
          </a:p>
        </p:txBody>
      </p:sp>
    </p:spTree>
    <p:extLst>
      <p:ext uri="{BB962C8B-B14F-4D97-AF65-F5344CB8AC3E}">
        <p14:creationId xmlns:p14="http://schemas.microsoft.com/office/powerpoint/2010/main" val="274769637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Content page_2">
    <p:bg>
      <p:bgPr>
        <a:solidFill>
          <a:schemeClr val="tx1"/>
        </a:solidFill>
        <a:effectLst/>
      </p:bgPr>
    </p:bg>
    <p:spTree>
      <p:nvGrpSpPr>
        <p:cNvPr id="1" name=""/>
        <p:cNvGrpSpPr/>
        <p:nvPr/>
      </p:nvGrpSpPr>
      <p:grpSpPr>
        <a:xfrm>
          <a:off x="0" y="0"/>
          <a:ext cx="0" cy="0"/>
          <a:chOff x="0" y="0"/>
          <a:chExt cx="0" cy="0"/>
        </a:xfrm>
      </p:grpSpPr>
      <p:sp>
        <p:nvSpPr>
          <p:cNvPr id="35" name="SmartArt 版面配置區 34">
            <a:extLst>
              <a:ext uri="{FF2B5EF4-FFF2-40B4-BE49-F238E27FC236}">
                <a16:creationId xmlns:a16="http://schemas.microsoft.com/office/drawing/2014/main" id="{BD0DE52C-E097-8C6F-36AC-A955C8016F28}"/>
              </a:ext>
            </a:extLst>
          </p:cNvPr>
          <p:cNvSpPr>
            <a:spLocks noGrp="1"/>
          </p:cNvSpPr>
          <p:nvPr>
            <p:ph type="dgm" sz="quarter" idx="27"/>
          </p:nvPr>
        </p:nvSpPr>
        <p:spPr>
          <a:xfrm>
            <a:off x="5949950" y="3976688"/>
            <a:ext cx="2583229" cy="647700"/>
          </a:xfrm>
        </p:spPr>
        <p:txBody>
          <a:bodyPr/>
          <a:lstStyle/>
          <a:p>
            <a:endParaRPr kumimoji="1" lang="zh-HK" altLang="en-US"/>
          </a:p>
        </p:txBody>
      </p:sp>
      <p:sp>
        <p:nvSpPr>
          <p:cNvPr id="33" name="圖表版面配置區 32">
            <a:extLst>
              <a:ext uri="{FF2B5EF4-FFF2-40B4-BE49-F238E27FC236}">
                <a16:creationId xmlns:a16="http://schemas.microsoft.com/office/drawing/2014/main" id="{DC1855D6-4403-526F-72C6-4019FF65788E}"/>
              </a:ext>
            </a:extLst>
          </p:cNvPr>
          <p:cNvSpPr>
            <a:spLocks noGrp="1"/>
          </p:cNvSpPr>
          <p:nvPr>
            <p:ph type="chart" sz="quarter" idx="26"/>
          </p:nvPr>
        </p:nvSpPr>
        <p:spPr>
          <a:xfrm>
            <a:off x="611188" y="1392238"/>
            <a:ext cx="5000258" cy="3240000"/>
          </a:xfrm>
        </p:spPr>
        <p:txBody>
          <a:bodyPr/>
          <a:lstStyle/>
          <a:p>
            <a:endParaRPr kumimoji="1" lang="zh-HK" altLang="en-US" dirty="0"/>
          </a:p>
        </p:txBody>
      </p:sp>
      <p:sp>
        <p:nvSpPr>
          <p:cNvPr id="13" name="矩形 12">
            <a:extLst>
              <a:ext uri="{FF2B5EF4-FFF2-40B4-BE49-F238E27FC236}">
                <a16:creationId xmlns:a16="http://schemas.microsoft.com/office/drawing/2014/main" id="{0D7EC9B8-2448-44D1-48FE-B874C292D767}"/>
              </a:ext>
            </a:extLst>
          </p:cNvPr>
          <p:cNvSpPr>
            <a:spLocks noChangeAspect="1"/>
          </p:cNvSpPr>
          <p:nvPr userDrawn="1"/>
        </p:nvSpPr>
        <p:spPr>
          <a:xfrm>
            <a:off x="401514" y="4846519"/>
            <a:ext cx="64800" cy="648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solidFill>
                <a:srgbClr val="000000"/>
              </a:solidFill>
            </a:endParaRPr>
          </a:p>
        </p:txBody>
      </p:sp>
      <p:pic>
        <p:nvPicPr>
          <p:cNvPr id="15" name="圖片 14">
            <a:extLst>
              <a:ext uri="{FF2B5EF4-FFF2-40B4-BE49-F238E27FC236}">
                <a16:creationId xmlns:a16="http://schemas.microsoft.com/office/drawing/2014/main" id="{D7581C61-86A2-7ECE-B1AA-3B4253FE29FF}"/>
              </a:ext>
            </a:extLst>
          </p:cNvPr>
          <p:cNvPicPr>
            <a:picLocks noChangeAspect="1"/>
          </p:cNvPicPr>
          <p:nvPr userDrawn="1"/>
        </p:nvPicPr>
        <p:blipFill>
          <a:blip r:embed="rId2"/>
          <a:stretch>
            <a:fillRect/>
          </a:stretch>
        </p:blipFill>
        <p:spPr>
          <a:xfrm>
            <a:off x="7858340" y="4691044"/>
            <a:ext cx="684000" cy="222153"/>
          </a:xfrm>
          <a:prstGeom prst="rect">
            <a:avLst/>
          </a:prstGeom>
        </p:spPr>
      </p:pic>
      <p:sp>
        <p:nvSpPr>
          <p:cNvPr id="16" name="矩形 15">
            <a:extLst>
              <a:ext uri="{FF2B5EF4-FFF2-40B4-BE49-F238E27FC236}">
                <a16:creationId xmlns:a16="http://schemas.microsoft.com/office/drawing/2014/main" id="{9E07604B-DFAB-4F38-10F3-ED1484DD249A}"/>
              </a:ext>
            </a:extLst>
          </p:cNvPr>
          <p:cNvSpPr/>
          <p:nvPr userDrawn="1"/>
        </p:nvSpPr>
        <p:spPr>
          <a:xfrm>
            <a:off x="8677275" y="4838905"/>
            <a:ext cx="72820" cy="728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solidFill>
                <a:srgbClr val="000000"/>
              </a:solidFill>
            </a:endParaRPr>
          </a:p>
        </p:txBody>
      </p:sp>
      <p:sp>
        <p:nvSpPr>
          <p:cNvPr id="17" name="Page #">
            <a:extLst>
              <a:ext uri="{FF2B5EF4-FFF2-40B4-BE49-F238E27FC236}">
                <a16:creationId xmlns:a16="http://schemas.microsoft.com/office/drawing/2014/main" id="{CC2EF8B8-7DBD-003C-CEF2-54A1BC63357C}"/>
              </a:ext>
            </a:extLst>
          </p:cNvPr>
          <p:cNvSpPr txBox="1"/>
          <p:nvPr userDrawn="1"/>
        </p:nvSpPr>
        <p:spPr>
          <a:xfrm>
            <a:off x="8677275" y="4679459"/>
            <a:ext cx="565431" cy="131994"/>
          </a:xfrm>
          <a:prstGeom prst="rect">
            <a:avLst/>
          </a:prstGeom>
        </p:spPr>
        <p:txBody>
          <a:bodyPr vert="horz" lIns="0" tIns="0" rIns="0" bIns="0" rtlCol="0" anchor="t"/>
          <a:lstStyle>
            <a:defPPr>
              <a:defRPr lang="en-US"/>
            </a:defPPr>
            <a:lvl1pPr>
              <a:defRPr>
                <a:solidFill>
                  <a:srgbClr val="000000"/>
                </a:solidFill>
                <a:latin typeface="+mn-lt" charset="0"/>
                <a:ea typeface="+mn-lt" charset="0"/>
                <a:cs typeface="+mn-lt" charset="0"/>
              </a:defRPr>
            </a:lvl1pPr>
          </a:lstStyle>
          <a:p>
            <a:pPr lvl="0" algn="l">
              <a:lnSpc>
                <a:spcPts val="1000"/>
              </a:lnSpc>
            </a:pPr>
            <a:fld id="{DA68CEF4-E06B-2F45-9C1B-34EEEC442DB9}" type="slidenum">
              <a:rPr lang="en-GB" sz="600" b="0" i="0" smtClean="0">
                <a:latin typeface="+mj-lt"/>
                <a:ea typeface="Arial" charset="0"/>
                <a:cs typeface="Arial" panose="020B0604020202020204" pitchFamily="34" charset="0"/>
              </a:rPr>
              <a:pPr lvl="0" algn="l">
                <a:lnSpc>
                  <a:spcPts val="1000"/>
                </a:lnSpc>
              </a:pPr>
              <a:t>‹#›</a:t>
            </a:fld>
            <a:endParaRPr lang="en-GB" sz="600" b="0" i="0" dirty="0">
              <a:latin typeface="+mj-lt"/>
              <a:ea typeface="Arial" charset="0"/>
              <a:cs typeface="Arial" panose="020B0604020202020204" pitchFamily="34" charset="0"/>
            </a:endParaRPr>
          </a:p>
        </p:txBody>
      </p:sp>
      <p:sp>
        <p:nvSpPr>
          <p:cNvPr id="5" name="文字版面配置區 2">
            <a:extLst>
              <a:ext uri="{FF2B5EF4-FFF2-40B4-BE49-F238E27FC236}">
                <a16:creationId xmlns:a16="http://schemas.microsoft.com/office/drawing/2014/main" id="{F6D123BC-AC27-41C2-7227-56BEA92E1CDF}"/>
              </a:ext>
            </a:extLst>
          </p:cNvPr>
          <p:cNvSpPr>
            <a:spLocks noGrp="1"/>
          </p:cNvSpPr>
          <p:nvPr>
            <p:ph type="body" idx="25" hasCustomPrompt="1"/>
          </p:nvPr>
        </p:nvSpPr>
        <p:spPr>
          <a:xfrm>
            <a:off x="5949586" y="3450026"/>
            <a:ext cx="2577046" cy="382199"/>
          </a:xfrm>
          <a:prstGeom prst="rect">
            <a:avLst/>
          </a:prstGeom>
        </p:spPr>
        <p:txBody>
          <a:bodyPr>
            <a:noAutofit/>
          </a:bodyPr>
          <a:lstStyle>
            <a:lvl1pPr marL="0" indent="0" algn="l">
              <a:spcBef>
                <a:spcPts val="0"/>
              </a:spcBef>
              <a:buNone/>
              <a:defRPr sz="2400" b="0" i="0">
                <a:solidFill>
                  <a:schemeClr val="bg2"/>
                </a:solidFill>
                <a:latin typeface="Avenir Next" panose="020B0503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kumimoji="1" lang="en-US" altLang="zh-TW" dirty="0"/>
              <a:t>GDP 100</a:t>
            </a:r>
            <a:endParaRPr kumimoji="1" lang="zh-TW" altLang="en-US" dirty="0"/>
          </a:p>
        </p:txBody>
      </p:sp>
      <p:sp>
        <p:nvSpPr>
          <p:cNvPr id="38" name="文字方塊 37">
            <a:extLst>
              <a:ext uri="{FF2B5EF4-FFF2-40B4-BE49-F238E27FC236}">
                <a16:creationId xmlns:a16="http://schemas.microsoft.com/office/drawing/2014/main" id="{B42A5ED2-6CBD-917C-18BC-8B6CC6A05E8C}"/>
              </a:ext>
            </a:extLst>
          </p:cNvPr>
          <p:cNvSpPr txBox="1"/>
          <p:nvPr userDrawn="1"/>
        </p:nvSpPr>
        <p:spPr>
          <a:xfrm rot="5400000">
            <a:off x="-903960" y="3375528"/>
            <a:ext cx="2675745" cy="107722"/>
          </a:xfrm>
          <a:prstGeom prst="rect">
            <a:avLst/>
          </a:prstGeom>
          <a:noFill/>
        </p:spPr>
        <p:txBody>
          <a:bodyPr wrap="square" lIns="0" tIns="0" rIns="0" bIns="0" rtlCol="0" anchor="t" anchorCtr="0">
            <a:spAutoFit/>
          </a:bodyPr>
          <a:lstStyle/>
          <a:p>
            <a:pPr lvl="0" algn="r"/>
            <a:r>
              <a:rPr kumimoji="1" lang="en-US" altLang="zh-HK" sz="700" b="1" i="0" kern="1200" dirty="0">
                <a:solidFill>
                  <a:srgbClr val="000000"/>
                </a:solidFill>
                <a:latin typeface="Avenir Next Demi Bold" panose="020B0503020202020204" pitchFamily="34" charset="0"/>
                <a:ea typeface="+mn-ea"/>
                <a:cs typeface="+mn-cs"/>
              </a:rPr>
              <a:t>CONFIDENTIAL &amp; RESTRICTED BY MRDI</a:t>
            </a:r>
            <a:endParaRPr kumimoji="1" lang="zh-HK" altLang="en-US" sz="700" b="1" i="0" kern="1200" dirty="0">
              <a:solidFill>
                <a:srgbClr val="000000"/>
              </a:solidFill>
              <a:latin typeface="Avenir Next Demi Bold" panose="020B0503020202020204" pitchFamily="34" charset="0"/>
              <a:ea typeface="+mn-ea"/>
              <a:cs typeface="+mn-cs"/>
            </a:endParaRPr>
          </a:p>
        </p:txBody>
      </p:sp>
      <p:sp>
        <p:nvSpPr>
          <p:cNvPr id="39" name="文字版面配置區 2">
            <a:extLst>
              <a:ext uri="{FF2B5EF4-FFF2-40B4-BE49-F238E27FC236}">
                <a16:creationId xmlns:a16="http://schemas.microsoft.com/office/drawing/2014/main" id="{CE77C970-5651-1367-92D1-822E1D96816A}"/>
              </a:ext>
            </a:extLst>
          </p:cNvPr>
          <p:cNvSpPr>
            <a:spLocks noGrp="1"/>
          </p:cNvSpPr>
          <p:nvPr>
            <p:ph type="body" idx="1" hasCustomPrompt="1"/>
          </p:nvPr>
        </p:nvSpPr>
        <p:spPr>
          <a:xfrm>
            <a:off x="611188" y="528638"/>
            <a:ext cx="6553200" cy="711200"/>
          </a:xfrm>
          <a:prstGeom prst="rect">
            <a:avLst/>
          </a:prstGeom>
        </p:spPr>
        <p:txBody>
          <a:bodyPr>
            <a:noAutofit/>
          </a:bodyPr>
          <a:lstStyle>
            <a:lvl1pPr marL="0" indent="0" algn="l">
              <a:spcBef>
                <a:spcPts val="0"/>
              </a:spcBef>
              <a:buNone/>
              <a:defRPr sz="2400" b="0" i="0">
                <a:solidFill>
                  <a:schemeClr val="bg2"/>
                </a:solidFill>
                <a:latin typeface="Avenir Next Medium" panose="020B0503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kumimoji="1" lang="en-US" altLang="zh-TW" dirty="0"/>
              <a:t>Headline font in Avenir Next and </a:t>
            </a:r>
            <a:br>
              <a:rPr kumimoji="1" lang="en-US" altLang="zh-TW" dirty="0"/>
            </a:br>
            <a:r>
              <a:rPr kumimoji="1" lang="en-US" altLang="zh-TW" dirty="0"/>
              <a:t>24pt font size which is adjustable</a:t>
            </a:r>
            <a:endParaRPr kumimoji="1" lang="zh-TW" altLang="en-US" dirty="0"/>
          </a:p>
        </p:txBody>
      </p:sp>
      <p:sp>
        <p:nvSpPr>
          <p:cNvPr id="40" name="內容版面配置區 17">
            <a:extLst>
              <a:ext uri="{FF2B5EF4-FFF2-40B4-BE49-F238E27FC236}">
                <a16:creationId xmlns:a16="http://schemas.microsoft.com/office/drawing/2014/main" id="{C692D0F3-CBA3-7CAA-E961-1910E053EB31}"/>
              </a:ext>
            </a:extLst>
          </p:cNvPr>
          <p:cNvSpPr>
            <a:spLocks noGrp="1"/>
          </p:cNvSpPr>
          <p:nvPr>
            <p:ph sz="quarter" idx="14" hasCustomPrompt="1"/>
          </p:nvPr>
        </p:nvSpPr>
        <p:spPr>
          <a:xfrm>
            <a:off x="611187" y="231775"/>
            <a:ext cx="3889375" cy="144463"/>
          </a:xfrm>
        </p:spPr>
        <p:txBody>
          <a:bodyPr anchor="ctr">
            <a:normAutofit/>
          </a:bodyPr>
          <a:lstStyle>
            <a:lvl1pPr>
              <a:defRPr sz="800" b="0" i="0">
                <a:latin typeface="Avenir Next Medium" panose="020B0503020202020204" pitchFamily="34" charset="0"/>
              </a:defRPr>
            </a:lvl1pPr>
          </a:lstStyle>
          <a:p>
            <a:pPr lvl="0"/>
            <a:r>
              <a:rPr kumimoji="1" lang="en-US" altLang="zh-TW" dirty="0"/>
              <a:t>ALL CAP SUBHEADING GOES HERE IN 8PT</a:t>
            </a:r>
            <a:endParaRPr kumimoji="1" lang="zh-HK" altLang="en-US" dirty="0"/>
          </a:p>
        </p:txBody>
      </p:sp>
      <p:sp>
        <p:nvSpPr>
          <p:cNvPr id="41" name="文字版面配置區 23">
            <a:extLst>
              <a:ext uri="{FF2B5EF4-FFF2-40B4-BE49-F238E27FC236}">
                <a16:creationId xmlns:a16="http://schemas.microsoft.com/office/drawing/2014/main" id="{98517C40-ABD2-C529-BE1E-A5BC161B9327}"/>
              </a:ext>
            </a:extLst>
          </p:cNvPr>
          <p:cNvSpPr>
            <a:spLocks noGrp="1"/>
          </p:cNvSpPr>
          <p:nvPr>
            <p:ph type="body" sz="quarter" idx="35" hasCustomPrompt="1"/>
          </p:nvPr>
        </p:nvSpPr>
        <p:spPr>
          <a:xfrm>
            <a:off x="5955767" y="1585429"/>
            <a:ext cx="2577046" cy="1381610"/>
          </a:xfrm>
        </p:spPr>
        <p:txBody>
          <a:bodyPr>
            <a:noAutofit/>
          </a:bodyPr>
          <a:lstStyle>
            <a:lvl1pPr algn="l">
              <a:spcBef>
                <a:spcPts val="0"/>
              </a:spcBef>
              <a:defRPr sz="800" b="0" i="0">
                <a:solidFill>
                  <a:srgbClr val="000000"/>
                </a:solidFill>
                <a:latin typeface="Avenir Next"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lvl="0"/>
            <a:r>
              <a:rPr kumimoji="1" lang="en-US" altLang="zh-HK" dirty="0"/>
              <a:t>Enter the needed small text here : Lorem Ipsum is simply dummy text of the printing and typesetting industry. Lorem Ipsum has been the industry's standard dummy text ever since the 1500s.</a:t>
            </a:r>
          </a:p>
        </p:txBody>
      </p:sp>
      <p:sp>
        <p:nvSpPr>
          <p:cNvPr id="42" name="內容版面配置區 17">
            <a:extLst>
              <a:ext uri="{FF2B5EF4-FFF2-40B4-BE49-F238E27FC236}">
                <a16:creationId xmlns:a16="http://schemas.microsoft.com/office/drawing/2014/main" id="{12FECE34-D776-6F2A-31C7-FE5C65B75016}"/>
              </a:ext>
            </a:extLst>
          </p:cNvPr>
          <p:cNvSpPr>
            <a:spLocks noGrp="1"/>
          </p:cNvSpPr>
          <p:nvPr>
            <p:ph sz="quarter" idx="38" hasCustomPrompt="1"/>
          </p:nvPr>
        </p:nvSpPr>
        <p:spPr>
          <a:xfrm>
            <a:off x="5949584" y="1390975"/>
            <a:ext cx="2583229" cy="137789"/>
          </a:xfrm>
        </p:spPr>
        <p:txBody>
          <a:bodyPr anchor="ctr">
            <a:normAutofit/>
          </a:bodyPr>
          <a:lstStyle>
            <a:lvl1pPr>
              <a:defRPr sz="800" b="0" i="0">
                <a:latin typeface="Avenir Next Medium" panose="020B0503020202020204" pitchFamily="34" charset="0"/>
              </a:defRPr>
            </a:lvl1pPr>
          </a:lstStyle>
          <a:p>
            <a:pPr lvl="0"/>
            <a:r>
              <a:rPr kumimoji="1" lang="en-US" altLang="zh-TW" dirty="0"/>
              <a:t>Short title in regular 8pt</a:t>
            </a:r>
            <a:endParaRPr kumimoji="1" lang="zh-HK" altLang="en-US" dirty="0"/>
          </a:p>
        </p:txBody>
      </p:sp>
      <p:sp>
        <p:nvSpPr>
          <p:cNvPr id="43" name="內容版面配置區 17">
            <a:extLst>
              <a:ext uri="{FF2B5EF4-FFF2-40B4-BE49-F238E27FC236}">
                <a16:creationId xmlns:a16="http://schemas.microsoft.com/office/drawing/2014/main" id="{8B4948EE-2208-A7A7-2048-8E71FA4DF465}"/>
              </a:ext>
            </a:extLst>
          </p:cNvPr>
          <p:cNvSpPr>
            <a:spLocks noGrp="1"/>
          </p:cNvSpPr>
          <p:nvPr>
            <p:ph sz="quarter" idx="39" hasCustomPrompt="1"/>
          </p:nvPr>
        </p:nvSpPr>
        <p:spPr>
          <a:xfrm>
            <a:off x="5949585" y="3114980"/>
            <a:ext cx="2577046" cy="137789"/>
          </a:xfrm>
        </p:spPr>
        <p:txBody>
          <a:bodyPr anchor="ctr">
            <a:normAutofit/>
          </a:bodyPr>
          <a:lstStyle>
            <a:lvl1pPr>
              <a:defRPr sz="800" b="0" i="0">
                <a:latin typeface="Avenir Next Medium" panose="020B0503020202020204" pitchFamily="34" charset="0"/>
              </a:defRPr>
            </a:lvl1pPr>
          </a:lstStyle>
          <a:p>
            <a:pPr lvl="0"/>
            <a:r>
              <a:rPr kumimoji="1" lang="en-US" altLang="zh-TW" dirty="0"/>
              <a:t>Short title in regular 8pt</a:t>
            </a:r>
            <a:endParaRPr kumimoji="1" lang="zh-HK" altLang="en-US" dirty="0"/>
          </a:p>
        </p:txBody>
      </p:sp>
    </p:spTree>
    <p:extLst>
      <p:ext uri="{BB962C8B-B14F-4D97-AF65-F5344CB8AC3E}">
        <p14:creationId xmlns:p14="http://schemas.microsoft.com/office/powerpoint/2010/main" val="188115418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1_Content page_2">
    <p:bg>
      <p:bgPr>
        <a:solidFill>
          <a:schemeClr val="tx1"/>
        </a:solidFill>
        <a:effectLst/>
      </p:bgPr>
    </p:bg>
    <p:spTree>
      <p:nvGrpSpPr>
        <p:cNvPr id="1" name=""/>
        <p:cNvGrpSpPr/>
        <p:nvPr/>
      </p:nvGrpSpPr>
      <p:grpSpPr>
        <a:xfrm>
          <a:off x="0" y="0"/>
          <a:ext cx="0" cy="0"/>
          <a:chOff x="0" y="0"/>
          <a:chExt cx="0" cy="0"/>
        </a:xfrm>
      </p:grpSpPr>
      <p:sp>
        <p:nvSpPr>
          <p:cNvPr id="33" name="圖表版面配置區 32">
            <a:extLst>
              <a:ext uri="{FF2B5EF4-FFF2-40B4-BE49-F238E27FC236}">
                <a16:creationId xmlns:a16="http://schemas.microsoft.com/office/drawing/2014/main" id="{DC1855D6-4403-526F-72C6-4019FF65788E}"/>
              </a:ext>
            </a:extLst>
          </p:cNvPr>
          <p:cNvSpPr>
            <a:spLocks noGrp="1"/>
          </p:cNvSpPr>
          <p:nvPr>
            <p:ph type="chart" sz="quarter" idx="26"/>
          </p:nvPr>
        </p:nvSpPr>
        <p:spPr>
          <a:xfrm>
            <a:off x="611188" y="1392238"/>
            <a:ext cx="5000258" cy="3240000"/>
          </a:xfrm>
        </p:spPr>
        <p:txBody>
          <a:bodyPr/>
          <a:lstStyle/>
          <a:p>
            <a:endParaRPr kumimoji="1" lang="zh-HK" altLang="en-US" dirty="0"/>
          </a:p>
        </p:txBody>
      </p:sp>
      <p:sp>
        <p:nvSpPr>
          <p:cNvPr id="13" name="矩形 12">
            <a:extLst>
              <a:ext uri="{FF2B5EF4-FFF2-40B4-BE49-F238E27FC236}">
                <a16:creationId xmlns:a16="http://schemas.microsoft.com/office/drawing/2014/main" id="{0D7EC9B8-2448-44D1-48FE-B874C292D767}"/>
              </a:ext>
            </a:extLst>
          </p:cNvPr>
          <p:cNvSpPr>
            <a:spLocks noChangeAspect="1"/>
          </p:cNvSpPr>
          <p:nvPr userDrawn="1"/>
        </p:nvSpPr>
        <p:spPr>
          <a:xfrm>
            <a:off x="401514" y="4846519"/>
            <a:ext cx="64800" cy="648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solidFill>
                <a:srgbClr val="000000"/>
              </a:solidFill>
            </a:endParaRPr>
          </a:p>
        </p:txBody>
      </p:sp>
      <p:pic>
        <p:nvPicPr>
          <p:cNvPr id="15" name="圖片 14">
            <a:extLst>
              <a:ext uri="{FF2B5EF4-FFF2-40B4-BE49-F238E27FC236}">
                <a16:creationId xmlns:a16="http://schemas.microsoft.com/office/drawing/2014/main" id="{D7581C61-86A2-7ECE-B1AA-3B4253FE29FF}"/>
              </a:ext>
            </a:extLst>
          </p:cNvPr>
          <p:cNvPicPr>
            <a:picLocks noChangeAspect="1"/>
          </p:cNvPicPr>
          <p:nvPr userDrawn="1"/>
        </p:nvPicPr>
        <p:blipFill>
          <a:blip r:embed="rId2"/>
          <a:stretch>
            <a:fillRect/>
          </a:stretch>
        </p:blipFill>
        <p:spPr>
          <a:xfrm>
            <a:off x="7858340" y="4691044"/>
            <a:ext cx="684000" cy="222153"/>
          </a:xfrm>
          <a:prstGeom prst="rect">
            <a:avLst/>
          </a:prstGeom>
        </p:spPr>
      </p:pic>
      <p:sp>
        <p:nvSpPr>
          <p:cNvPr id="16" name="矩形 15">
            <a:extLst>
              <a:ext uri="{FF2B5EF4-FFF2-40B4-BE49-F238E27FC236}">
                <a16:creationId xmlns:a16="http://schemas.microsoft.com/office/drawing/2014/main" id="{9E07604B-DFAB-4F38-10F3-ED1484DD249A}"/>
              </a:ext>
            </a:extLst>
          </p:cNvPr>
          <p:cNvSpPr/>
          <p:nvPr userDrawn="1"/>
        </p:nvSpPr>
        <p:spPr>
          <a:xfrm>
            <a:off x="8677275" y="4838905"/>
            <a:ext cx="72820" cy="728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solidFill>
                <a:srgbClr val="000000"/>
              </a:solidFill>
            </a:endParaRPr>
          </a:p>
        </p:txBody>
      </p:sp>
      <p:sp>
        <p:nvSpPr>
          <p:cNvPr id="17" name="Page #">
            <a:extLst>
              <a:ext uri="{FF2B5EF4-FFF2-40B4-BE49-F238E27FC236}">
                <a16:creationId xmlns:a16="http://schemas.microsoft.com/office/drawing/2014/main" id="{CC2EF8B8-7DBD-003C-CEF2-54A1BC63357C}"/>
              </a:ext>
            </a:extLst>
          </p:cNvPr>
          <p:cNvSpPr txBox="1"/>
          <p:nvPr userDrawn="1"/>
        </p:nvSpPr>
        <p:spPr>
          <a:xfrm>
            <a:off x="8677275" y="4679459"/>
            <a:ext cx="565431" cy="131994"/>
          </a:xfrm>
          <a:prstGeom prst="rect">
            <a:avLst/>
          </a:prstGeom>
        </p:spPr>
        <p:txBody>
          <a:bodyPr vert="horz" lIns="0" tIns="0" rIns="0" bIns="0" rtlCol="0" anchor="t"/>
          <a:lstStyle>
            <a:defPPr>
              <a:defRPr lang="en-US"/>
            </a:defPPr>
            <a:lvl1pPr>
              <a:defRPr>
                <a:solidFill>
                  <a:srgbClr val="000000"/>
                </a:solidFill>
                <a:latin typeface="+mn-lt" charset="0"/>
                <a:ea typeface="+mn-lt" charset="0"/>
                <a:cs typeface="+mn-lt" charset="0"/>
              </a:defRPr>
            </a:lvl1pPr>
          </a:lstStyle>
          <a:p>
            <a:pPr lvl="0" algn="l">
              <a:lnSpc>
                <a:spcPts val="1000"/>
              </a:lnSpc>
            </a:pPr>
            <a:fld id="{DA68CEF4-E06B-2F45-9C1B-34EEEC442DB9}" type="slidenum">
              <a:rPr lang="en-GB" sz="600" b="0" i="0" smtClean="0">
                <a:latin typeface="+mj-lt"/>
                <a:ea typeface="Arial" charset="0"/>
                <a:cs typeface="Arial" panose="020B0604020202020204" pitchFamily="34" charset="0"/>
              </a:rPr>
              <a:pPr lvl="0" algn="l">
                <a:lnSpc>
                  <a:spcPts val="1000"/>
                </a:lnSpc>
              </a:pPr>
              <a:t>‹#›</a:t>
            </a:fld>
            <a:endParaRPr lang="en-GB" sz="600" b="0" i="0" dirty="0">
              <a:latin typeface="+mj-lt"/>
              <a:ea typeface="Arial" charset="0"/>
              <a:cs typeface="Arial" panose="020B0604020202020204" pitchFamily="34" charset="0"/>
            </a:endParaRPr>
          </a:p>
        </p:txBody>
      </p:sp>
      <p:sp>
        <p:nvSpPr>
          <p:cNvPr id="3" name="文字方塊 2">
            <a:extLst>
              <a:ext uri="{FF2B5EF4-FFF2-40B4-BE49-F238E27FC236}">
                <a16:creationId xmlns:a16="http://schemas.microsoft.com/office/drawing/2014/main" id="{189F44DA-2CC2-058C-3196-CAD5D2A04A7E}"/>
              </a:ext>
            </a:extLst>
          </p:cNvPr>
          <p:cNvSpPr txBox="1"/>
          <p:nvPr userDrawn="1"/>
        </p:nvSpPr>
        <p:spPr>
          <a:xfrm rot="5400000">
            <a:off x="-903960" y="3375528"/>
            <a:ext cx="2675745" cy="107722"/>
          </a:xfrm>
          <a:prstGeom prst="rect">
            <a:avLst/>
          </a:prstGeom>
          <a:noFill/>
        </p:spPr>
        <p:txBody>
          <a:bodyPr wrap="square" lIns="0" tIns="0" rIns="0" bIns="0" rtlCol="0" anchor="t" anchorCtr="0">
            <a:spAutoFit/>
          </a:bodyPr>
          <a:lstStyle/>
          <a:p>
            <a:pPr lvl="0" algn="r"/>
            <a:r>
              <a:rPr kumimoji="1" lang="en-US" altLang="zh-HK" sz="700" b="1" i="0" kern="1200" dirty="0">
                <a:solidFill>
                  <a:srgbClr val="000000"/>
                </a:solidFill>
                <a:latin typeface="Avenir Next Demi Bold" panose="020B0503020202020204" pitchFamily="34" charset="0"/>
                <a:ea typeface="+mn-ea"/>
                <a:cs typeface="+mn-cs"/>
              </a:rPr>
              <a:t>CONFIDENTIAL &amp; RESTRICTED BY MRDI</a:t>
            </a:r>
            <a:endParaRPr kumimoji="1" lang="zh-HK" altLang="en-US" sz="700" b="1" i="0" kern="1200" dirty="0">
              <a:solidFill>
                <a:srgbClr val="000000"/>
              </a:solidFill>
              <a:latin typeface="Avenir Next Demi Bold" panose="020B0503020202020204" pitchFamily="34" charset="0"/>
              <a:ea typeface="+mn-ea"/>
              <a:cs typeface="+mn-cs"/>
            </a:endParaRPr>
          </a:p>
        </p:txBody>
      </p:sp>
      <p:sp>
        <p:nvSpPr>
          <p:cNvPr id="6" name="文字版面配置區 2">
            <a:extLst>
              <a:ext uri="{FF2B5EF4-FFF2-40B4-BE49-F238E27FC236}">
                <a16:creationId xmlns:a16="http://schemas.microsoft.com/office/drawing/2014/main" id="{F2EDE72A-3C8D-E542-6D55-B58163EDE800}"/>
              </a:ext>
            </a:extLst>
          </p:cNvPr>
          <p:cNvSpPr>
            <a:spLocks noGrp="1"/>
          </p:cNvSpPr>
          <p:nvPr>
            <p:ph type="body" idx="1" hasCustomPrompt="1"/>
          </p:nvPr>
        </p:nvSpPr>
        <p:spPr>
          <a:xfrm>
            <a:off x="611188" y="528638"/>
            <a:ext cx="6553200" cy="711200"/>
          </a:xfrm>
          <a:prstGeom prst="rect">
            <a:avLst/>
          </a:prstGeom>
        </p:spPr>
        <p:txBody>
          <a:bodyPr>
            <a:noAutofit/>
          </a:bodyPr>
          <a:lstStyle>
            <a:lvl1pPr marL="0" indent="0" algn="l">
              <a:spcBef>
                <a:spcPts val="0"/>
              </a:spcBef>
              <a:buNone/>
              <a:defRPr sz="2400" b="0" i="0">
                <a:solidFill>
                  <a:schemeClr val="bg2"/>
                </a:solidFill>
                <a:latin typeface="Avenir Next Medium" panose="020B0503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kumimoji="1" lang="en-US" altLang="zh-TW" dirty="0"/>
              <a:t>Headline font in Avenir Next and </a:t>
            </a:r>
            <a:br>
              <a:rPr kumimoji="1" lang="en-US" altLang="zh-TW" dirty="0"/>
            </a:br>
            <a:r>
              <a:rPr kumimoji="1" lang="en-US" altLang="zh-TW" dirty="0"/>
              <a:t>24pt font size which is adjustable</a:t>
            </a:r>
            <a:endParaRPr kumimoji="1" lang="zh-TW" altLang="en-US" dirty="0"/>
          </a:p>
        </p:txBody>
      </p:sp>
      <p:sp>
        <p:nvSpPr>
          <p:cNvPr id="7" name="內容版面配置區 17">
            <a:extLst>
              <a:ext uri="{FF2B5EF4-FFF2-40B4-BE49-F238E27FC236}">
                <a16:creationId xmlns:a16="http://schemas.microsoft.com/office/drawing/2014/main" id="{FD5439A2-3531-A7FE-4A67-AF9BFAB7B3D0}"/>
              </a:ext>
            </a:extLst>
          </p:cNvPr>
          <p:cNvSpPr>
            <a:spLocks noGrp="1"/>
          </p:cNvSpPr>
          <p:nvPr>
            <p:ph sz="quarter" idx="14" hasCustomPrompt="1"/>
          </p:nvPr>
        </p:nvSpPr>
        <p:spPr>
          <a:xfrm>
            <a:off x="611187" y="231775"/>
            <a:ext cx="3889375" cy="144463"/>
          </a:xfrm>
        </p:spPr>
        <p:txBody>
          <a:bodyPr anchor="ctr">
            <a:normAutofit/>
          </a:bodyPr>
          <a:lstStyle>
            <a:lvl1pPr>
              <a:defRPr sz="800" b="0" i="0">
                <a:latin typeface="Avenir Next Medium" panose="020B0503020202020204" pitchFamily="34" charset="0"/>
              </a:defRPr>
            </a:lvl1pPr>
          </a:lstStyle>
          <a:p>
            <a:pPr lvl="0"/>
            <a:r>
              <a:rPr kumimoji="1" lang="en-US" altLang="zh-TW" dirty="0"/>
              <a:t>ALL CAP SUBHEADING GOES HERE IN 8PT</a:t>
            </a:r>
            <a:endParaRPr kumimoji="1" lang="zh-HK" altLang="en-US" dirty="0"/>
          </a:p>
        </p:txBody>
      </p:sp>
      <p:sp>
        <p:nvSpPr>
          <p:cNvPr id="8" name="文字版面配置區 23">
            <a:extLst>
              <a:ext uri="{FF2B5EF4-FFF2-40B4-BE49-F238E27FC236}">
                <a16:creationId xmlns:a16="http://schemas.microsoft.com/office/drawing/2014/main" id="{F7A73D77-B1E4-CB35-F018-FBA14FB6D205}"/>
              </a:ext>
            </a:extLst>
          </p:cNvPr>
          <p:cNvSpPr>
            <a:spLocks noGrp="1"/>
          </p:cNvSpPr>
          <p:nvPr>
            <p:ph type="body" sz="quarter" idx="35" hasCustomPrompt="1"/>
          </p:nvPr>
        </p:nvSpPr>
        <p:spPr>
          <a:xfrm>
            <a:off x="5955767" y="1585428"/>
            <a:ext cx="2577046" cy="2391259"/>
          </a:xfrm>
        </p:spPr>
        <p:txBody>
          <a:bodyPr>
            <a:noAutofit/>
          </a:bodyPr>
          <a:lstStyle>
            <a:lvl1pPr algn="l">
              <a:spcBef>
                <a:spcPts val="0"/>
              </a:spcBef>
              <a:defRPr sz="800" b="0" i="0">
                <a:solidFill>
                  <a:srgbClr val="000000"/>
                </a:solidFill>
                <a:latin typeface="Avenir Next"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lvl="0"/>
            <a:r>
              <a:rPr kumimoji="1" lang="en-US" altLang="zh-HK" dirty="0"/>
              <a:t>Enter the needed small text here : Lorem Ipsum is simply dummy text of the printing and typesetting industry. Lorem Ipsum has been the industry's standard dummy text ever since the 1500s.</a:t>
            </a:r>
          </a:p>
        </p:txBody>
      </p:sp>
      <p:sp>
        <p:nvSpPr>
          <p:cNvPr id="9" name="內容版面配置區 17">
            <a:extLst>
              <a:ext uri="{FF2B5EF4-FFF2-40B4-BE49-F238E27FC236}">
                <a16:creationId xmlns:a16="http://schemas.microsoft.com/office/drawing/2014/main" id="{34CB5AD6-B970-156A-EA24-F65240B45D18}"/>
              </a:ext>
            </a:extLst>
          </p:cNvPr>
          <p:cNvSpPr>
            <a:spLocks noGrp="1"/>
          </p:cNvSpPr>
          <p:nvPr>
            <p:ph sz="quarter" idx="38" hasCustomPrompt="1"/>
          </p:nvPr>
        </p:nvSpPr>
        <p:spPr>
          <a:xfrm>
            <a:off x="5949584" y="1390975"/>
            <a:ext cx="2583229" cy="137789"/>
          </a:xfrm>
        </p:spPr>
        <p:txBody>
          <a:bodyPr anchor="ctr">
            <a:normAutofit/>
          </a:bodyPr>
          <a:lstStyle>
            <a:lvl1pPr>
              <a:defRPr sz="800" b="0" i="0">
                <a:latin typeface="Avenir Next Medium" panose="020B0503020202020204" pitchFamily="34" charset="0"/>
              </a:defRPr>
            </a:lvl1pPr>
          </a:lstStyle>
          <a:p>
            <a:pPr lvl="0"/>
            <a:r>
              <a:rPr kumimoji="1" lang="en-US" altLang="zh-TW" dirty="0"/>
              <a:t>Short title in regular 8pt</a:t>
            </a:r>
            <a:endParaRPr kumimoji="1" lang="zh-HK" altLang="en-US" dirty="0"/>
          </a:p>
        </p:txBody>
      </p:sp>
    </p:spTree>
    <p:extLst>
      <p:ext uri="{BB962C8B-B14F-4D97-AF65-F5344CB8AC3E}">
        <p14:creationId xmlns:p14="http://schemas.microsoft.com/office/powerpoint/2010/main" val="282366893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tent page_3">
    <p:bg>
      <p:bgPr>
        <a:solidFill>
          <a:schemeClr val="tx1"/>
        </a:solidFill>
        <a:effectLst/>
      </p:bgPr>
    </p:bg>
    <p:spTree>
      <p:nvGrpSpPr>
        <p:cNvPr id="1" name=""/>
        <p:cNvGrpSpPr/>
        <p:nvPr/>
      </p:nvGrpSpPr>
      <p:grpSpPr>
        <a:xfrm>
          <a:off x="0" y="0"/>
          <a:ext cx="0" cy="0"/>
          <a:chOff x="0" y="0"/>
          <a:chExt cx="0" cy="0"/>
        </a:xfrm>
      </p:grpSpPr>
      <p:sp>
        <p:nvSpPr>
          <p:cNvPr id="33" name="圖表版面配置區 32">
            <a:extLst>
              <a:ext uri="{FF2B5EF4-FFF2-40B4-BE49-F238E27FC236}">
                <a16:creationId xmlns:a16="http://schemas.microsoft.com/office/drawing/2014/main" id="{DC1855D6-4403-526F-72C6-4019FF65788E}"/>
              </a:ext>
            </a:extLst>
          </p:cNvPr>
          <p:cNvSpPr>
            <a:spLocks noGrp="1"/>
          </p:cNvSpPr>
          <p:nvPr>
            <p:ph type="chart" sz="quarter" idx="26"/>
          </p:nvPr>
        </p:nvSpPr>
        <p:spPr>
          <a:xfrm>
            <a:off x="3276600" y="1392238"/>
            <a:ext cx="5256213" cy="3240000"/>
          </a:xfrm>
        </p:spPr>
        <p:txBody>
          <a:bodyPr/>
          <a:lstStyle/>
          <a:p>
            <a:endParaRPr kumimoji="1" lang="zh-HK" altLang="en-US" dirty="0"/>
          </a:p>
        </p:txBody>
      </p:sp>
      <p:sp>
        <p:nvSpPr>
          <p:cNvPr id="13" name="矩形 12">
            <a:extLst>
              <a:ext uri="{FF2B5EF4-FFF2-40B4-BE49-F238E27FC236}">
                <a16:creationId xmlns:a16="http://schemas.microsoft.com/office/drawing/2014/main" id="{0D7EC9B8-2448-44D1-48FE-B874C292D767}"/>
              </a:ext>
            </a:extLst>
          </p:cNvPr>
          <p:cNvSpPr>
            <a:spLocks noChangeAspect="1"/>
          </p:cNvSpPr>
          <p:nvPr userDrawn="1"/>
        </p:nvSpPr>
        <p:spPr>
          <a:xfrm>
            <a:off x="401514" y="4846519"/>
            <a:ext cx="64800" cy="648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solidFill>
                <a:srgbClr val="000000"/>
              </a:solidFill>
            </a:endParaRPr>
          </a:p>
        </p:txBody>
      </p:sp>
      <p:pic>
        <p:nvPicPr>
          <p:cNvPr id="15" name="圖片 14">
            <a:extLst>
              <a:ext uri="{FF2B5EF4-FFF2-40B4-BE49-F238E27FC236}">
                <a16:creationId xmlns:a16="http://schemas.microsoft.com/office/drawing/2014/main" id="{D7581C61-86A2-7ECE-B1AA-3B4253FE29FF}"/>
              </a:ext>
            </a:extLst>
          </p:cNvPr>
          <p:cNvPicPr>
            <a:picLocks noChangeAspect="1"/>
          </p:cNvPicPr>
          <p:nvPr userDrawn="1"/>
        </p:nvPicPr>
        <p:blipFill>
          <a:blip r:embed="rId2"/>
          <a:stretch>
            <a:fillRect/>
          </a:stretch>
        </p:blipFill>
        <p:spPr>
          <a:xfrm>
            <a:off x="7858340" y="4691044"/>
            <a:ext cx="684000" cy="222153"/>
          </a:xfrm>
          <a:prstGeom prst="rect">
            <a:avLst/>
          </a:prstGeom>
        </p:spPr>
      </p:pic>
      <p:sp>
        <p:nvSpPr>
          <p:cNvPr id="16" name="矩形 15">
            <a:extLst>
              <a:ext uri="{FF2B5EF4-FFF2-40B4-BE49-F238E27FC236}">
                <a16:creationId xmlns:a16="http://schemas.microsoft.com/office/drawing/2014/main" id="{9E07604B-DFAB-4F38-10F3-ED1484DD249A}"/>
              </a:ext>
            </a:extLst>
          </p:cNvPr>
          <p:cNvSpPr/>
          <p:nvPr userDrawn="1"/>
        </p:nvSpPr>
        <p:spPr>
          <a:xfrm>
            <a:off x="8677275" y="4838905"/>
            <a:ext cx="72820" cy="728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solidFill>
                <a:srgbClr val="000000"/>
              </a:solidFill>
            </a:endParaRPr>
          </a:p>
        </p:txBody>
      </p:sp>
      <p:sp>
        <p:nvSpPr>
          <p:cNvPr id="17" name="Page #">
            <a:extLst>
              <a:ext uri="{FF2B5EF4-FFF2-40B4-BE49-F238E27FC236}">
                <a16:creationId xmlns:a16="http://schemas.microsoft.com/office/drawing/2014/main" id="{CC2EF8B8-7DBD-003C-CEF2-54A1BC63357C}"/>
              </a:ext>
            </a:extLst>
          </p:cNvPr>
          <p:cNvSpPr txBox="1"/>
          <p:nvPr userDrawn="1"/>
        </p:nvSpPr>
        <p:spPr>
          <a:xfrm>
            <a:off x="8677275" y="4679459"/>
            <a:ext cx="565431" cy="131994"/>
          </a:xfrm>
          <a:prstGeom prst="rect">
            <a:avLst/>
          </a:prstGeom>
        </p:spPr>
        <p:txBody>
          <a:bodyPr vert="horz" lIns="0" tIns="0" rIns="0" bIns="0" rtlCol="0" anchor="t"/>
          <a:lstStyle>
            <a:defPPr>
              <a:defRPr lang="en-US"/>
            </a:defPPr>
            <a:lvl1pPr>
              <a:defRPr>
                <a:solidFill>
                  <a:srgbClr val="000000"/>
                </a:solidFill>
                <a:latin typeface="+mn-lt" charset="0"/>
                <a:ea typeface="+mn-lt" charset="0"/>
                <a:cs typeface="+mn-lt" charset="0"/>
              </a:defRPr>
            </a:lvl1pPr>
          </a:lstStyle>
          <a:p>
            <a:pPr lvl="0" algn="l">
              <a:lnSpc>
                <a:spcPts val="1000"/>
              </a:lnSpc>
            </a:pPr>
            <a:fld id="{DA68CEF4-E06B-2F45-9C1B-34EEEC442DB9}" type="slidenum">
              <a:rPr lang="en-GB" sz="600" b="0" i="0" smtClean="0">
                <a:latin typeface="+mj-lt"/>
                <a:ea typeface="Arial" charset="0"/>
                <a:cs typeface="Arial" panose="020B0604020202020204" pitchFamily="34" charset="0"/>
              </a:rPr>
              <a:pPr lvl="0" algn="l">
                <a:lnSpc>
                  <a:spcPts val="1000"/>
                </a:lnSpc>
              </a:pPr>
              <a:t>‹#›</a:t>
            </a:fld>
            <a:endParaRPr lang="en-GB" sz="600" b="0" i="0" dirty="0">
              <a:latin typeface="+mj-lt"/>
              <a:ea typeface="Arial" charset="0"/>
              <a:cs typeface="Arial" panose="020B0604020202020204" pitchFamily="34" charset="0"/>
            </a:endParaRPr>
          </a:p>
        </p:txBody>
      </p:sp>
      <p:sp>
        <p:nvSpPr>
          <p:cNvPr id="5" name="文字版面配置區 2">
            <a:extLst>
              <a:ext uri="{FF2B5EF4-FFF2-40B4-BE49-F238E27FC236}">
                <a16:creationId xmlns:a16="http://schemas.microsoft.com/office/drawing/2014/main" id="{F6D123BC-AC27-41C2-7227-56BEA92E1CDF}"/>
              </a:ext>
            </a:extLst>
          </p:cNvPr>
          <p:cNvSpPr>
            <a:spLocks noGrp="1"/>
          </p:cNvSpPr>
          <p:nvPr>
            <p:ph type="body" idx="25" hasCustomPrompt="1"/>
          </p:nvPr>
        </p:nvSpPr>
        <p:spPr>
          <a:xfrm>
            <a:off x="611188" y="3535609"/>
            <a:ext cx="2555875" cy="514738"/>
          </a:xfrm>
          <a:prstGeom prst="rect">
            <a:avLst/>
          </a:prstGeom>
          <a:solidFill>
            <a:schemeClr val="tx2"/>
          </a:solidFill>
        </p:spPr>
        <p:txBody>
          <a:bodyPr lIns="72000" tIns="72000" rIns="72000" bIns="72000" anchor="ctr" anchorCtr="1">
            <a:spAutoFit/>
          </a:bodyPr>
          <a:lstStyle>
            <a:lvl1pPr marL="0" indent="0" algn="l">
              <a:spcBef>
                <a:spcPts val="0"/>
              </a:spcBef>
              <a:buNone/>
              <a:defRPr sz="2400" b="0" i="0">
                <a:solidFill>
                  <a:schemeClr val="bg2"/>
                </a:solidFill>
                <a:latin typeface="Avenir Next" panose="020B0503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kumimoji="1" lang="en-US" altLang="zh-TW" dirty="0"/>
              <a:t>GDP 100</a:t>
            </a:r>
            <a:endParaRPr kumimoji="1" lang="zh-TW" altLang="en-US" dirty="0"/>
          </a:p>
        </p:txBody>
      </p:sp>
      <p:sp>
        <p:nvSpPr>
          <p:cNvPr id="7" name="文字方塊 6">
            <a:extLst>
              <a:ext uri="{FF2B5EF4-FFF2-40B4-BE49-F238E27FC236}">
                <a16:creationId xmlns:a16="http://schemas.microsoft.com/office/drawing/2014/main" id="{663B196F-331E-EC9B-8FB9-926DA9B65E72}"/>
              </a:ext>
            </a:extLst>
          </p:cNvPr>
          <p:cNvSpPr txBox="1"/>
          <p:nvPr userDrawn="1"/>
        </p:nvSpPr>
        <p:spPr>
          <a:xfrm rot="5400000">
            <a:off x="-903960" y="3375528"/>
            <a:ext cx="2675745" cy="107722"/>
          </a:xfrm>
          <a:prstGeom prst="rect">
            <a:avLst/>
          </a:prstGeom>
          <a:noFill/>
        </p:spPr>
        <p:txBody>
          <a:bodyPr wrap="square" lIns="0" tIns="0" rIns="0" bIns="0" rtlCol="0" anchor="t" anchorCtr="0">
            <a:spAutoFit/>
          </a:bodyPr>
          <a:lstStyle/>
          <a:p>
            <a:pPr lvl="0" algn="r"/>
            <a:r>
              <a:rPr kumimoji="1" lang="en-US" altLang="zh-HK" sz="700" b="1" i="0" kern="1200" dirty="0">
                <a:solidFill>
                  <a:srgbClr val="000000"/>
                </a:solidFill>
                <a:latin typeface="Avenir Next Demi Bold" panose="020B0503020202020204" pitchFamily="34" charset="0"/>
                <a:ea typeface="+mn-ea"/>
                <a:cs typeface="+mn-cs"/>
              </a:rPr>
              <a:t>CONFIDENTIAL &amp; RESTRICTED BY MRDI</a:t>
            </a:r>
            <a:endParaRPr kumimoji="1" lang="zh-HK" altLang="en-US" sz="700" b="1" i="0" kern="1200" dirty="0">
              <a:solidFill>
                <a:srgbClr val="000000"/>
              </a:solidFill>
              <a:latin typeface="Avenir Next Demi Bold" panose="020B0503020202020204" pitchFamily="34" charset="0"/>
              <a:ea typeface="+mn-ea"/>
              <a:cs typeface="+mn-cs"/>
            </a:endParaRPr>
          </a:p>
        </p:txBody>
      </p:sp>
      <p:sp>
        <p:nvSpPr>
          <p:cNvPr id="8" name="文字版面配置區 2">
            <a:extLst>
              <a:ext uri="{FF2B5EF4-FFF2-40B4-BE49-F238E27FC236}">
                <a16:creationId xmlns:a16="http://schemas.microsoft.com/office/drawing/2014/main" id="{D72966E7-EA44-0168-5361-0014ED682A59}"/>
              </a:ext>
            </a:extLst>
          </p:cNvPr>
          <p:cNvSpPr>
            <a:spLocks noGrp="1"/>
          </p:cNvSpPr>
          <p:nvPr>
            <p:ph type="body" idx="1" hasCustomPrompt="1"/>
          </p:nvPr>
        </p:nvSpPr>
        <p:spPr>
          <a:xfrm>
            <a:off x="611188" y="528638"/>
            <a:ext cx="6553200" cy="711200"/>
          </a:xfrm>
          <a:prstGeom prst="rect">
            <a:avLst/>
          </a:prstGeom>
        </p:spPr>
        <p:txBody>
          <a:bodyPr>
            <a:noAutofit/>
          </a:bodyPr>
          <a:lstStyle>
            <a:lvl1pPr marL="0" indent="0" algn="l">
              <a:spcBef>
                <a:spcPts val="0"/>
              </a:spcBef>
              <a:buNone/>
              <a:defRPr sz="2400" b="0" i="0">
                <a:solidFill>
                  <a:schemeClr val="bg2"/>
                </a:solidFill>
                <a:latin typeface="Avenir Next Medium" panose="020B0503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kumimoji="1" lang="en-US" altLang="zh-TW" dirty="0"/>
              <a:t>Headline font in Avenir Next and </a:t>
            </a:r>
            <a:br>
              <a:rPr kumimoji="1" lang="en-US" altLang="zh-TW" dirty="0"/>
            </a:br>
            <a:r>
              <a:rPr kumimoji="1" lang="en-US" altLang="zh-TW" dirty="0"/>
              <a:t>24pt font size which is adjustable</a:t>
            </a:r>
            <a:endParaRPr kumimoji="1" lang="zh-TW" altLang="en-US" dirty="0"/>
          </a:p>
        </p:txBody>
      </p:sp>
      <p:sp>
        <p:nvSpPr>
          <p:cNvPr id="9" name="內容版面配置區 17">
            <a:extLst>
              <a:ext uri="{FF2B5EF4-FFF2-40B4-BE49-F238E27FC236}">
                <a16:creationId xmlns:a16="http://schemas.microsoft.com/office/drawing/2014/main" id="{AFF818EE-7D1B-5A8A-1BAC-0BE05F60EC0D}"/>
              </a:ext>
            </a:extLst>
          </p:cNvPr>
          <p:cNvSpPr>
            <a:spLocks noGrp="1"/>
          </p:cNvSpPr>
          <p:nvPr>
            <p:ph sz="quarter" idx="14" hasCustomPrompt="1"/>
          </p:nvPr>
        </p:nvSpPr>
        <p:spPr>
          <a:xfrm>
            <a:off x="611187" y="231775"/>
            <a:ext cx="3889375" cy="144463"/>
          </a:xfrm>
        </p:spPr>
        <p:txBody>
          <a:bodyPr anchor="ctr">
            <a:normAutofit/>
          </a:bodyPr>
          <a:lstStyle>
            <a:lvl1pPr>
              <a:defRPr sz="800" b="0" i="0">
                <a:latin typeface="Avenir Next Medium" panose="020B0503020202020204" pitchFamily="34" charset="0"/>
              </a:defRPr>
            </a:lvl1pPr>
          </a:lstStyle>
          <a:p>
            <a:pPr lvl="0"/>
            <a:r>
              <a:rPr kumimoji="1" lang="en-US" altLang="zh-TW" dirty="0"/>
              <a:t>ALL CAP SUBHEADING GOES HERE IN 8PT</a:t>
            </a:r>
            <a:endParaRPr kumimoji="1" lang="zh-HK" altLang="en-US" dirty="0"/>
          </a:p>
        </p:txBody>
      </p:sp>
      <p:sp>
        <p:nvSpPr>
          <p:cNvPr id="10" name="文字版面配置區 23">
            <a:extLst>
              <a:ext uri="{FF2B5EF4-FFF2-40B4-BE49-F238E27FC236}">
                <a16:creationId xmlns:a16="http://schemas.microsoft.com/office/drawing/2014/main" id="{1AEE3DCE-99A4-33FE-D064-B208EEB500D1}"/>
              </a:ext>
            </a:extLst>
          </p:cNvPr>
          <p:cNvSpPr>
            <a:spLocks noGrp="1"/>
          </p:cNvSpPr>
          <p:nvPr>
            <p:ph type="body" sz="quarter" idx="37" hasCustomPrompt="1"/>
          </p:nvPr>
        </p:nvSpPr>
        <p:spPr>
          <a:xfrm>
            <a:off x="611188" y="1585429"/>
            <a:ext cx="2555876" cy="1381610"/>
          </a:xfrm>
        </p:spPr>
        <p:txBody>
          <a:bodyPr>
            <a:noAutofit/>
          </a:bodyPr>
          <a:lstStyle>
            <a:lvl1pPr algn="l">
              <a:spcBef>
                <a:spcPts val="0"/>
              </a:spcBef>
              <a:defRPr sz="800" b="0" i="0">
                <a:solidFill>
                  <a:srgbClr val="000000"/>
                </a:solidFill>
                <a:latin typeface="Avenir Next"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marL="0" marR="0" lvl="0" indent="0" algn="l" defTabSz="6858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1" lang="en-US" altLang="zh-HK" dirty="0"/>
              <a:t>Enter the needed small text here : Lorem Ipsum is simply dummy text of the printing and typesetting industry. Lorem Ipsum has been the industry's standard dummy text ever since the 1500s. Enter the needed small text here : Lorem Ipsum is simply dummy text of the printing and typesetting industry. Lorem Ipsum has been the industry's standard dummy text ever since the 1500s.</a:t>
            </a:r>
          </a:p>
        </p:txBody>
      </p:sp>
      <p:sp>
        <p:nvSpPr>
          <p:cNvPr id="11" name="內容版面配置區 17">
            <a:extLst>
              <a:ext uri="{FF2B5EF4-FFF2-40B4-BE49-F238E27FC236}">
                <a16:creationId xmlns:a16="http://schemas.microsoft.com/office/drawing/2014/main" id="{6C2A1E4A-AA2C-B539-9BFA-5F6FD13F920B}"/>
              </a:ext>
            </a:extLst>
          </p:cNvPr>
          <p:cNvSpPr>
            <a:spLocks noGrp="1"/>
          </p:cNvSpPr>
          <p:nvPr>
            <p:ph sz="quarter" idx="38" hasCustomPrompt="1"/>
          </p:nvPr>
        </p:nvSpPr>
        <p:spPr>
          <a:xfrm>
            <a:off x="611187" y="1384301"/>
            <a:ext cx="2555876" cy="144463"/>
          </a:xfrm>
        </p:spPr>
        <p:txBody>
          <a:bodyPr anchor="ctr">
            <a:normAutofit/>
          </a:bodyPr>
          <a:lstStyle>
            <a:lvl1pPr>
              <a:defRPr sz="800" b="0" i="0">
                <a:latin typeface="Avenir Next Medium" panose="020B0503020202020204" pitchFamily="34" charset="0"/>
              </a:defRPr>
            </a:lvl1pPr>
          </a:lstStyle>
          <a:p>
            <a:pPr lvl="0"/>
            <a:r>
              <a:rPr kumimoji="1" lang="en-US" altLang="zh-TW" dirty="0"/>
              <a:t>Short title in regular 8pt</a:t>
            </a:r>
            <a:endParaRPr kumimoji="1" lang="zh-HK" altLang="en-US" dirty="0"/>
          </a:p>
        </p:txBody>
      </p:sp>
      <p:sp>
        <p:nvSpPr>
          <p:cNvPr id="20" name="內容版面配置區 17">
            <a:extLst>
              <a:ext uri="{FF2B5EF4-FFF2-40B4-BE49-F238E27FC236}">
                <a16:creationId xmlns:a16="http://schemas.microsoft.com/office/drawing/2014/main" id="{5B42F32B-C1F3-41D3-21BF-ABC861A1CBF4}"/>
              </a:ext>
            </a:extLst>
          </p:cNvPr>
          <p:cNvSpPr>
            <a:spLocks noGrp="1"/>
          </p:cNvSpPr>
          <p:nvPr>
            <p:ph sz="quarter" idx="39" hasCustomPrompt="1"/>
          </p:nvPr>
        </p:nvSpPr>
        <p:spPr>
          <a:xfrm>
            <a:off x="611187" y="3114041"/>
            <a:ext cx="2555876" cy="144463"/>
          </a:xfrm>
        </p:spPr>
        <p:txBody>
          <a:bodyPr anchor="ctr">
            <a:normAutofit/>
          </a:bodyPr>
          <a:lstStyle>
            <a:lvl1pPr>
              <a:defRPr sz="800" b="0" i="0">
                <a:latin typeface="Avenir Next Medium" panose="020B0503020202020204" pitchFamily="34" charset="0"/>
              </a:defRPr>
            </a:lvl1pPr>
          </a:lstStyle>
          <a:p>
            <a:pPr lvl="0"/>
            <a:r>
              <a:rPr kumimoji="1" lang="en-US" altLang="zh-TW" dirty="0"/>
              <a:t>Short title in regular 8pt</a:t>
            </a:r>
            <a:endParaRPr kumimoji="1" lang="zh-HK" altLang="en-US" dirty="0"/>
          </a:p>
        </p:txBody>
      </p:sp>
      <p:sp>
        <p:nvSpPr>
          <p:cNvPr id="23" name="文字版面配置區 23">
            <a:extLst>
              <a:ext uri="{FF2B5EF4-FFF2-40B4-BE49-F238E27FC236}">
                <a16:creationId xmlns:a16="http://schemas.microsoft.com/office/drawing/2014/main" id="{251583DD-8BC4-2EE7-9B07-AE13F9801136}"/>
              </a:ext>
            </a:extLst>
          </p:cNvPr>
          <p:cNvSpPr>
            <a:spLocks noGrp="1"/>
          </p:cNvSpPr>
          <p:nvPr>
            <p:ph type="body" sz="quarter" idx="40" hasCustomPrompt="1"/>
          </p:nvPr>
        </p:nvSpPr>
        <p:spPr>
          <a:xfrm>
            <a:off x="611188" y="4291964"/>
            <a:ext cx="2555876" cy="475299"/>
          </a:xfrm>
        </p:spPr>
        <p:txBody>
          <a:bodyPr anchor="b">
            <a:noAutofit/>
          </a:bodyPr>
          <a:lstStyle>
            <a:lvl1pPr algn="l">
              <a:spcBef>
                <a:spcPts val="0"/>
              </a:spcBef>
              <a:defRPr sz="800" b="0" i="0">
                <a:solidFill>
                  <a:srgbClr val="000000"/>
                </a:solidFill>
                <a:latin typeface="Avenir Next"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marL="0" marR="0" lvl="0" indent="0" algn="l" defTabSz="6858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1" lang="en-US" altLang="zh-HK" dirty="0"/>
              <a:t>Lorem Ipsum is simply dummy text of the printing and typesetting industry. Lorem Ipsum has been the industry's standard dummy text ever since the 1500s.</a:t>
            </a:r>
          </a:p>
        </p:txBody>
      </p:sp>
    </p:spTree>
    <p:extLst>
      <p:ext uri="{BB962C8B-B14F-4D97-AF65-F5344CB8AC3E}">
        <p14:creationId xmlns:p14="http://schemas.microsoft.com/office/powerpoint/2010/main" val="175066880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ntent page_4">
    <p:spTree>
      <p:nvGrpSpPr>
        <p:cNvPr id="1" name=""/>
        <p:cNvGrpSpPr/>
        <p:nvPr/>
      </p:nvGrpSpPr>
      <p:grpSpPr>
        <a:xfrm>
          <a:off x="0" y="0"/>
          <a:ext cx="0" cy="0"/>
          <a:chOff x="0" y="0"/>
          <a:chExt cx="0" cy="0"/>
        </a:xfrm>
      </p:grpSpPr>
      <p:sp>
        <p:nvSpPr>
          <p:cNvPr id="6" name="Page #">
            <a:extLst>
              <a:ext uri="{FF2B5EF4-FFF2-40B4-BE49-F238E27FC236}">
                <a16:creationId xmlns:a16="http://schemas.microsoft.com/office/drawing/2014/main" id="{E5DAD4A7-66E9-F017-C4C5-805CDD2C2821}"/>
              </a:ext>
            </a:extLst>
          </p:cNvPr>
          <p:cNvSpPr txBox="1"/>
          <p:nvPr userDrawn="1"/>
        </p:nvSpPr>
        <p:spPr>
          <a:xfrm>
            <a:off x="8677275" y="4679459"/>
            <a:ext cx="565431" cy="131994"/>
          </a:xfrm>
          <a:prstGeom prst="rect">
            <a:avLst/>
          </a:prstGeom>
        </p:spPr>
        <p:txBody>
          <a:bodyPr vert="horz" lIns="0" tIns="0" rIns="0" bIns="0" rtlCol="0" anchor="t"/>
          <a:lstStyle>
            <a:defPPr>
              <a:defRPr lang="en-US"/>
            </a:defPPr>
            <a:lvl1pPr>
              <a:defRPr>
                <a:solidFill>
                  <a:srgbClr val="000000"/>
                </a:solidFill>
                <a:latin typeface="+mn-lt" charset="0"/>
                <a:ea typeface="+mn-lt" charset="0"/>
                <a:cs typeface="+mn-lt" charset="0"/>
              </a:defRPr>
            </a:lvl1pPr>
          </a:lstStyle>
          <a:p>
            <a:pPr lvl="0" algn="l">
              <a:lnSpc>
                <a:spcPts val="1000"/>
              </a:lnSpc>
            </a:pPr>
            <a:fld id="{DA68CEF4-E06B-2F45-9C1B-34EEEC442DB9}" type="slidenum">
              <a:rPr lang="en-GB" sz="600" b="0" i="0" smtClean="0">
                <a:latin typeface="+mn-lt"/>
                <a:ea typeface="Arial" charset="0"/>
                <a:cs typeface="Arial" panose="020B0604020202020204" pitchFamily="34" charset="0"/>
              </a:rPr>
              <a:pPr lvl="0" algn="l">
                <a:lnSpc>
                  <a:spcPts val="1000"/>
                </a:lnSpc>
              </a:pPr>
              <a:t>‹#›</a:t>
            </a:fld>
            <a:endParaRPr lang="en-GB" sz="600" b="0" i="0" dirty="0">
              <a:latin typeface="+mn-lt"/>
              <a:ea typeface="Arial" charset="0"/>
              <a:cs typeface="Arial" panose="020B0604020202020204" pitchFamily="34" charset="0"/>
            </a:endParaRPr>
          </a:p>
        </p:txBody>
      </p:sp>
      <p:pic>
        <p:nvPicPr>
          <p:cNvPr id="7" name="圖片 6">
            <a:extLst>
              <a:ext uri="{FF2B5EF4-FFF2-40B4-BE49-F238E27FC236}">
                <a16:creationId xmlns:a16="http://schemas.microsoft.com/office/drawing/2014/main" id="{D521DA00-9CD7-328A-2999-FA20CE30E4E8}"/>
              </a:ext>
            </a:extLst>
          </p:cNvPr>
          <p:cNvPicPr>
            <a:picLocks noChangeAspect="1"/>
          </p:cNvPicPr>
          <p:nvPr userDrawn="1"/>
        </p:nvPicPr>
        <p:blipFill>
          <a:blip r:embed="rId2"/>
          <a:stretch>
            <a:fillRect/>
          </a:stretch>
        </p:blipFill>
        <p:spPr>
          <a:xfrm>
            <a:off x="7858340" y="4691044"/>
            <a:ext cx="684000" cy="222153"/>
          </a:xfrm>
          <a:prstGeom prst="rect">
            <a:avLst/>
          </a:prstGeom>
        </p:spPr>
      </p:pic>
      <p:sp>
        <p:nvSpPr>
          <p:cNvPr id="8" name="矩形 7">
            <a:extLst>
              <a:ext uri="{FF2B5EF4-FFF2-40B4-BE49-F238E27FC236}">
                <a16:creationId xmlns:a16="http://schemas.microsoft.com/office/drawing/2014/main" id="{24426D64-1680-03AF-1E5E-C040206225FD}"/>
              </a:ext>
            </a:extLst>
          </p:cNvPr>
          <p:cNvSpPr/>
          <p:nvPr userDrawn="1"/>
        </p:nvSpPr>
        <p:spPr>
          <a:xfrm>
            <a:off x="8677275" y="4838905"/>
            <a:ext cx="72820" cy="728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p>
        </p:txBody>
      </p:sp>
      <p:sp>
        <p:nvSpPr>
          <p:cNvPr id="11" name="矩形 10">
            <a:extLst>
              <a:ext uri="{FF2B5EF4-FFF2-40B4-BE49-F238E27FC236}">
                <a16:creationId xmlns:a16="http://schemas.microsoft.com/office/drawing/2014/main" id="{5F57F45A-927B-ECA1-B060-35B15C7F2E11}"/>
              </a:ext>
            </a:extLst>
          </p:cNvPr>
          <p:cNvSpPr>
            <a:spLocks noChangeAspect="1"/>
          </p:cNvSpPr>
          <p:nvPr userDrawn="1"/>
        </p:nvSpPr>
        <p:spPr>
          <a:xfrm>
            <a:off x="401514" y="4846519"/>
            <a:ext cx="64800" cy="648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solidFill>
                <a:srgbClr val="000000"/>
              </a:solidFill>
            </a:endParaRPr>
          </a:p>
        </p:txBody>
      </p:sp>
      <p:sp>
        <p:nvSpPr>
          <p:cNvPr id="14" name="文字方塊 13">
            <a:extLst>
              <a:ext uri="{FF2B5EF4-FFF2-40B4-BE49-F238E27FC236}">
                <a16:creationId xmlns:a16="http://schemas.microsoft.com/office/drawing/2014/main" id="{359AAFA2-9F60-5C7E-B902-111C8ADC52AA}"/>
              </a:ext>
            </a:extLst>
          </p:cNvPr>
          <p:cNvSpPr txBox="1"/>
          <p:nvPr userDrawn="1"/>
        </p:nvSpPr>
        <p:spPr>
          <a:xfrm rot="5400000">
            <a:off x="-903960" y="3375528"/>
            <a:ext cx="2675745" cy="107722"/>
          </a:xfrm>
          <a:prstGeom prst="rect">
            <a:avLst/>
          </a:prstGeom>
          <a:noFill/>
        </p:spPr>
        <p:txBody>
          <a:bodyPr wrap="square" lIns="0" tIns="0" rIns="0" bIns="0" rtlCol="0" anchor="t" anchorCtr="0">
            <a:spAutoFit/>
          </a:bodyPr>
          <a:lstStyle/>
          <a:p>
            <a:pPr lvl="0" algn="r"/>
            <a:r>
              <a:rPr kumimoji="1" lang="en-US" altLang="zh-HK" sz="700" b="1" i="0" kern="1200" dirty="0">
                <a:solidFill>
                  <a:srgbClr val="000000"/>
                </a:solidFill>
                <a:latin typeface="Avenir Next Demi Bold" panose="020B0503020202020204" pitchFamily="34" charset="0"/>
                <a:ea typeface="+mn-ea"/>
                <a:cs typeface="+mn-cs"/>
              </a:rPr>
              <a:t>CONFIDENTIAL &amp; RESTRICTED BY MRDI</a:t>
            </a:r>
            <a:endParaRPr kumimoji="1" lang="zh-HK" altLang="en-US" sz="700" b="1" i="0" kern="1200" dirty="0">
              <a:solidFill>
                <a:srgbClr val="000000"/>
              </a:solidFill>
              <a:latin typeface="Avenir Next Demi Bold" panose="020B0503020202020204" pitchFamily="34" charset="0"/>
              <a:ea typeface="+mn-ea"/>
              <a:cs typeface="+mn-cs"/>
            </a:endParaRPr>
          </a:p>
        </p:txBody>
      </p:sp>
      <p:sp>
        <p:nvSpPr>
          <p:cNvPr id="15" name="文字版面配置區 2">
            <a:extLst>
              <a:ext uri="{FF2B5EF4-FFF2-40B4-BE49-F238E27FC236}">
                <a16:creationId xmlns:a16="http://schemas.microsoft.com/office/drawing/2014/main" id="{B939FF9A-E1B5-2E56-5BE1-0C8622A4D82F}"/>
              </a:ext>
            </a:extLst>
          </p:cNvPr>
          <p:cNvSpPr>
            <a:spLocks noGrp="1"/>
          </p:cNvSpPr>
          <p:nvPr>
            <p:ph type="body" idx="1" hasCustomPrompt="1"/>
          </p:nvPr>
        </p:nvSpPr>
        <p:spPr>
          <a:xfrm>
            <a:off x="611188" y="528638"/>
            <a:ext cx="6553200" cy="711200"/>
          </a:xfrm>
          <a:prstGeom prst="rect">
            <a:avLst/>
          </a:prstGeom>
        </p:spPr>
        <p:txBody>
          <a:bodyPr>
            <a:noAutofit/>
          </a:bodyPr>
          <a:lstStyle>
            <a:lvl1pPr marL="0" indent="0" algn="l">
              <a:spcBef>
                <a:spcPts val="0"/>
              </a:spcBef>
              <a:buNone/>
              <a:defRPr sz="2400" b="0" i="0">
                <a:solidFill>
                  <a:schemeClr val="bg2"/>
                </a:solidFill>
                <a:latin typeface="Avenir Next Medium" panose="020B0503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kumimoji="1" lang="en-US" altLang="zh-TW" dirty="0"/>
              <a:t>Headline font in Avenir Next and </a:t>
            </a:r>
            <a:br>
              <a:rPr kumimoji="1" lang="en-US" altLang="zh-TW" dirty="0"/>
            </a:br>
            <a:r>
              <a:rPr kumimoji="1" lang="en-US" altLang="zh-TW" dirty="0"/>
              <a:t>24pt font size which is adjustable</a:t>
            </a:r>
            <a:endParaRPr kumimoji="1" lang="zh-TW" altLang="en-US" dirty="0"/>
          </a:p>
        </p:txBody>
      </p:sp>
      <p:sp>
        <p:nvSpPr>
          <p:cNvPr id="16" name="內容版面配置區 17">
            <a:extLst>
              <a:ext uri="{FF2B5EF4-FFF2-40B4-BE49-F238E27FC236}">
                <a16:creationId xmlns:a16="http://schemas.microsoft.com/office/drawing/2014/main" id="{3D259565-4BDB-2642-EF8A-813FCD7301F5}"/>
              </a:ext>
            </a:extLst>
          </p:cNvPr>
          <p:cNvSpPr>
            <a:spLocks noGrp="1"/>
          </p:cNvSpPr>
          <p:nvPr>
            <p:ph sz="quarter" idx="14" hasCustomPrompt="1"/>
          </p:nvPr>
        </p:nvSpPr>
        <p:spPr>
          <a:xfrm>
            <a:off x="611187" y="231775"/>
            <a:ext cx="3889375" cy="144463"/>
          </a:xfrm>
        </p:spPr>
        <p:txBody>
          <a:bodyPr anchor="ctr">
            <a:normAutofit/>
          </a:bodyPr>
          <a:lstStyle>
            <a:lvl1pPr>
              <a:defRPr sz="800" b="0" i="0">
                <a:latin typeface="Avenir Next Medium" panose="020B0503020202020204" pitchFamily="34" charset="0"/>
              </a:defRPr>
            </a:lvl1pPr>
          </a:lstStyle>
          <a:p>
            <a:pPr lvl="0"/>
            <a:r>
              <a:rPr kumimoji="1" lang="en-US" altLang="zh-TW" dirty="0"/>
              <a:t>ALL CAP SUBHEADING GOES HERE IN 8PT</a:t>
            </a:r>
            <a:endParaRPr kumimoji="1" lang="zh-HK" altLang="en-US" dirty="0"/>
          </a:p>
        </p:txBody>
      </p:sp>
    </p:spTree>
    <p:extLst>
      <p:ext uri="{BB962C8B-B14F-4D97-AF65-F5344CB8AC3E}">
        <p14:creationId xmlns:p14="http://schemas.microsoft.com/office/powerpoint/2010/main" val="154030285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1_自訂版面配置">
    <p:bg>
      <p:bgPr>
        <a:solidFill>
          <a:schemeClr val="bg2"/>
        </a:solidFill>
        <a:effectLst/>
      </p:bgPr>
    </p:bg>
    <p:spTree>
      <p:nvGrpSpPr>
        <p:cNvPr id="1" name=""/>
        <p:cNvGrpSpPr/>
        <p:nvPr/>
      </p:nvGrpSpPr>
      <p:grpSpPr>
        <a:xfrm>
          <a:off x="0" y="0"/>
          <a:ext cx="0" cy="0"/>
          <a:chOff x="0" y="0"/>
          <a:chExt cx="0" cy="0"/>
        </a:xfrm>
      </p:grpSpPr>
      <p:pic>
        <p:nvPicPr>
          <p:cNvPr id="7" name="圖形 6">
            <a:extLst>
              <a:ext uri="{FF2B5EF4-FFF2-40B4-BE49-F238E27FC236}">
                <a16:creationId xmlns:a16="http://schemas.microsoft.com/office/drawing/2014/main" id="{229B4280-BFFD-2B21-2CF9-5ECE9BEE1A69}"/>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5831736" y="3976688"/>
            <a:ext cx="2845539" cy="927893"/>
          </a:xfrm>
          <a:prstGeom prst="rect">
            <a:avLst/>
          </a:prstGeom>
        </p:spPr>
      </p:pic>
      <p:sp>
        <p:nvSpPr>
          <p:cNvPr id="8" name="內容版面配置區 9">
            <a:extLst>
              <a:ext uri="{FF2B5EF4-FFF2-40B4-BE49-F238E27FC236}">
                <a16:creationId xmlns:a16="http://schemas.microsoft.com/office/drawing/2014/main" id="{E3003219-1B97-7849-2FA3-F3FB2203D4CE}"/>
              </a:ext>
            </a:extLst>
          </p:cNvPr>
          <p:cNvSpPr>
            <a:spLocks noGrp="1"/>
          </p:cNvSpPr>
          <p:nvPr>
            <p:ph sz="quarter" idx="13" hasCustomPrompt="1"/>
          </p:nvPr>
        </p:nvSpPr>
        <p:spPr>
          <a:xfrm>
            <a:off x="466725" y="231775"/>
            <a:ext cx="4033838" cy="2016125"/>
          </a:xfrm>
        </p:spPr>
        <p:txBody>
          <a:bodyPr>
            <a:normAutofit/>
          </a:bodyPr>
          <a:lstStyle>
            <a:lvl1pPr>
              <a:defRPr sz="1200">
                <a:solidFill>
                  <a:schemeClr val="tx1"/>
                </a:solidFill>
                <a:latin typeface="+mn-lt"/>
              </a:defRPr>
            </a:lvl1pPr>
          </a:lstStyle>
          <a:p>
            <a:pPr lvl="0"/>
            <a:r>
              <a:rPr kumimoji="1" lang="en-US" altLang="zh-TW" dirty="0"/>
              <a:t>The photographic examples throughout this document are for conceptual and design reference only. The image rights have not been purchased, do not circulate.</a:t>
            </a:r>
            <a:endParaRPr kumimoji="1" lang="zh-HK" altLang="en-US" dirty="0"/>
          </a:p>
        </p:txBody>
      </p:sp>
    </p:spTree>
    <p:extLst>
      <p:ext uri="{BB962C8B-B14F-4D97-AF65-F5344CB8AC3E}">
        <p14:creationId xmlns:p14="http://schemas.microsoft.com/office/powerpoint/2010/main" val="141031256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2_自訂版面配置">
    <p:bg>
      <p:bgPr>
        <a:solidFill>
          <a:schemeClr val="tx1"/>
        </a:solidFill>
        <a:effectLst/>
      </p:bgPr>
    </p:bg>
    <p:spTree>
      <p:nvGrpSpPr>
        <p:cNvPr id="1" name=""/>
        <p:cNvGrpSpPr/>
        <p:nvPr/>
      </p:nvGrpSpPr>
      <p:grpSpPr>
        <a:xfrm>
          <a:off x="0" y="0"/>
          <a:ext cx="0" cy="0"/>
          <a:chOff x="0" y="0"/>
          <a:chExt cx="0" cy="0"/>
        </a:xfrm>
      </p:grpSpPr>
      <p:sp>
        <p:nvSpPr>
          <p:cNvPr id="8" name="內容版面配置區 9">
            <a:extLst>
              <a:ext uri="{FF2B5EF4-FFF2-40B4-BE49-F238E27FC236}">
                <a16:creationId xmlns:a16="http://schemas.microsoft.com/office/drawing/2014/main" id="{E3003219-1B97-7849-2FA3-F3FB2203D4CE}"/>
              </a:ext>
            </a:extLst>
          </p:cNvPr>
          <p:cNvSpPr>
            <a:spLocks noGrp="1"/>
          </p:cNvSpPr>
          <p:nvPr>
            <p:ph sz="quarter" idx="13" hasCustomPrompt="1"/>
          </p:nvPr>
        </p:nvSpPr>
        <p:spPr>
          <a:xfrm>
            <a:off x="466725" y="231775"/>
            <a:ext cx="4033838" cy="2016125"/>
          </a:xfrm>
        </p:spPr>
        <p:txBody>
          <a:bodyPr>
            <a:normAutofit/>
          </a:bodyPr>
          <a:lstStyle>
            <a:lvl1pPr>
              <a:defRPr sz="1200">
                <a:solidFill>
                  <a:schemeClr val="bg1"/>
                </a:solidFill>
                <a:latin typeface="+mn-lt"/>
              </a:defRPr>
            </a:lvl1pPr>
          </a:lstStyle>
          <a:p>
            <a:pPr lvl="0"/>
            <a:r>
              <a:rPr kumimoji="1" lang="en-US" altLang="zh-TW" dirty="0"/>
              <a:t>The photographic examples throughout this document are for conceptual and design reference only. The image rights have not been purchased, do not circulate.</a:t>
            </a:r>
            <a:endParaRPr kumimoji="1" lang="zh-HK" altLang="en-US" dirty="0"/>
          </a:p>
        </p:txBody>
      </p:sp>
      <p:pic>
        <p:nvPicPr>
          <p:cNvPr id="3" name="圖形 2">
            <a:extLst>
              <a:ext uri="{FF2B5EF4-FFF2-40B4-BE49-F238E27FC236}">
                <a16:creationId xmlns:a16="http://schemas.microsoft.com/office/drawing/2014/main" id="{3BDF90BE-7211-BE69-E144-365AF1859EC7}"/>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5832475" y="3984073"/>
            <a:ext cx="2844800" cy="927652"/>
          </a:xfrm>
          <a:prstGeom prst="rect">
            <a:avLst/>
          </a:prstGeom>
        </p:spPr>
      </p:pic>
    </p:spTree>
    <p:extLst>
      <p:ext uri="{BB962C8B-B14F-4D97-AF65-F5344CB8AC3E}">
        <p14:creationId xmlns:p14="http://schemas.microsoft.com/office/powerpoint/2010/main" val="83650492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標題版面配置區 1">
            <a:extLst>
              <a:ext uri="{FF2B5EF4-FFF2-40B4-BE49-F238E27FC236}">
                <a16:creationId xmlns:a16="http://schemas.microsoft.com/office/drawing/2014/main" id="{E71D9F18-9241-7629-810F-1815FAFDE672}"/>
              </a:ext>
            </a:extLst>
          </p:cNvPr>
          <p:cNvSpPr>
            <a:spLocks noGrp="1"/>
          </p:cNvSpPr>
          <p:nvPr>
            <p:ph type="title"/>
          </p:nvPr>
        </p:nvSpPr>
        <p:spPr>
          <a:xfrm>
            <a:off x="611189" y="376238"/>
            <a:ext cx="7921624" cy="863600"/>
          </a:xfrm>
          <a:prstGeom prst="rect">
            <a:avLst/>
          </a:prstGeom>
        </p:spPr>
        <p:txBody>
          <a:bodyPr vert="horz" lIns="0" tIns="0" rIns="0" bIns="0" rtlCol="0" anchor="t" anchorCtr="0">
            <a:normAutofit/>
          </a:bodyPr>
          <a:lstStyle/>
          <a:p>
            <a:r>
              <a:rPr kumimoji="1" lang="en-US" altLang="zh-TW" dirty="0"/>
              <a:t>Headline - Avenir Next</a:t>
            </a:r>
            <a:endParaRPr kumimoji="1" lang="zh-HK" altLang="en-US" dirty="0"/>
          </a:p>
        </p:txBody>
      </p:sp>
      <p:sp>
        <p:nvSpPr>
          <p:cNvPr id="3" name="文字版面配置區 2">
            <a:extLst>
              <a:ext uri="{FF2B5EF4-FFF2-40B4-BE49-F238E27FC236}">
                <a16:creationId xmlns:a16="http://schemas.microsoft.com/office/drawing/2014/main" id="{EFA68FE0-EDFB-2640-E347-82E8A2024190}"/>
              </a:ext>
            </a:extLst>
          </p:cNvPr>
          <p:cNvSpPr>
            <a:spLocks noGrp="1"/>
          </p:cNvSpPr>
          <p:nvPr>
            <p:ph type="body" idx="1"/>
          </p:nvPr>
        </p:nvSpPr>
        <p:spPr>
          <a:xfrm>
            <a:off x="611189" y="1384300"/>
            <a:ext cx="7921624" cy="2447925"/>
          </a:xfrm>
          <a:prstGeom prst="rect">
            <a:avLst/>
          </a:prstGeom>
        </p:spPr>
        <p:txBody>
          <a:bodyPr vert="horz" lIns="0" tIns="0" rIns="0" bIns="0" rtlCol="0">
            <a:normAutofit/>
          </a:bodyPr>
          <a:lstStyle/>
          <a:p>
            <a:pPr lvl="0"/>
            <a:r>
              <a:rPr kumimoji="1" lang="en-US" altLang="zh-TW" dirty="0"/>
              <a:t>Click to edit the master text style</a:t>
            </a:r>
            <a:endParaRPr kumimoji="1" lang="zh-TW" altLang="en-US" dirty="0"/>
          </a:p>
          <a:p>
            <a:pPr lvl="1"/>
            <a:r>
              <a:rPr kumimoji="1" lang="en-US" altLang="zh-TW" dirty="0"/>
              <a:t>First level bullet</a:t>
            </a:r>
            <a:endParaRPr kumimoji="1" lang="zh-TW" altLang="en-US" dirty="0"/>
          </a:p>
          <a:p>
            <a:pPr lvl="2"/>
            <a:r>
              <a:rPr kumimoji="1" lang="en-US" altLang="zh-TW" dirty="0"/>
              <a:t>Second level bullet</a:t>
            </a:r>
            <a:endParaRPr kumimoji="1" lang="zh-TW" altLang="en-US" dirty="0"/>
          </a:p>
          <a:p>
            <a:pPr lvl="3"/>
            <a:r>
              <a:rPr kumimoji="1" lang="en-US" altLang="zh-TW" dirty="0"/>
              <a:t>Third level bullet</a:t>
            </a:r>
            <a:endParaRPr kumimoji="1" lang="zh-TW" altLang="en-US" dirty="0"/>
          </a:p>
          <a:p>
            <a:pPr lvl="4"/>
            <a:r>
              <a:rPr kumimoji="1" lang="en-US" altLang="zh-TW" dirty="0"/>
              <a:t>Fourth level bullet</a:t>
            </a:r>
            <a:endParaRPr kumimoji="1" lang="zh-HK" altLang="en-US" dirty="0"/>
          </a:p>
        </p:txBody>
      </p:sp>
    </p:spTree>
    <p:extLst>
      <p:ext uri="{BB962C8B-B14F-4D97-AF65-F5344CB8AC3E}">
        <p14:creationId xmlns:p14="http://schemas.microsoft.com/office/powerpoint/2010/main" val="1062535829"/>
      </p:ext>
    </p:extLst>
  </p:cSld>
  <p:clrMap bg1="dk1" tx1="lt1" bg2="dk2" tx2="lt2" accent1="accent1" accent2="accent2" accent3="accent3" accent4="accent4" accent5="accent5" accent6="accent6" hlink="hlink" folHlink="folHlink"/>
  <p:sldLayoutIdLst>
    <p:sldLayoutId id="2147483673" r:id="rId1"/>
    <p:sldLayoutId id="2147483687" r:id="rId2"/>
    <p:sldLayoutId id="2147483675" r:id="rId3"/>
    <p:sldLayoutId id="2147483689" r:id="rId4"/>
    <p:sldLayoutId id="2147483690" r:id="rId5"/>
    <p:sldLayoutId id="2147483691" r:id="rId6"/>
    <p:sldLayoutId id="2147483692" r:id="rId7"/>
    <p:sldLayoutId id="2147483696" r:id="rId8"/>
    <p:sldLayoutId id="2147483695" r:id="rId9"/>
    <p:sldLayoutId id="2147483679" r:id="rId10"/>
    <p:sldLayoutId id="2147483700" r:id="rId11"/>
    <p:sldLayoutId id="2147483705" r:id="rId12"/>
    <p:sldLayoutId id="2147483704" r:id="rId13"/>
    <p:sldLayoutId id="2147483703" r:id="rId14"/>
    <p:sldLayoutId id="2147483710" r:id="rId15"/>
    <p:sldLayoutId id="2147483701" r:id="rId16"/>
    <p:sldLayoutId id="2147483709" r:id="rId17"/>
    <p:sldLayoutId id="2147483699" r:id="rId18"/>
    <p:sldLayoutId id="2147483697" r:id="rId19"/>
    <p:sldLayoutId id="2147483711" r:id="rId20"/>
    <p:sldLayoutId id="2147483698" r:id="rId21"/>
    <p:sldLayoutId id="2147483684" r:id="rId22"/>
    <p:sldLayoutId id="2147483685" r:id="rId23"/>
    <p:sldLayoutId id="2147483686" r:id="rId24"/>
  </p:sldLayoutIdLst>
  <p:hf sldNum="0" hdr="0" ftr="0"/>
  <p:txStyles>
    <p:titleStyle>
      <a:lvl1pPr algn="l" defTabSz="685800" rtl="0" eaLnBrk="1" latinLnBrk="0" hangingPunct="1">
        <a:lnSpc>
          <a:spcPct val="100000"/>
        </a:lnSpc>
        <a:spcBef>
          <a:spcPct val="0"/>
        </a:spcBef>
        <a:buNone/>
        <a:defRPr sz="3300" kern="1200">
          <a:solidFill>
            <a:schemeClr val="bg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0" indent="0" algn="l" defTabSz="685800" rtl="0" eaLnBrk="1" latinLnBrk="0" hangingPunct="1">
        <a:lnSpc>
          <a:spcPct val="100000"/>
        </a:lnSpc>
        <a:spcBef>
          <a:spcPts val="750"/>
        </a:spcBef>
        <a:buFont typeface="Arial" panose="020B0604020202020204" pitchFamily="34" charset="0"/>
        <a:buNone/>
        <a:defRPr sz="2000" b="0" i="0" kern="1200">
          <a:solidFill>
            <a:schemeClr val="bg1"/>
          </a:solidFill>
          <a:latin typeface="Avenir Next Medium" panose="020B0503020202020204" pitchFamily="34" charset="0"/>
          <a:ea typeface="+mj-ea"/>
          <a:cs typeface="+mn-cs"/>
        </a:defRPr>
      </a:lvl1pPr>
      <a:lvl2pPr marL="6350" indent="0" algn="l" defTabSz="685800" rtl="0" eaLnBrk="1" latinLnBrk="0" hangingPunct="1">
        <a:lnSpc>
          <a:spcPct val="100000"/>
        </a:lnSpc>
        <a:spcBef>
          <a:spcPts val="375"/>
        </a:spcBef>
        <a:buSzPct val="70000"/>
        <a:buFont typeface="Wingdings" pitchFamily="2" charset="2"/>
        <a:buNone/>
        <a:tabLst/>
        <a:defRPr sz="1200" b="0" i="0" kern="1200">
          <a:solidFill>
            <a:schemeClr val="bg1"/>
          </a:solidFill>
          <a:latin typeface="Avenir Next Medium" panose="020B0503020202020204" pitchFamily="34" charset="0"/>
          <a:ea typeface="+mn-ea"/>
          <a:cs typeface="+mn-cs"/>
        </a:defRPr>
      </a:lvl2pPr>
      <a:lvl3pPr marL="6350" indent="0" algn="l" defTabSz="685800" rtl="0" eaLnBrk="1" latinLnBrk="0" hangingPunct="1">
        <a:lnSpc>
          <a:spcPct val="100000"/>
        </a:lnSpc>
        <a:spcBef>
          <a:spcPts val="375"/>
        </a:spcBef>
        <a:buSzPct val="70000"/>
        <a:buFont typeface="Wingdings" pitchFamily="2" charset="2"/>
        <a:buNone/>
        <a:tabLst/>
        <a:defRPr sz="1200" b="0" i="0" kern="1200">
          <a:solidFill>
            <a:schemeClr val="bg1"/>
          </a:solidFill>
          <a:latin typeface="+mn-lt"/>
          <a:ea typeface="+mn-ea"/>
          <a:cs typeface="+mn-cs"/>
        </a:defRPr>
      </a:lvl3pPr>
      <a:lvl4pPr marL="6350" indent="0" algn="l" defTabSz="685800" rtl="0" eaLnBrk="1" latinLnBrk="0" hangingPunct="1">
        <a:lnSpc>
          <a:spcPct val="100000"/>
        </a:lnSpc>
        <a:spcBef>
          <a:spcPts val="375"/>
        </a:spcBef>
        <a:buSzPct val="50000"/>
        <a:buFont typeface="Wingdings" pitchFamily="2" charset="2"/>
        <a:buNone/>
        <a:tabLst/>
        <a:defRPr sz="1000" b="0" i="0" kern="1200">
          <a:solidFill>
            <a:schemeClr val="bg1"/>
          </a:solidFill>
          <a:latin typeface="Avenir Next" panose="020B0503020202020204" pitchFamily="34" charset="0"/>
          <a:ea typeface="+mn-ea"/>
          <a:cs typeface="+mn-cs"/>
        </a:defRPr>
      </a:lvl4pPr>
      <a:lvl5pPr marL="6350" indent="0" algn="l" defTabSz="685800" rtl="0" eaLnBrk="1" latinLnBrk="0" hangingPunct="1">
        <a:lnSpc>
          <a:spcPct val="100000"/>
        </a:lnSpc>
        <a:spcBef>
          <a:spcPts val="375"/>
        </a:spcBef>
        <a:buSzPct val="50000"/>
        <a:buFont typeface="Wingdings" pitchFamily="2" charset="2"/>
        <a:buNone/>
        <a:tabLst/>
        <a:defRPr sz="800" b="0" i="0" kern="1200">
          <a:solidFill>
            <a:schemeClr val="bg1"/>
          </a:solidFill>
          <a:latin typeface="Avenir Next" panose="020B0503020202020204" pitchFamily="34" charset="0"/>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zh-HK"/>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2" userDrawn="1">
          <p15:clr>
            <a:srgbClr val="F26B43"/>
          </p15:clr>
        </p15:guide>
        <p15:guide id="6" pos="5466" userDrawn="1">
          <p15:clr>
            <a:srgbClr val="F26B43"/>
          </p15:clr>
        </p15:guide>
        <p15:guide id="19" pos="4595" userDrawn="1">
          <p15:clr>
            <a:srgbClr val="F26B43"/>
          </p15:clr>
        </p15:guide>
        <p15:guide id="34" pos="3674" userDrawn="1">
          <p15:clr>
            <a:srgbClr val="F26B43"/>
          </p15:clr>
        </p15:guide>
        <p15:guide id="36" pos="2835" userDrawn="1">
          <p15:clr>
            <a:srgbClr val="F26B43"/>
          </p15:clr>
        </p15:guide>
        <p15:guide id="43" pos="294" userDrawn="1">
          <p15:clr>
            <a:srgbClr val="F26B43"/>
          </p15:clr>
        </p15:guide>
        <p15:guide id="44" pos="1995" userDrawn="1">
          <p15:clr>
            <a:srgbClr val="F26B43"/>
          </p15:clr>
        </p15:guide>
        <p15:guide id="45" pos="2064" userDrawn="1">
          <p15:clr>
            <a:srgbClr val="F26B43"/>
          </p15:clr>
        </p15:guide>
        <p15:guide id="49" pos="1224" userDrawn="1">
          <p15:clr>
            <a:srgbClr val="F26B43"/>
          </p15:clr>
        </p15:guide>
        <p15:guide id="50" pos="1156" userDrawn="1">
          <p15:clr>
            <a:srgbClr val="F26B43"/>
          </p15:clr>
        </p15:guide>
        <p15:guide id="51" pos="2880" userDrawn="1">
          <p15:clr>
            <a:srgbClr val="F26B43"/>
          </p15:clr>
        </p15:guide>
        <p15:guide id="52" pos="3742" userDrawn="1">
          <p15:clr>
            <a:srgbClr val="F26B43"/>
          </p15:clr>
        </p15:guide>
        <p15:guide id="53" pos="4513" userDrawn="1">
          <p15:clr>
            <a:srgbClr val="F26B43"/>
          </p15:clr>
        </p15:guide>
        <p15:guide id="54" pos="5375" userDrawn="1">
          <p15:clr>
            <a:srgbClr val="F26B43"/>
          </p15:clr>
        </p15:guide>
        <p15:guide id="55" pos="385" userDrawn="1">
          <p15:clr>
            <a:srgbClr val="F26B43"/>
          </p15:clr>
        </p15:guide>
        <p15:guide id="56" orient="horz" userDrawn="1">
          <p15:clr>
            <a:srgbClr val="F26B43"/>
          </p15:clr>
        </p15:guide>
        <p15:guide id="64" orient="horz" pos="146" userDrawn="1">
          <p15:clr>
            <a:srgbClr val="F26B43"/>
          </p15:clr>
        </p15:guide>
        <p15:guide id="65" orient="horz" pos="237" userDrawn="1">
          <p15:clr>
            <a:srgbClr val="F26B43"/>
          </p15:clr>
        </p15:guide>
        <p15:guide id="66" orient="horz" pos="327" userDrawn="1">
          <p15:clr>
            <a:srgbClr val="F26B43"/>
          </p15:clr>
        </p15:guide>
        <p15:guide id="67" orient="horz" pos="3240" userDrawn="1">
          <p15:clr>
            <a:srgbClr val="F26B43"/>
          </p15:clr>
        </p15:guide>
        <p15:guide id="68" orient="horz" pos="3094" userDrawn="1">
          <p15:clr>
            <a:srgbClr val="F26B43"/>
          </p15:clr>
        </p15:guide>
        <p15:guide id="69" orient="horz" pos="3003" userDrawn="1">
          <p15:clr>
            <a:srgbClr val="F26B43"/>
          </p15:clr>
        </p15:guide>
        <p15:guide id="70" orient="horz" pos="2913" userDrawn="1">
          <p15:clr>
            <a:srgbClr val="F26B43"/>
          </p15:clr>
        </p15:guide>
        <p15:guide id="73" orient="horz" pos="1325" userDrawn="1">
          <p15:clr>
            <a:srgbClr val="F26B43"/>
          </p15:clr>
        </p15:guide>
        <p15:guide id="75" orient="horz" pos="1869" userDrawn="1">
          <p15:clr>
            <a:srgbClr val="F26B43"/>
          </p15:clr>
        </p15:guide>
        <p15:guide id="76" orient="horz" pos="1960" userDrawn="1">
          <p15:clr>
            <a:srgbClr val="F26B43"/>
          </p15:clr>
        </p15:guide>
        <p15:guide id="77" orient="horz" pos="1416" userDrawn="1">
          <p15:clr>
            <a:srgbClr val="F26B43"/>
          </p15:clr>
        </p15:guide>
        <p15:guide id="78" orient="horz" pos="2414" userDrawn="1">
          <p15:clr>
            <a:srgbClr val="F26B43"/>
          </p15:clr>
        </p15:guide>
        <p15:guide id="79" orient="horz" pos="2505" userDrawn="1">
          <p15:clr>
            <a:srgbClr val="F26B43"/>
          </p15:clr>
        </p15:guide>
        <p15:guide id="81" orient="horz" pos="781" userDrawn="1">
          <p15:clr>
            <a:srgbClr val="F26B43"/>
          </p15:clr>
        </p15:guide>
        <p15:guide id="82" orient="horz" pos="872" userDrawn="1">
          <p15:clr>
            <a:srgbClr val="F26B43"/>
          </p15:clr>
        </p15:guide>
        <p15:guide id="83" pos="576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xml"/><Relationship Id="rId3" Type="http://schemas.openxmlformats.org/officeDocument/2006/relationships/hyperlink" Target="https://doi.org/10.1116/6.0004493" TargetMode="External"/><Relationship Id="rId4" Type="http://schemas.openxmlformats.org/officeDocument/2006/relationships/hyperlink" Target="https://github.com/pnnl/RHAAPSODY" TargetMode="External"/><Relationship Id="rId5" Type="http://schemas.openxmlformats.org/officeDocument/2006/relationships/hyperlink" Target="https://www.nature.com/articles/s41467-024-47087-w" TargetMode="External"/><Relationship Id="rId6" Type="http://schemas.openxmlformats.org/officeDocument/2006/relationships/hyperlink" Target="https://pmc.ncbi.nlm.nih.gov/articles/PMC12279205/" TargetMode="External"/><Relationship Id="rId7" Type="http://schemas.openxmlformats.org/officeDocument/2006/relationships/hyperlink" Target="https://www.ivwkr.com/news-post/mbe-equipment-enhanced-by-ai-agents-a-new-era-of-automation-in-epitaxial-wafer-production/" TargetMode="External"/><Relationship Id="rId8" Type="http://schemas.openxmlformats.org/officeDocument/2006/relationships/hyperlink" Target="https://doi.org/10.1039/D6DD00063K" TargetMode="External"/><Relationship Id="rId9" Type="http://schemas.openxmlformats.org/officeDocument/2006/relationships/hyperlink" Target="https://zenodo.org/records/18495402" TargetMode="External"/><Relationship Id="rId10" Type="http://schemas.openxmlformats.org/officeDocument/2006/relationships/hyperlink" Target="https://www.nature.com/articles/s41524-025-01805-0" TargetMode="External"/><Relationship Id="rId11" Type="http://schemas.openxmlformats.org/officeDocument/2006/relationships/hyperlink" Target="https://community.spotfire.com/articles/spotfire/sputter-deposition-advanced-process-control-r3552/"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rPr sz="2200" spc="20">
                <a:solidFill>
                  <a:srgbClr val="00B388"/>
                </a:solidFill>
                <a:latin typeface="AvenirNext LT Pro Light"/>
              </a:rPr>
              <a:t>Landscape: precedent research</a:t>
            </a:r>
          </a:p>
        </p:txBody>
      </p:sp>
      <p:sp>
        <p:nvSpPr>
          <p:cNvPr id="3" name="Content Placeholder 2"/>
          <p:cNvSpPr>
            <a:spLocks noGrp="1"/>
          </p:cNvSpPr>
          <p:nvPr>
            <p:ph idx="14" sz="quarter"/>
          </p:nvPr>
        </p:nvSpPr>
        <p:spPr/>
        <p:txBody>
          <a:bodyPr/>
          <a:lstStyle/>
          <a:p>
            <a:r>
              <a:rPr sz="800" spc="80">
                <a:solidFill>
                  <a:srgbClr val="191919"/>
                </a:solidFill>
                <a:latin typeface="AvenirNext LT Pro Medium"/>
              </a:rPr>
              <a:t>AI AUTONOMOUS OPERATION PROPOSAL · LANDSCAPE</a:t>
            </a:r>
          </a:p>
        </p:txBody>
      </p:sp>
      <p:sp>
        <p:nvSpPr>
          <p:cNvPr id="4" name="Rounded Rectangle 3"/>
          <p:cNvSpPr/>
          <p:nvPr/>
        </p:nvSpPr>
        <p:spPr>
          <a:xfrm>
            <a:off x="612648" y="1316736"/>
            <a:ext cx="7918704" cy="521207"/>
          </a:xfrm>
          <a:prstGeom prst="roundRect">
            <a:avLst>
              <a:gd name="adj" fmla="val 16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31520" y="1467612"/>
            <a:ext cx="219456" cy="219456"/>
          </a:xfrm>
          <a:prstGeom prst="ellipse">
            <a:avLst/>
          </a:prstGeom>
          <a:solidFill>
            <a:srgbClr val="00B3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750">
                <a:solidFill>
                  <a:srgbClr val="FFFFFF"/>
                </a:solidFill>
                <a:latin typeface="AvenirNext LT Pro Medium"/>
              </a:rPr>
              <a:t>1</a:t>
            </a:r>
          </a:p>
        </p:txBody>
      </p:sp>
      <p:sp>
        <p:nvSpPr>
          <p:cNvPr id="6" name="TextBox 5"/>
          <p:cNvSpPr txBox="1"/>
          <p:nvPr/>
        </p:nvSpPr>
        <p:spPr>
          <a:xfrm>
            <a:off x="1042415" y="1380744"/>
            <a:ext cx="1097280" cy="429768"/>
          </a:xfrm>
          <a:prstGeom prst="rect">
            <a:avLst/>
          </a:prstGeom>
          <a:noFill/>
        </p:spPr>
        <p:txBody>
          <a:bodyPr wrap="square" anchor="t" lIns="0" rIns="0" tIns="0" bIns="0">
            <a:spAutoFit/>
          </a:bodyPr>
          <a:lstStyle/>
          <a:p>
            <a:pPr>
              <a:lnSpc>
                <a:spcPct val="112000"/>
              </a:lnSpc>
              <a:spcAft>
                <a:spcPts val="200"/>
              </a:spcAft>
            </a:pPr>
            <a:r>
              <a:rPr sz="720">
                <a:solidFill>
                  <a:srgbClr val="191919"/>
                </a:solidFill>
                <a:latin typeface="AvenirNext LT Pro Medium"/>
              </a:rPr>
              <a:t>RHEED online analysis</a:t>
            </a:r>
          </a:p>
        </p:txBody>
      </p:sp>
      <p:sp>
        <p:nvSpPr>
          <p:cNvPr id="7" name="TextBox 6"/>
          <p:cNvSpPr txBox="1"/>
          <p:nvPr/>
        </p:nvSpPr>
        <p:spPr>
          <a:xfrm>
            <a:off x="2231136" y="1380744"/>
            <a:ext cx="4828032" cy="429768"/>
          </a:xfrm>
          <a:prstGeom prst="rect">
            <a:avLst/>
          </a:prstGeom>
          <a:noFill/>
        </p:spPr>
        <p:txBody>
          <a:bodyPr wrap="square" anchor="t" lIns="0" rIns="0" tIns="0" bIns="0">
            <a:spAutoFit/>
          </a:bodyPr>
          <a:lstStyle/>
          <a:p>
            <a:pPr>
              <a:lnSpc>
                <a:spcPct val="115000"/>
              </a:lnSpc>
              <a:spcAft>
                <a:spcPts val="200"/>
              </a:spcAft>
            </a:pPr>
            <a:r>
              <a:rPr sz="700">
                <a:solidFill>
                  <a:srgbClr val="191919"/>
                </a:solidFill>
                <a:latin typeface="AvenirNext LT Pro Medium"/>
              </a:rPr>
              <a:t>PNNL — Pacific Northwest National Laboratory (US DOE; Kaspar et al.). </a:t>
            </a:r>
            <a:r>
              <a:rPr sz="700">
                <a:solidFill>
                  <a:srgbClr val="191919"/>
                </a:solidFill>
                <a:latin typeface="AvenirNext LT Pro Regular"/>
              </a:rPr>
              <a:t>Built RHAAPsody: unsupervised, material-agnostic on-the-fly RHEED analysis — pretrained-CNN features, changepoint detection, graph clustering. On live TiO2 MBE growth: &lt;1 s/frame, transitions flagged ~1 min faster than the human expert. Open source; perception only — control is their stated next phase.</a:t>
            </a:r>
          </a:p>
        </p:txBody>
      </p:sp>
      <p:sp>
        <p:nvSpPr>
          <p:cNvPr id="8" name="TextBox 7"/>
          <p:cNvSpPr txBox="1"/>
          <p:nvPr/>
        </p:nvSpPr>
        <p:spPr>
          <a:xfrm>
            <a:off x="7168896" y="1380744"/>
            <a:ext cx="1261872" cy="429768"/>
          </a:xfrm>
          <a:prstGeom prst="rect">
            <a:avLst/>
          </a:prstGeom>
          <a:noFill/>
        </p:spPr>
        <p:txBody>
          <a:bodyPr wrap="square" anchor="t" lIns="0" rIns="0" tIns="0" bIns="0">
            <a:spAutoFit/>
          </a:bodyPr>
          <a:lstStyle/>
          <a:p>
            <a:pPr>
              <a:lnSpc>
                <a:spcPct val="110000"/>
              </a:lnSpc>
              <a:spcAft>
                <a:spcPts val="300"/>
              </a:spcAft>
            </a:pPr>
            <a:r>
              <a:rPr sz="680">
                <a:solidFill>
                  <a:srgbClr val="00B388"/>
                </a:solidFill>
                <a:latin typeface="AvenirNext LT Pro Regular"/>
                <a:hlinkClick r:id="rId3"/>
              </a:rPr>
              <a:t>JVST A 43, 032702 (2025)</a:t>
            </a:r>
          </a:p>
          <a:p>
            <a:pPr>
              <a:lnSpc>
                <a:spcPct val="110000"/>
              </a:lnSpc>
              <a:spcAft>
                <a:spcPts val="300"/>
              </a:spcAft>
            </a:pPr>
            <a:r>
              <a:rPr sz="680">
                <a:solidFill>
                  <a:srgbClr val="00B388"/>
                </a:solidFill>
                <a:latin typeface="AvenirNext LT Pro Regular"/>
                <a:hlinkClick r:id="rId4"/>
              </a:rPr>
              <a:t>GitHub: pnnl/RHAAPSODY</a:t>
            </a:r>
          </a:p>
        </p:txBody>
      </p:sp>
      <p:sp>
        <p:nvSpPr>
          <p:cNvPr id="9" name="Rounded Rectangle 8"/>
          <p:cNvSpPr/>
          <p:nvPr/>
        </p:nvSpPr>
        <p:spPr>
          <a:xfrm>
            <a:off x="612648" y="1879091"/>
            <a:ext cx="7918704" cy="521207"/>
          </a:xfrm>
          <a:prstGeom prst="roundRect">
            <a:avLst>
              <a:gd name="adj" fmla="val 16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31520" y="2029967"/>
            <a:ext cx="219456" cy="219456"/>
          </a:xfrm>
          <a:prstGeom prst="ellipse">
            <a:avLst/>
          </a:prstGeom>
          <a:solidFill>
            <a:srgbClr val="00B3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750">
                <a:solidFill>
                  <a:srgbClr val="FFFFFF"/>
                </a:solidFill>
                <a:latin typeface="AvenirNext LT Pro Medium"/>
              </a:rPr>
              <a:t>2</a:t>
            </a:r>
          </a:p>
        </p:txBody>
      </p:sp>
      <p:sp>
        <p:nvSpPr>
          <p:cNvPr id="11" name="TextBox 10"/>
          <p:cNvSpPr txBox="1"/>
          <p:nvPr/>
        </p:nvSpPr>
        <p:spPr>
          <a:xfrm>
            <a:off x="1042415" y="1943099"/>
            <a:ext cx="1097280" cy="429768"/>
          </a:xfrm>
          <a:prstGeom prst="rect">
            <a:avLst/>
          </a:prstGeom>
          <a:noFill/>
        </p:spPr>
        <p:txBody>
          <a:bodyPr wrap="square" anchor="t" lIns="0" rIns="0" tIns="0" bIns="0">
            <a:spAutoFit/>
          </a:bodyPr>
          <a:lstStyle/>
          <a:p>
            <a:pPr>
              <a:lnSpc>
                <a:spcPct val="112000"/>
              </a:lnSpc>
              <a:spcAft>
                <a:spcPts val="200"/>
              </a:spcAft>
            </a:pPr>
            <a:r>
              <a:rPr sz="720">
                <a:solidFill>
                  <a:srgbClr val="191919"/>
                </a:solidFill>
                <a:latin typeface="AvenirNext LT Pro Medium"/>
              </a:rPr>
              <a:t>MBE real-time closed loop</a:t>
            </a:r>
          </a:p>
        </p:txBody>
      </p:sp>
      <p:sp>
        <p:nvSpPr>
          <p:cNvPr id="12" name="TextBox 11"/>
          <p:cNvSpPr txBox="1"/>
          <p:nvPr/>
        </p:nvSpPr>
        <p:spPr>
          <a:xfrm>
            <a:off x="2231136" y="1943099"/>
            <a:ext cx="4828032" cy="429768"/>
          </a:xfrm>
          <a:prstGeom prst="rect">
            <a:avLst/>
          </a:prstGeom>
          <a:noFill/>
        </p:spPr>
        <p:txBody>
          <a:bodyPr wrap="square" anchor="t" lIns="0" rIns="0" tIns="0" bIns="0">
            <a:spAutoFit/>
          </a:bodyPr>
          <a:lstStyle/>
          <a:p>
            <a:pPr>
              <a:lnSpc>
                <a:spcPct val="115000"/>
              </a:lnSpc>
              <a:spcAft>
                <a:spcPts val="200"/>
              </a:spcAft>
            </a:pPr>
            <a:r>
              <a:rPr sz="700">
                <a:solidFill>
                  <a:srgbClr val="191919"/>
                </a:solidFill>
                <a:latin typeface="AvenirNext LT Pro Medium"/>
              </a:rPr>
              <a:t>Chinese Academy of Sciences (Shen et al.); follow-up QD-laser work. </a:t>
            </a:r>
            <a:r>
              <a:rPr sz="700">
                <a:solidFill>
                  <a:srgbClr val="191919"/>
                </a:solidFill>
                <a:latin typeface="AvenirNext LT Pro Regular"/>
              </a:rPr>
              <a:t>3D ResNet-50 on RHEED video predicts InAs/GaAs quantum-dot density in-run; the closed loop dials density across 3.8×10⁸–1.4×10¹¹ cm⁻² (~2.5 orders of magnitude), fully automated. The 2025 follow-up self-optimizes QD-laser growth: PL 3.2× the manual baseline, ~0.85 s per decision.</a:t>
            </a:r>
          </a:p>
        </p:txBody>
      </p:sp>
      <p:sp>
        <p:nvSpPr>
          <p:cNvPr id="13" name="TextBox 12"/>
          <p:cNvSpPr txBox="1"/>
          <p:nvPr/>
        </p:nvSpPr>
        <p:spPr>
          <a:xfrm>
            <a:off x="7168896" y="1943099"/>
            <a:ext cx="1261872" cy="429768"/>
          </a:xfrm>
          <a:prstGeom prst="rect">
            <a:avLst/>
          </a:prstGeom>
          <a:noFill/>
        </p:spPr>
        <p:txBody>
          <a:bodyPr wrap="square" anchor="t" lIns="0" rIns="0" tIns="0" bIns="0">
            <a:spAutoFit/>
          </a:bodyPr>
          <a:lstStyle/>
          <a:p>
            <a:pPr>
              <a:lnSpc>
                <a:spcPct val="110000"/>
              </a:lnSpc>
              <a:spcAft>
                <a:spcPts val="300"/>
              </a:spcAft>
            </a:pPr>
            <a:r>
              <a:rPr sz="680">
                <a:solidFill>
                  <a:srgbClr val="00B388"/>
                </a:solidFill>
                <a:latin typeface="AvenirNext LT Pro Regular"/>
                <a:hlinkClick r:id="rId5"/>
              </a:rPr>
              <a:t>Nat. Commun. 15, 2724 (2024)</a:t>
            </a:r>
          </a:p>
          <a:p>
            <a:pPr>
              <a:lnSpc>
                <a:spcPct val="110000"/>
              </a:lnSpc>
              <a:spcAft>
                <a:spcPts val="300"/>
              </a:spcAft>
            </a:pPr>
            <a:r>
              <a:rPr sz="680">
                <a:solidFill>
                  <a:srgbClr val="00B388"/>
                </a:solidFill>
                <a:latin typeface="AvenirNext LT Pro Regular"/>
                <a:hlinkClick r:id="rId6"/>
              </a:rPr>
              <a:t>QD-laser (2025, PMC)</a:t>
            </a:r>
          </a:p>
        </p:txBody>
      </p:sp>
      <p:sp>
        <p:nvSpPr>
          <p:cNvPr id="14" name="Rounded Rectangle 13"/>
          <p:cNvSpPr/>
          <p:nvPr/>
        </p:nvSpPr>
        <p:spPr>
          <a:xfrm>
            <a:off x="612648" y="2441448"/>
            <a:ext cx="7918704" cy="521207"/>
          </a:xfrm>
          <a:prstGeom prst="roundRect">
            <a:avLst>
              <a:gd name="adj" fmla="val 16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31520" y="2592324"/>
            <a:ext cx="219456" cy="219456"/>
          </a:xfrm>
          <a:prstGeom prst="ellipse">
            <a:avLst/>
          </a:prstGeom>
          <a:solidFill>
            <a:srgbClr val="00B3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750">
                <a:solidFill>
                  <a:srgbClr val="FFFFFF"/>
                </a:solidFill>
                <a:latin typeface="AvenirNext LT Pro Medium"/>
              </a:rPr>
              <a:t>3</a:t>
            </a:r>
          </a:p>
        </p:txBody>
      </p:sp>
      <p:sp>
        <p:nvSpPr>
          <p:cNvPr id="16" name="TextBox 15"/>
          <p:cNvSpPr txBox="1"/>
          <p:nvPr/>
        </p:nvSpPr>
        <p:spPr>
          <a:xfrm>
            <a:off x="1042415" y="2505456"/>
            <a:ext cx="1097280" cy="429768"/>
          </a:xfrm>
          <a:prstGeom prst="rect">
            <a:avLst/>
          </a:prstGeom>
          <a:noFill/>
        </p:spPr>
        <p:txBody>
          <a:bodyPr wrap="square" anchor="t" lIns="0" rIns="0" tIns="0" bIns="0">
            <a:spAutoFit/>
          </a:bodyPr>
          <a:lstStyle/>
          <a:p>
            <a:pPr>
              <a:lnSpc>
                <a:spcPct val="112000"/>
              </a:lnSpc>
              <a:spcAft>
                <a:spcPts val="200"/>
              </a:spcAft>
            </a:pPr>
            <a:r>
              <a:rPr sz="720">
                <a:solidFill>
                  <a:srgbClr val="191919"/>
                </a:solidFill>
                <a:latin typeface="AvenirNext LT Pro Medium"/>
              </a:rPr>
              <a:t>MBE unattended operation</a:t>
            </a:r>
          </a:p>
        </p:txBody>
      </p:sp>
      <p:sp>
        <p:nvSpPr>
          <p:cNvPr id="17" name="TextBox 16"/>
          <p:cNvSpPr txBox="1"/>
          <p:nvPr/>
        </p:nvSpPr>
        <p:spPr>
          <a:xfrm>
            <a:off x="2231136" y="2505456"/>
            <a:ext cx="4828032" cy="429768"/>
          </a:xfrm>
          <a:prstGeom prst="rect">
            <a:avLst/>
          </a:prstGeom>
          <a:noFill/>
        </p:spPr>
        <p:txBody>
          <a:bodyPr wrap="square" anchor="t" lIns="0" rIns="0" tIns="0" bIns="0">
            <a:spAutoFit/>
          </a:bodyPr>
          <a:lstStyle/>
          <a:p>
            <a:pPr>
              <a:lnSpc>
                <a:spcPct val="115000"/>
              </a:lnSpc>
              <a:spcAft>
                <a:spcPts val="200"/>
              </a:spcAft>
            </a:pPr>
            <a:r>
              <a:rPr sz="700">
                <a:solidFill>
                  <a:srgbClr val="191919"/>
                </a:solidFill>
                <a:latin typeface="AvenirNext LT Pro Medium"/>
              </a:rPr>
              <a:t>IVWorks — Korean GaN epiwafer foundry. </a:t>
            </a:r>
            <a:r>
              <a:rPr sz="700">
                <a:solidFill>
                  <a:srgbClr val="191919"/>
                </a:solidFill>
                <a:latin typeface="AvenirNext LT Pro Regular"/>
              </a:rPr>
              <a:t>DOMM Agent drives the MBE control PC: scheduled load–grow–unload runs execute unattended on nights/holidays with real-time pass/fail prediction. Commercial existence proof of the route — no yield / unattended-hours / dispersion figures published; cite strictly as a vendor claim.</a:t>
            </a:r>
          </a:p>
        </p:txBody>
      </p:sp>
      <p:sp>
        <p:nvSpPr>
          <p:cNvPr id="18" name="TextBox 17"/>
          <p:cNvSpPr txBox="1"/>
          <p:nvPr/>
        </p:nvSpPr>
        <p:spPr>
          <a:xfrm>
            <a:off x="7168896" y="2505456"/>
            <a:ext cx="1261872" cy="429768"/>
          </a:xfrm>
          <a:prstGeom prst="rect">
            <a:avLst/>
          </a:prstGeom>
          <a:noFill/>
        </p:spPr>
        <p:txBody>
          <a:bodyPr wrap="square" anchor="t" lIns="0" rIns="0" tIns="0" bIns="0">
            <a:spAutoFit/>
          </a:bodyPr>
          <a:lstStyle/>
          <a:p>
            <a:pPr>
              <a:lnSpc>
                <a:spcPct val="110000"/>
              </a:lnSpc>
              <a:spcAft>
                <a:spcPts val="300"/>
              </a:spcAft>
            </a:pPr>
            <a:r>
              <a:rPr sz="680">
                <a:solidFill>
                  <a:srgbClr val="00B388"/>
                </a:solidFill>
                <a:latin typeface="AvenirNext LT Pro Regular"/>
                <a:hlinkClick r:id="rId7"/>
              </a:rPr>
              <a:t>IVWorks announcement (Jun 2025)</a:t>
            </a:r>
          </a:p>
        </p:txBody>
      </p:sp>
      <p:sp>
        <p:nvSpPr>
          <p:cNvPr id="19" name="Rounded Rectangle 18"/>
          <p:cNvSpPr/>
          <p:nvPr/>
        </p:nvSpPr>
        <p:spPr>
          <a:xfrm>
            <a:off x="612648" y="3003804"/>
            <a:ext cx="7918704" cy="521207"/>
          </a:xfrm>
          <a:prstGeom prst="roundRect">
            <a:avLst>
              <a:gd name="adj" fmla="val 16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31520" y="3154680"/>
            <a:ext cx="219456" cy="219456"/>
          </a:xfrm>
          <a:prstGeom prst="ellipse">
            <a:avLst/>
          </a:prstGeom>
          <a:solidFill>
            <a:srgbClr val="00B3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750">
                <a:solidFill>
                  <a:srgbClr val="FFFFFF"/>
                </a:solidFill>
                <a:latin typeface="AvenirNext LT Pro Medium"/>
              </a:rPr>
              <a:t>4</a:t>
            </a:r>
          </a:p>
        </p:txBody>
      </p:sp>
      <p:sp>
        <p:nvSpPr>
          <p:cNvPr id="21" name="TextBox 20"/>
          <p:cNvSpPr txBox="1"/>
          <p:nvPr/>
        </p:nvSpPr>
        <p:spPr>
          <a:xfrm>
            <a:off x="1042415" y="3067812"/>
            <a:ext cx="1097280" cy="429768"/>
          </a:xfrm>
          <a:prstGeom prst="rect">
            <a:avLst/>
          </a:prstGeom>
          <a:noFill/>
        </p:spPr>
        <p:txBody>
          <a:bodyPr wrap="square" anchor="t" lIns="0" rIns="0" tIns="0" bIns="0">
            <a:spAutoFit/>
          </a:bodyPr>
          <a:lstStyle/>
          <a:p>
            <a:pPr>
              <a:lnSpc>
                <a:spcPct val="112000"/>
              </a:lnSpc>
              <a:spcAft>
                <a:spcPts val="200"/>
              </a:spcAft>
            </a:pPr>
            <a:r>
              <a:rPr sz="720">
                <a:solidFill>
                  <a:srgbClr val="191919"/>
                </a:solidFill>
                <a:latin typeface="AvenirNext LT Pro Medium"/>
              </a:rPr>
              <a:t>Autonomous experimentation, real sputter tool</a:t>
            </a:r>
          </a:p>
        </p:txBody>
      </p:sp>
      <p:sp>
        <p:nvSpPr>
          <p:cNvPr id="22" name="TextBox 21"/>
          <p:cNvSpPr txBox="1"/>
          <p:nvPr/>
        </p:nvSpPr>
        <p:spPr>
          <a:xfrm>
            <a:off x="2231136" y="3067812"/>
            <a:ext cx="4828032" cy="429768"/>
          </a:xfrm>
          <a:prstGeom prst="rect">
            <a:avLst/>
          </a:prstGeom>
          <a:noFill/>
        </p:spPr>
        <p:txBody>
          <a:bodyPr wrap="square" anchor="t" lIns="0" rIns="0" tIns="0" bIns="0">
            <a:spAutoFit/>
          </a:bodyPr>
          <a:lstStyle/>
          <a:p>
            <a:pPr>
              <a:lnSpc>
                <a:spcPct val="115000"/>
              </a:lnSpc>
              <a:spcAft>
                <a:spcPts val="200"/>
              </a:spcAft>
            </a:pPr>
            <a:r>
              <a:rPr sz="700">
                <a:solidFill>
                  <a:srgbClr val="191919"/>
                </a:solidFill>
                <a:latin typeface="AvenirNext LT Pro Medium"/>
              </a:rPr>
              <a:t>Empa — Swiss Federal Laboratories for Materials Science &amp; Technology (Wieczorek, Siol et al.). </a:t>
            </a:r>
            <a:r>
              <a:rPr sz="700">
                <a:solidFill>
                  <a:srgbClr val="191919"/>
                </a:solidFill>
                <a:latin typeface="AvenirNext LT Pro Regular"/>
              </a:rPr>
              <a:t>Autonomous Bayesian sampling (BayBE / BoTorch GP) on a real bipolar-HiPIMS rig: &gt;3,000 conditions across a 6-D space, unattended, SHAP-interpreted, data CC-BY. Their own finding was negative — we cite method + dataset; our RIG kernel passed calibration acceptance on exactly this dataset.</a:t>
            </a:r>
          </a:p>
        </p:txBody>
      </p:sp>
      <p:sp>
        <p:nvSpPr>
          <p:cNvPr id="23" name="TextBox 22"/>
          <p:cNvSpPr txBox="1"/>
          <p:nvPr/>
        </p:nvSpPr>
        <p:spPr>
          <a:xfrm>
            <a:off x="7168896" y="3067812"/>
            <a:ext cx="1261872" cy="429768"/>
          </a:xfrm>
          <a:prstGeom prst="rect">
            <a:avLst/>
          </a:prstGeom>
          <a:noFill/>
        </p:spPr>
        <p:txBody>
          <a:bodyPr wrap="square" anchor="t" lIns="0" rIns="0" tIns="0" bIns="0">
            <a:spAutoFit/>
          </a:bodyPr>
          <a:lstStyle/>
          <a:p>
            <a:pPr>
              <a:lnSpc>
                <a:spcPct val="110000"/>
              </a:lnSpc>
              <a:spcAft>
                <a:spcPts val="300"/>
              </a:spcAft>
            </a:pPr>
            <a:r>
              <a:rPr sz="680">
                <a:solidFill>
                  <a:srgbClr val="00B388"/>
                </a:solidFill>
                <a:latin typeface="AvenirNext LT Pro Regular"/>
                <a:hlinkClick r:id="rId8"/>
              </a:rPr>
              <a:t>Digital Discovery (2026)</a:t>
            </a:r>
          </a:p>
          <a:p>
            <a:pPr>
              <a:lnSpc>
                <a:spcPct val="110000"/>
              </a:lnSpc>
              <a:spcAft>
                <a:spcPts val="300"/>
              </a:spcAft>
            </a:pPr>
            <a:r>
              <a:rPr sz="680">
                <a:solidFill>
                  <a:srgbClr val="00B388"/>
                </a:solidFill>
                <a:latin typeface="AvenirNext LT Pro Regular"/>
                <a:hlinkClick r:id="rId9"/>
              </a:rPr>
              <a:t>Zenodo dataset (CC-BY-4.0)</a:t>
            </a:r>
          </a:p>
        </p:txBody>
      </p:sp>
      <p:sp>
        <p:nvSpPr>
          <p:cNvPr id="24" name="Rounded Rectangle 23"/>
          <p:cNvSpPr/>
          <p:nvPr/>
        </p:nvSpPr>
        <p:spPr>
          <a:xfrm>
            <a:off x="612648" y="3566160"/>
            <a:ext cx="7918704" cy="521207"/>
          </a:xfrm>
          <a:prstGeom prst="roundRect">
            <a:avLst>
              <a:gd name="adj" fmla="val 16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31520" y="3717036"/>
            <a:ext cx="219456" cy="219456"/>
          </a:xfrm>
          <a:prstGeom prst="ellipse">
            <a:avLst/>
          </a:prstGeom>
          <a:solidFill>
            <a:srgbClr val="00B3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750">
                <a:solidFill>
                  <a:srgbClr val="FFFFFF"/>
                </a:solidFill>
                <a:latin typeface="AvenirNext LT Pro Medium"/>
              </a:rPr>
              <a:t>5</a:t>
            </a:r>
          </a:p>
        </p:txBody>
      </p:sp>
      <p:sp>
        <p:nvSpPr>
          <p:cNvPr id="26" name="TextBox 25"/>
          <p:cNvSpPr txBox="1"/>
          <p:nvPr/>
        </p:nvSpPr>
        <p:spPr>
          <a:xfrm>
            <a:off x="1042415" y="3630168"/>
            <a:ext cx="1097280" cy="429768"/>
          </a:xfrm>
          <a:prstGeom prst="rect">
            <a:avLst/>
          </a:prstGeom>
          <a:noFill/>
        </p:spPr>
        <p:txBody>
          <a:bodyPr wrap="square" anchor="t" lIns="0" rIns="0" tIns="0" bIns="0">
            <a:spAutoFit/>
          </a:bodyPr>
          <a:lstStyle/>
          <a:p>
            <a:pPr>
              <a:lnSpc>
                <a:spcPct val="112000"/>
              </a:lnSpc>
              <a:spcAft>
                <a:spcPts val="200"/>
              </a:spcAft>
            </a:pPr>
            <a:r>
              <a:rPr sz="720">
                <a:solidFill>
                  <a:srgbClr val="191919"/>
                </a:solidFill>
                <a:latin typeface="AvenirNext LT Pro Medium"/>
              </a:rPr>
              <a:t>Self-driving PVD to a target spec</a:t>
            </a:r>
          </a:p>
        </p:txBody>
      </p:sp>
      <p:sp>
        <p:nvSpPr>
          <p:cNvPr id="27" name="TextBox 26"/>
          <p:cNvSpPr txBox="1"/>
          <p:nvPr/>
        </p:nvSpPr>
        <p:spPr>
          <a:xfrm>
            <a:off x="2231136" y="3630168"/>
            <a:ext cx="4828032" cy="429768"/>
          </a:xfrm>
          <a:prstGeom prst="rect">
            <a:avLst/>
          </a:prstGeom>
          <a:noFill/>
        </p:spPr>
        <p:txBody>
          <a:bodyPr wrap="square" anchor="t" lIns="0" rIns="0" tIns="0" bIns="0">
            <a:spAutoFit/>
          </a:bodyPr>
          <a:lstStyle/>
          <a:p>
            <a:pPr>
              <a:lnSpc>
                <a:spcPct val="115000"/>
              </a:lnSpc>
              <a:spcAft>
                <a:spcPts val="200"/>
              </a:spcAft>
            </a:pPr>
            <a:r>
              <a:rPr sz="700">
                <a:solidFill>
                  <a:srgbClr val="191919"/>
                </a:solidFill>
                <a:latin typeface="AvenirNext LT Pro Medium"/>
              </a:rPr>
              <a:t>npj Computational Materials (2025) — self-driving sputter lab. </a:t>
            </a:r>
            <a:r>
              <a:rPr sz="700">
                <a:solidFill>
                  <a:srgbClr val="191919"/>
                </a:solidFill>
                <a:latin typeface="AvenirNext LT Pro Regular"/>
              </a:rPr>
              <a:t>Fully autonomous silver-film deposition: sputter hardware + in-situ optical spectroscopy + Bayesian ML with no human in the loop, aborting unpromising runs early. Hit the target optical spec in 2.3 attempts on average (vs 3.6 ablated), 98 s per cycle, &gt;20,000 data points over 38 samples.</a:t>
            </a:r>
          </a:p>
        </p:txBody>
      </p:sp>
      <p:sp>
        <p:nvSpPr>
          <p:cNvPr id="28" name="TextBox 27"/>
          <p:cNvSpPr txBox="1"/>
          <p:nvPr/>
        </p:nvSpPr>
        <p:spPr>
          <a:xfrm>
            <a:off x="7168896" y="3630168"/>
            <a:ext cx="1261872" cy="429768"/>
          </a:xfrm>
          <a:prstGeom prst="rect">
            <a:avLst/>
          </a:prstGeom>
          <a:noFill/>
        </p:spPr>
        <p:txBody>
          <a:bodyPr wrap="square" anchor="t" lIns="0" rIns="0" tIns="0" bIns="0">
            <a:spAutoFit/>
          </a:bodyPr>
          <a:lstStyle/>
          <a:p>
            <a:pPr>
              <a:lnSpc>
                <a:spcPct val="110000"/>
              </a:lnSpc>
              <a:spcAft>
                <a:spcPts val="300"/>
              </a:spcAft>
            </a:pPr>
            <a:r>
              <a:rPr sz="680">
                <a:solidFill>
                  <a:srgbClr val="00B388"/>
                </a:solidFill>
                <a:latin typeface="AvenirNext LT Pro Regular"/>
                <a:hlinkClick r:id="rId10"/>
              </a:rPr>
              <a:t>npj Comput. Mater. (2025)</a:t>
            </a:r>
          </a:p>
        </p:txBody>
      </p:sp>
      <p:sp>
        <p:nvSpPr>
          <p:cNvPr id="29" name="Rounded Rectangle 28"/>
          <p:cNvSpPr/>
          <p:nvPr/>
        </p:nvSpPr>
        <p:spPr>
          <a:xfrm>
            <a:off x="612648" y="4128516"/>
            <a:ext cx="7918704" cy="521207"/>
          </a:xfrm>
          <a:prstGeom prst="roundRect">
            <a:avLst>
              <a:gd name="adj" fmla="val 16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31520" y="4279392"/>
            <a:ext cx="219456" cy="219456"/>
          </a:xfrm>
          <a:prstGeom prst="ellipse">
            <a:avLst/>
          </a:prstGeom>
          <a:solidFill>
            <a:srgbClr val="00B3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750">
                <a:solidFill>
                  <a:srgbClr val="FFFFFF"/>
                </a:solidFill>
                <a:latin typeface="AvenirNext LT Pro Medium"/>
              </a:rPr>
              <a:t>6</a:t>
            </a:r>
          </a:p>
        </p:txBody>
      </p:sp>
      <p:sp>
        <p:nvSpPr>
          <p:cNvPr id="31" name="TextBox 30"/>
          <p:cNvSpPr txBox="1"/>
          <p:nvPr/>
        </p:nvSpPr>
        <p:spPr>
          <a:xfrm>
            <a:off x="1042415" y="4192524"/>
            <a:ext cx="1097280" cy="429768"/>
          </a:xfrm>
          <a:prstGeom prst="rect">
            <a:avLst/>
          </a:prstGeom>
          <a:noFill/>
        </p:spPr>
        <p:txBody>
          <a:bodyPr wrap="square" anchor="t" lIns="0" rIns="0" tIns="0" bIns="0">
            <a:spAutoFit/>
          </a:bodyPr>
          <a:lstStyle/>
          <a:p>
            <a:pPr>
              <a:lnSpc>
                <a:spcPct val="112000"/>
              </a:lnSpc>
              <a:spcAft>
                <a:spcPts val="200"/>
              </a:spcAft>
            </a:pPr>
            <a:r>
              <a:rPr sz="720">
                <a:solidFill>
                  <a:srgbClr val="191919"/>
                </a:solidFill>
                <a:latin typeface="AvenirNext LT Pro Medium"/>
              </a:rPr>
              <a:t>Run-to-run APC + virtual metrology</a:t>
            </a:r>
          </a:p>
        </p:txBody>
      </p:sp>
      <p:sp>
        <p:nvSpPr>
          <p:cNvPr id="32" name="TextBox 31"/>
          <p:cNvSpPr txBox="1"/>
          <p:nvPr/>
        </p:nvSpPr>
        <p:spPr>
          <a:xfrm>
            <a:off x="2231136" y="4192524"/>
            <a:ext cx="4828032" cy="429768"/>
          </a:xfrm>
          <a:prstGeom prst="rect">
            <a:avLst/>
          </a:prstGeom>
          <a:noFill/>
        </p:spPr>
        <p:txBody>
          <a:bodyPr wrap="square" anchor="t" lIns="0" rIns="0" tIns="0" bIns="0">
            <a:spAutoFit/>
          </a:bodyPr>
          <a:lstStyle/>
          <a:p>
            <a:pPr>
              <a:lnSpc>
                <a:spcPct val="115000"/>
              </a:lnSpc>
              <a:spcAft>
                <a:spcPts val="200"/>
              </a:spcAft>
            </a:pPr>
            <a:r>
              <a:rPr sz="700">
                <a:solidFill>
                  <a:srgbClr val="191919"/>
                </a:solidFill>
                <a:latin typeface="AvenirNext LT Pro Medium"/>
              </a:rPr>
              <a:t>Industry practice (PVD). </a:t>
            </a:r>
            <a:r>
              <a:rPr sz="700">
                <a:solidFill>
                  <a:srgbClr val="191919"/>
                </a:solidFill>
                <a:latin typeface="AvenirNext LT Pro Regular"/>
              </a:rPr>
              <a:t>Published sputter-APC case: EWMA run-to-run compensation of target-erosion drift lifts Cpk from &lt;1.4 to &gt;2.0 — a retrospective simulation on historical fab data (vendor case study, not audited). Tree-ensemble virtual metrology for PVD film properties: Chen et al., ISA Trans. 103 (2020).</a:t>
            </a:r>
          </a:p>
        </p:txBody>
      </p:sp>
      <p:sp>
        <p:nvSpPr>
          <p:cNvPr id="33" name="TextBox 32"/>
          <p:cNvSpPr txBox="1"/>
          <p:nvPr/>
        </p:nvSpPr>
        <p:spPr>
          <a:xfrm>
            <a:off x="7168896" y="4192524"/>
            <a:ext cx="1261872" cy="429768"/>
          </a:xfrm>
          <a:prstGeom prst="rect">
            <a:avLst/>
          </a:prstGeom>
          <a:noFill/>
        </p:spPr>
        <p:txBody>
          <a:bodyPr wrap="square" anchor="t" lIns="0" rIns="0" tIns="0" bIns="0">
            <a:spAutoFit/>
          </a:bodyPr>
          <a:lstStyle/>
          <a:p>
            <a:pPr>
              <a:lnSpc>
                <a:spcPct val="110000"/>
              </a:lnSpc>
              <a:spcAft>
                <a:spcPts val="300"/>
              </a:spcAft>
            </a:pPr>
            <a:r>
              <a:rPr sz="680">
                <a:solidFill>
                  <a:srgbClr val="00B388"/>
                </a:solidFill>
                <a:latin typeface="AvenirNext LT Pro Regular"/>
                <a:hlinkClick r:id="rId11"/>
              </a:rPr>
              <a:t>Spotfire sputter-APC article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rPr sz="2200" spc="20">
                <a:solidFill>
                  <a:srgbClr val="00B388"/>
                </a:solidFill>
                <a:latin typeface="AvenirNext LT Pro Light"/>
              </a:rPr>
              <a:t>Problem definition</a:t>
            </a:r>
          </a:p>
        </p:txBody>
      </p:sp>
      <p:sp>
        <p:nvSpPr>
          <p:cNvPr id="3" name="Content Placeholder 2"/>
          <p:cNvSpPr>
            <a:spLocks noGrp="1"/>
          </p:cNvSpPr>
          <p:nvPr>
            <p:ph idx="14" sz="quarter"/>
          </p:nvPr>
        </p:nvSpPr>
        <p:spPr/>
        <p:txBody>
          <a:bodyPr/>
          <a:lstStyle/>
          <a:p>
            <a:r>
              <a:rPr sz="800" spc="80">
                <a:solidFill>
                  <a:srgbClr val="191919"/>
                </a:solidFill>
                <a:latin typeface="AvenirNext LT Pro Medium"/>
              </a:rPr>
              <a:t>AI AUTONOMOUS OPERATION PROPOSAL · PROBLEM DEFINITION</a:t>
            </a:r>
          </a:p>
        </p:txBody>
      </p:sp>
      <p:sp>
        <p:nvSpPr>
          <p:cNvPr id="4" name="TextBox 3"/>
          <p:cNvSpPr txBox="1"/>
          <p:nvPr/>
        </p:nvSpPr>
        <p:spPr>
          <a:xfrm>
            <a:off x="612648" y="1280160"/>
            <a:ext cx="7918704" cy="201168"/>
          </a:xfrm>
          <a:prstGeom prst="rect">
            <a:avLst/>
          </a:prstGeom>
          <a:noFill/>
        </p:spPr>
        <p:txBody>
          <a:bodyPr wrap="square" anchor="t" lIns="0" rIns="0" tIns="0" bIns="0">
            <a:spAutoFit/>
          </a:bodyPr>
          <a:lstStyle/>
          <a:p>
            <a:pPr>
              <a:lnSpc>
                <a:spcPct val="120000"/>
              </a:lnSpc>
              <a:spcAft>
                <a:spcPts val="200"/>
              </a:spcAft>
            </a:pPr>
            <a:r>
              <a:rPr sz="800">
                <a:solidFill>
                  <a:srgbClr val="666666"/>
                </a:solidFill>
                <a:latin typeface="AvenirNext LT Pro Regular"/>
              </a:rPr>
              <a:t>Process quality on MBE and PVD still rests on the operator's judgement in the moment: RHEED is read by eye; PVD drift is compensated by spot checks and experience.</a:t>
            </a:r>
          </a:p>
        </p:txBody>
      </p:sp>
      <p:sp>
        <p:nvSpPr>
          <p:cNvPr id="5" name="Rounded Rectangle 4"/>
          <p:cNvSpPr/>
          <p:nvPr/>
        </p:nvSpPr>
        <p:spPr>
          <a:xfrm>
            <a:off x="612648" y="1609344"/>
            <a:ext cx="2551176" cy="1078992"/>
          </a:xfrm>
          <a:prstGeom prst="roundRect">
            <a:avLst>
              <a:gd name="adj" fmla="val 12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40664" y="1737360"/>
            <a:ext cx="274320" cy="274320"/>
          </a:xfrm>
          <a:prstGeom prst="ellipse">
            <a:avLst/>
          </a:prstGeom>
          <a:solidFill>
            <a:srgbClr val="00B3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800">
                <a:solidFill>
                  <a:srgbClr val="FFFFFF"/>
                </a:solidFill>
                <a:latin typeface="AvenirNext LT Pro Medium"/>
              </a:rPr>
              <a:t>01</a:t>
            </a:r>
          </a:p>
        </p:txBody>
      </p:sp>
      <p:sp>
        <p:nvSpPr>
          <p:cNvPr id="7" name="TextBox 6"/>
          <p:cNvSpPr txBox="1"/>
          <p:nvPr/>
        </p:nvSpPr>
        <p:spPr>
          <a:xfrm>
            <a:off x="1106424" y="1773936"/>
            <a:ext cx="1920240" cy="219456"/>
          </a:xfrm>
          <a:prstGeom prst="rect">
            <a:avLst/>
          </a:prstGeom>
          <a:noFill/>
        </p:spPr>
        <p:txBody>
          <a:bodyPr wrap="square" anchor="t" lIns="0" rIns="0" tIns="0" bIns="0">
            <a:spAutoFit/>
          </a:bodyPr>
          <a:lstStyle/>
          <a:p>
            <a:pPr>
              <a:lnSpc>
                <a:spcPct val="120000"/>
              </a:lnSpc>
              <a:spcAft>
                <a:spcPts val="200"/>
              </a:spcAft>
            </a:pPr>
            <a:r>
              <a:rPr sz="1000">
                <a:solidFill>
                  <a:srgbClr val="191919"/>
                </a:solidFill>
                <a:latin typeface="AvenirNext LT Pro Medium"/>
              </a:rPr>
              <a:t>Latency</a:t>
            </a:r>
          </a:p>
        </p:txBody>
      </p:sp>
      <p:sp>
        <p:nvSpPr>
          <p:cNvPr id="8" name="TextBox 7"/>
          <p:cNvSpPr txBox="1"/>
          <p:nvPr/>
        </p:nvSpPr>
        <p:spPr>
          <a:xfrm>
            <a:off x="740664" y="2084831"/>
            <a:ext cx="2295144" cy="566928"/>
          </a:xfrm>
          <a:prstGeom prst="rect">
            <a:avLst/>
          </a:prstGeom>
          <a:noFill/>
        </p:spPr>
        <p:txBody>
          <a:bodyPr wrap="square" anchor="t" lIns="0" rIns="0" tIns="0" bIns="0">
            <a:spAutoFit/>
          </a:bodyPr>
          <a:lstStyle/>
          <a:p>
            <a:pPr>
              <a:lnSpc>
                <a:spcPct val="120000"/>
              </a:lnSpc>
              <a:spcAft>
                <a:spcPts val="200"/>
              </a:spcAft>
            </a:pPr>
            <a:r>
              <a:rPr sz="740">
                <a:solidFill>
                  <a:srgbClr val="191919"/>
                </a:solidFill>
                <a:latin typeface="AvenirNext LT Pro Regular"/>
              </a:rPr>
              <a:t>A human reacts to an anomaly in minutes. Growth-stage transitions — AlN nucleation giving way to streak recovery — open and close in seconds.</a:t>
            </a:r>
          </a:p>
        </p:txBody>
      </p:sp>
      <p:sp>
        <p:nvSpPr>
          <p:cNvPr id="9" name="Rounded Rectangle 8"/>
          <p:cNvSpPr/>
          <p:nvPr/>
        </p:nvSpPr>
        <p:spPr>
          <a:xfrm>
            <a:off x="3310128" y="1609344"/>
            <a:ext cx="2551176" cy="1078992"/>
          </a:xfrm>
          <a:prstGeom prst="roundRect">
            <a:avLst>
              <a:gd name="adj" fmla="val 12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3438144" y="1737360"/>
            <a:ext cx="274320" cy="274320"/>
          </a:xfrm>
          <a:prstGeom prst="ellipse">
            <a:avLst/>
          </a:prstGeom>
          <a:solidFill>
            <a:srgbClr val="00B3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800">
                <a:solidFill>
                  <a:srgbClr val="FFFFFF"/>
                </a:solidFill>
                <a:latin typeface="AvenirNext LT Pro Medium"/>
              </a:rPr>
              <a:t>02</a:t>
            </a:r>
          </a:p>
        </p:txBody>
      </p:sp>
      <p:sp>
        <p:nvSpPr>
          <p:cNvPr id="11" name="TextBox 10"/>
          <p:cNvSpPr txBox="1"/>
          <p:nvPr/>
        </p:nvSpPr>
        <p:spPr>
          <a:xfrm>
            <a:off x="3803904" y="1773936"/>
            <a:ext cx="1920240" cy="219456"/>
          </a:xfrm>
          <a:prstGeom prst="rect">
            <a:avLst/>
          </a:prstGeom>
          <a:noFill/>
        </p:spPr>
        <p:txBody>
          <a:bodyPr wrap="square" anchor="t" lIns="0" rIns="0" tIns="0" bIns="0">
            <a:spAutoFit/>
          </a:bodyPr>
          <a:lstStyle/>
          <a:p>
            <a:pPr>
              <a:lnSpc>
                <a:spcPct val="120000"/>
              </a:lnSpc>
              <a:spcAft>
                <a:spcPts val="200"/>
              </a:spcAft>
            </a:pPr>
            <a:r>
              <a:rPr sz="1000">
                <a:solidFill>
                  <a:srgbClr val="191919"/>
                </a:solidFill>
                <a:latin typeface="AvenirNext LT Pro Medium"/>
              </a:rPr>
              <a:t>Not reproducible</a:t>
            </a:r>
          </a:p>
        </p:txBody>
      </p:sp>
      <p:sp>
        <p:nvSpPr>
          <p:cNvPr id="12" name="TextBox 11"/>
          <p:cNvSpPr txBox="1"/>
          <p:nvPr/>
        </p:nvSpPr>
        <p:spPr>
          <a:xfrm>
            <a:off x="3438144" y="2084831"/>
            <a:ext cx="2295144" cy="566928"/>
          </a:xfrm>
          <a:prstGeom prst="rect">
            <a:avLst/>
          </a:prstGeom>
          <a:noFill/>
        </p:spPr>
        <p:txBody>
          <a:bodyPr wrap="square" anchor="t" lIns="0" rIns="0" tIns="0" bIns="0">
            <a:spAutoFit/>
          </a:bodyPr>
          <a:lstStyle/>
          <a:p>
            <a:pPr>
              <a:lnSpc>
                <a:spcPct val="120000"/>
              </a:lnSpc>
              <a:spcAft>
                <a:spcPts val="200"/>
              </a:spcAft>
            </a:pPr>
            <a:r>
              <a:rPr sz="740">
                <a:solidFill>
                  <a:srgbClr val="191919"/>
                </a:solidFill>
                <a:latin typeface="AvenirNext LT Pro Regular"/>
              </a:rPr>
              <a:t>The same recipe spreads across shifts and operators. That spread is one of the main sources of yield loss.</a:t>
            </a:r>
          </a:p>
        </p:txBody>
      </p:sp>
      <p:sp>
        <p:nvSpPr>
          <p:cNvPr id="13" name="Rounded Rectangle 12"/>
          <p:cNvSpPr/>
          <p:nvPr/>
        </p:nvSpPr>
        <p:spPr>
          <a:xfrm>
            <a:off x="6007608" y="1609344"/>
            <a:ext cx="2551176" cy="1078992"/>
          </a:xfrm>
          <a:prstGeom prst="roundRect">
            <a:avLst>
              <a:gd name="adj" fmla="val 12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135624" y="1737360"/>
            <a:ext cx="274320" cy="274320"/>
          </a:xfrm>
          <a:prstGeom prst="ellipse">
            <a:avLst/>
          </a:prstGeom>
          <a:solidFill>
            <a:srgbClr val="00B3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800">
                <a:solidFill>
                  <a:srgbClr val="FFFFFF"/>
                </a:solidFill>
                <a:latin typeface="AvenirNext LT Pro Medium"/>
              </a:rPr>
              <a:t>03</a:t>
            </a:r>
          </a:p>
        </p:txBody>
      </p:sp>
      <p:sp>
        <p:nvSpPr>
          <p:cNvPr id="15" name="TextBox 14"/>
          <p:cNvSpPr txBox="1"/>
          <p:nvPr/>
        </p:nvSpPr>
        <p:spPr>
          <a:xfrm>
            <a:off x="6501384" y="1773936"/>
            <a:ext cx="1920240" cy="219456"/>
          </a:xfrm>
          <a:prstGeom prst="rect">
            <a:avLst/>
          </a:prstGeom>
          <a:noFill/>
        </p:spPr>
        <p:txBody>
          <a:bodyPr wrap="square" anchor="t" lIns="0" rIns="0" tIns="0" bIns="0">
            <a:spAutoFit/>
          </a:bodyPr>
          <a:lstStyle/>
          <a:p>
            <a:pPr>
              <a:lnSpc>
                <a:spcPct val="120000"/>
              </a:lnSpc>
              <a:spcAft>
                <a:spcPts val="200"/>
              </a:spcAft>
            </a:pPr>
            <a:r>
              <a:rPr sz="1000">
                <a:solidFill>
                  <a:srgbClr val="191919"/>
                </a:solidFill>
                <a:latin typeface="AvenirNext LT Pro Medium"/>
              </a:rPr>
              <a:t>Does not scale</a:t>
            </a:r>
          </a:p>
        </p:txBody>
      </p:sp>
      <p:sp>
        <p:nvSpPr>
          <p:cNvPr id="16" name="TextBox 15"/>
          <p:cNvSpPr txBox="1"/>
          <p:nvPr/>
        </p:nvSpPr>
        <p:spPr>
          <a:xfrm>
            <a:off x="6135624" y="2084831"/>
            <a:ext cx="2295144" cy="566928"/>
          </a:xfrm>
          <a:prstGeom prst="rect">
            <a:avLst/>
          </a:prstGeom>
          <a:noFill/>
        </p:spPr>
        <p:txBody>
          <a:bodyPr wrap="square" anchor="t" lIns="0" rIns="0" tIns="0" bIns="0">
            <a:spAutoFit/>
          </a:bodyPr>
          <a:lstStyle/>
          <a:p>
            <a:pPr>
              <a:lnSpc>
                <a:spcPct val="120000"/>
              </a:lnSpc>
              <a:spcAft>
                <a:spcPts val="200"/>
              </a:spcAft>
            </a:pPr>
            <a:r>
              <a:rPr sz="740">
                <a:solidFill>
                  <a:srgbClr val="191919"/>
                </a:solidFill>
                <a:latin typeface="AvenirNext LT Pro Regular"/>
              </a:rPr>
              <a:t>Doubling capacity means doubling skilled engineers — and skilled engineers cannot be produced on that schedule.</a:t>
            </a:r>
          </a:p>
        </p:txBody>
      </p:sp>
      <p:sp>
        <p:nvSpPr>
          <p:cNvPr id="17" name="Rounded Rectangle 16"/>
          <p:cNvSpPr/>
          <p:nvPr/>
        </p:nvSpPr>
        <p:spPr>
          <a:xfrm>
            <a:off x="612648" y="2834640"/>
            <a:ext cx="7918704" cy="457200"/>
          </a:xfrm>
          <a:prstGeom prst="roundRect">
            <a:avLst>
              <a:gd name="adj" fmla="val 28000"/>
            </a:avLst>
          </a:prstGeom>
          <a:solidFill>
            <a:srgbClr val="1919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5528" y="2999232"/>
            <a:ext cx="1097280" cy="182880"/>
          </a:xfrm>
          <a:prstGeom prst="rect">
            <a:avLst/>
          </a:prstGeom>
          <a:noFill/>
        </p:spPr>
        <p:txBody>
          <a:bodyPr wrap="square" anchor="t" lIns="0" rIns="0" tIns="0" bIns="0">
            <a:spAutoFit/>
          </a:bodyPr>
          <a:lstStyle/>
          <a:p>
            <a:pPr>
              <a:lnSpc>
                <a:spcPct val="120000"/>
              </a:lnSpc>
              <a:spcAft>
                <a:spcPts val="200"/>
              </a:spcAft>
            </a:pPr>
            <a:r>
              <a:rPr sz="800" spc="60">
                <a:solidFill>
                  <a:srgbClr val="00B388"/>
                </a:solidFill>
                <a:latin typeface="AvenirNext LT Pro Medium"/>
              </a:rPr>
              <a:t>OBJECTIVE</a:t>
            </a:r>
          </a:p>
        </p:txBody>
      </p:sp>
      <p:sp>
        <p:nvSpPr>
          <p:cNvPr id="19" name="TextBox 18"/>
          <p:cNvSpPr txBox="1"/>
          <p:nvPr/>
        </p:nvSpPr>
        <p:spPr>
          <a:xfrm>
            <a:off x="1810512" y="2916936"/>
            <a:ext cx="6583680" cy="329184"/>
          </a:xfrm>
          <a:prstGeom prst="rect">
            <a:avLst/>
          </a:prstGeom>
          <a:noFill/>
        </p:spPr>
        <p:txBody>
          <a:bodyPr wrap="square" anchor="ctr" lIns="0" rIns="0" tIns="0" bIns="0">
            <a:spAutoFit/>
          </a:bodyPr>
          <a:lstStyle/>
          <a:p>
            <a:pPr>
              <a:lnSpc>
                <a:spcPct val="118000"/>
              </a:lnSpc>
              <a:spcAft>
                <a:spcPts val="200"/>
              </a:spcAft>
            </a:pPr>
            <a:r>
              <a:rPr sz="800">
                <a:solidFill>
                  <a:srgbClr val="FFFFFF"/>
                </a:solidFill>
                <a:latin typeface="AvenirNext LT Pro Medium"/>
              </a:rPr>
              <a:t>Run the equipment unattended: judge process state from in-situ signals, correct the control variables, and turn engineering intuition into an auditable, reusable software asset.</a:t>
            </a:r>
          </a:p>
        </p:txBody>
      </p:sp>
      <p:sp>
        <p:nvSpPr>
          <p:cNvPr id="20" name="Rounded Rectangle 19"/>
          <p:cNvSpPr/>
          <p:nvPr/>
        </p:nvSpPr>
        <p:spPr>
          <a:xfrm>
            <a:off x="612648" y="3438144"/>
            <a:ext cx="7918704" cy="1225296"/>
          </a:xfrm>
          <a:prstGeom prst="roundRect">
            <a:avLst>
              <a:gd name="adj" fmla="val 9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3547872"/>
            <a:ext cx="7498079" cy="146304"/>
          </a:xfrm>
          <a:prstGeom prst="rect">
            <a:avLst/>
          </a:prstGeom>
          <a:noFill/>
        </p:spPr>
        <p:txBody>
          <a:bodyPr wrap="square" anchor="t" lIns="0" rIns="0" tIns="0" bIns="0">
            <a:spAutoFit/>
          </a:bodyPr>
          <a:lstStyle/>
          <a:p>
            <a:pPr>
              <a:lnSpc>
                <a:spcPct val="120000"/>
              </a:lnSpc>
              <a:spcAft>
                <a:spcPts val="200"/>
              </a:spcAft>
            </a:pPr>
            <a:r>
              <a:rPr sz="720" spc="60">
                <a:solidFill>
                  <a:srgbClr val="666666"/>
                </a:solidFill>
                <a:latin typeface="AvenirNext LT Pro Medium"/>
              </a:rPr>
              <a:t>WHAT “AUTONOMOUS AGENT” MEANS HERE — THE STRICT DEFINITION</a:t>
            </a:r>
          </a:p>
        </p:txBody>
      </p:sp>
      <p:sp>
        <p:nvSpPr>
          <p:cNvPr id="22" name="Rounded Rectangle 21"/>
          <p:cNvSpPr/>
          <p:nvPr/>
        </p:nvSpPr>
        <p:spPr>
          <a:xfrm>
            <a:off x="740664" y="3767328"/>
            <a:ext cx="941832" cy="347472"/>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0664" y="3785615"/>
            <a:ext cx="941832" cy="310896"/>
          </a:xfrm>
          <a:prstGeom prst="rect">
            <a:avLst/>
          </a:prstGeom>
          <a:noFill/>
        </p:spPr>
        <p:txBody>
          <a:bodyPr wrap="square" anchor="ctr" lIns="0" rIns="0" tIns="0" bIns="0">
            <a:spAutoFit/>
          </a:bodyPr>
          <a:lstStyle/>
          <a:p>
            <a:pPr algn="ctr">
              <a:lnSpc>
                <a:spcPct val="102000"/>
              </a:lnSpc>
              <a:spcAft>
                <a:spcPts val="0"/>
              </a:spcAft>
            </a:pPr>
            <a:r>
              <a:rPr sz="760">
                <a:solidFill>
                  <a:srgbClr val="191919"/>
                </a:solidFill>
                <a:latin typeface="AvenirNext LT Pro Medium"/>
              </a:rPr>
              <a:t>Sense</a:t>
            </a:r>
          </a:p>
        </p:txBody>
      </p:sp>
      <p:sp>
        <p:nvSpPr>
          <p:cNvPr id="24" name="TextBox 23"/>
          <p:cNvSpPr txBox="1"/>
          <p:nvPr/>
        </p:nvSpPr>
        <p:spPr>
          <a:xfrm>
            <a:off x="1682496" y="3767328"/>
            <a:ext cx="169164" cy="347472"/>
          </a:xfrm>
          <a:prstGeom prst="rect">
            <a:avLst/>
          </a:prstGeom>
          <a:noFill/>
        </p:spPr>
        <p:txBody>
          <a:bodyPr wrap="square" anchor="ctr" lIns="0" rIns="0" tIns="0" bIns="0">
            <a:spAutoFit/>
          </a:bodyPr>
          <a:lstStyle/>
          <a:p>
            <a:pPr algn="ctr">
              <a:lnSpc>
                <a:spcPct val="120000"/>
              </a:lnSpc>
              <a:spcAft>
                <a:spcPts val="200"/>
              </a:spcAft>
            </a:pPr>
            <a:r>
              <a:rPr sz="1000">
                <a:solidFill>
                  <a:srgbClr val="00B388"/>
                </a:solidFill>
                <a:latin typeface="AvenirNext LT Pro Light"/>
              </a:rPr>
              <a:t>→</a:t>
            </a:r>
          </a:p>
        </p:txBody>
      </p:sp>
      <p:sp>
        <p:nvSpPr>
          <p:cNvPr id="25" name="Rounded Rectangle 24"/>
          <p:cNvSpPr/>
          <p:nvPr/>
        </p:nvSpPr>
        <p:spPr>
          <a:xfrm>
            <a:off x="1851660" y="3767328"/>
            <a:ext cx="941832" cy="347472"/>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851660" y="3785615"/>
            <a:ext cx="941832" cy="310896"/>
          </a:xfrm>
          <a:prstGeom prst="rect">
            <a:avLst/>
          </a:prstGeom>
          <a:noFill/>
        </p:spPr>
        <p:txBody>
          <a:bodyPr wrap="square" anchor="ctr" lIns="0" rIns="0" tIns="0" bIns="0">
            <a:spAutoFit/>
          </a:bodyPr>
          <a:lstStyle/>
          <a:p>
            <a:pPr algn="ctr">
              <a:lnSpc>
                <a:spcPct val="102000"/>
              </a:lnSpc>
              <a:spcAft>
                <a:spcPts val="0"/>
              </a:spcAft>
            </a:pPr>
            <a:r>
              <a:rPr sz="760">
                <a:solidFill>
                  <a:srgbClr val="191919"/>
                </a:solidFill>
                <a:latin typeface="AvenirNext LT Pro Medium"/>
              </a:rPr>
              <a:t>State estimate</a:t>
            </a:r>
          </a:p>
          <a:p>
            <a:pPr algn="ctr">
              <a:lnSpc>
                <a:spcPct val="102000"/>
              </a:lnSpc>
              <a:spcAft>
                <a:spcPts val="0"/>
              </a:spcAft>
            </a:pPr>
            <a:r>
              <a:rPr sz="760">
                <a:solidFill>
                  <a:srgbClr val="191919"/>
                </a:solidFill>
                <a:latin typeface="AvenirNext LT Pro Medium"/>
              </a:rPr>
              <a:t>(uncertainty)</a:t>
            </a:r>
          </a:p>
        </p:txBody>
      </p:sp>
      <p:sp>
        <p:nvSpPr>
          <p:cNvPr id="27" name="TextBox 26"/>
          <p:cNvSpPr txBox="1"/>
          <p:nvPr/>
        </p:nvSpPr>
        <p:spPr>
          <a:xfrm>
            <a:off x="2793492" y="3767328"/>
            <a:ext cx="169164" cy="347472"/>
          </a:xfrm>
          <a:prstGeom prst="rect">
            <a:avLst/>
          </a:prstGeom>
          <a:noFill/>
        </p:spPr>
        <p:txBody>
          <a:bodyPr wrap="square" anchor="ctr" lIns="0" rIns="0" tIns="0" bIns="0">
            <a:spAutoFit/>
          </a:bodyPr>
          <a:lstStyle/>
          <a:p>
            <a:pPr algn="ctr">
              <a:lnSpc>
                <a:spcPct val="120000"/>
              </a:lnSpc>
              <a:spcAft>
                <a:spcPts val="200"/>
              </a:spcAft>
            </a:pPr>
            <a:r>
              <a:rPr sz="1000">
                <a:solidFill>
                  <a:srgbClr val="00B388"/>
                </a:solidFill>
                <a:latin typeface="AvenirNext LT Pro Light"/>
              </a:rPr>
              <a:t>→</a:t>
            </a:r>
          </a:p>
        </p:txBody>
      </p:sp>
      <p:sp>
        <p:nvSpPr>
          <p:cNvPr id="28" name="Rounded Rectangle 27"/>
          <p:cNvSpPr/>
          <p:nvPr/>
        </p:nvSpPr>
        <p:spPr>
          <a:xfrm>
            <a:off x="2962656" y="3767328"/>
            <a:ext cx="941832" cy="347472"/>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962656" y="3785615"/>
            <a:ext cx="941832" cy="310896"/>
          </a:xfrm>
          <a:prstGeom prst="rect">
            <a:avLst/>
          </a:prstGeom>
          <a:noFill/>
        </p:spPr>
        <p:txBody>
          <a:bodyPr wrap="square" anchor="ctr" lIns="0" rIns="0" tIns="0" bIns="0">
            <a:spAutoFit/>
          </a:bodyPr>
          <a:lstStyle/>
          <a:p>
            <a:pPr algn="ctr">
              <a:lnSpc>
                <a:spcPct val="102000"/>
              </a:lnSpc>
              <a:spcAft>
                <a:spcPts val="0"/>
              </a:spcAft>
            </a:pPr>
            <a:r>
              <a:rPr sz="760">
                <a:solidFill>
                  <a:srgbClr val="191919"/>
                </a:solidFill>
                <a:latin typeface="AvenirNext LT Pro Medium"/>
              </a:rPr>
              <a:t>Decide</a:t>
            </a:r>
          </a:p>
        </p:txBody>
      </p:sp>
      <p:sp>
        <p:nvSpPr>
          <p:cNvPr id="30" name="TextBox 29"/>
          <p:cNvSpPr txBox="1"/>
          <p:nvPr/>
        </p:nvSpPr>
        <p:spPr>
          <a:xfrm>
            <a:off x="3904488" y="3767328"/>
            <a:ext cx="169164" cy="347472"/>
          </a:xfrm>
          <a:prstGeom prst="rect">
            <a:avLst/>
          </a:prstGeom>
          <a:noFill/>
        </p:spPr>
        <p:txBody>
          <a:bodyPr wrap="square" anchor="ctr" lIns="0" rIns="0" tIns="0" bIns="0">
            <a:spAutoFit/>
          </a:bodyPr>
          <a:lstStyle/>
          <a:p>
            <a:pPr algn="ctr">
              <a:lnSpc>
                <a:spcPct val="120000"/>
              </a:lnSpc>
              <a:spcAft>
                <a:spcPts val="200"/>
              </a:spcAft>
            </a:pPr>
            <a:r>
              <a:rPr sz="1000">
                <a:solidFill>
                  <a:srgbClr val="00B388"/>
                </a:solidFill>
                <a:latin typeface="AvenirNext LT Pro Light"/>
              </a:rPr>
              <a:t>→</a:t>
            </a:r>
          </a:p>
        </p:txBody>
      </p:sp>
      <p:sp>
        <p:nvSpPr>
          <p:cNvPr id="31" name="Rounded Rectangle 30"/>
          <p:cNvSpPr/>
          <p:nvPr/>
        </p:nvSpPr>
        <p:spPr>
          <a:xfrm>
            <a:off x="4073652" y="3767328"/>
            <a:ext cx="941832" cy="347472"/>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073652" y="3785615"/>
            <a:ext cx="941832" cy="310896"/>
          </a:xfrm>
          <a:prstGeom prst="rect">
            <a:avLst/>
          </a:prstGeom>
          <a:noFill/>
        </p:spPr>
        <p:txBody>
          <a:bodyPr wrap="square" anchor="ctr" lIns="0" rIns="0" tIns="0" bIns="0">
            <a:spAutoFit/>
          </a:bodyPr>
          <a:lstStyle/>
          <a:p>
            <a:pPr algn="ctr">
              <a:lnSpc>
                <a:spcPct val="102000"/>
              </a:lnSpc>
              <a:spcAft>
                <a:spcPts val="0"/>
              </a:spcAft>
            </a:pPr>
            <a:r>
              <a:rPr sz="760">
                <a:solidFill>
                  <a:srgbClr val="191919"/>
                </a:solidFill>
                <a:latin typeface="AvenirNext LT Pro Medium"/>
              </a:rPr>
              <a:t>Independent</a:t>
            </a:r>
          </a:p>
          <a:p>
            <a:pPr algn="ctr">
              <a:lnSpc>
                <a:spcPct val="102000"/>
              </a:lnSpc>
              <a:spcAft>
                <a:spcPts val="0"/>
              </a:spcAft>
            </a:pPr>
            <a:r>
              <a:rPr sz="760">
                <a:solidFill>
                  <a:srgbClr val="191919"/>
                </a:solidFill>
                <a:latin typeface="AvenirNext LT Pro Medium"/>
              </a:rPr>
              <a:t>check</a:t>
            </a:r>
          </a:p>
        </p:txBody>
      </p:sp>
      <p:sp>
        <p:nvSpPr>
          <p:cNvPr id="33" name="TextBox 32"/>
          <p:cNvSpPr txBox="1"/>
          <p:nvPr/>
        </p:nvSpPr>
        <p:spPr>
          <a:xfrm>
            <a:off x="5015484" y="3767328"/>
            <a:ext cx="169164" cy="347472"/>
          </a:xfrm>
          <a:prstGeom prst="rect">
            <a:avLst/>
          </a:prstGeom>
          <a:noFill/>
        </p:spPr>
        <p:txBody>
          <a:bodyPr wrap="square" anchor="ctr" lIns="0" rIns="0" tIns="0" bIns="0">
            <a:spAutoFit/>
          </a:bodyPr>
          <a:lstStyle/>
          <a:p>
            <a:pPr algn="ctr">
              <a:lnSpc>
                <a:spcPct val="120000"/>
              </a:lnSpc>
              <a:spcAft>
                <a:spcPts val="200"/>
              </a:spcAft>
            </a:pPr>
            <a:r>
              <a:rPr sz="1000">
                <a:solidFill>
                  <a:srgbClr val="00B388"/>
                </a:solidFill>
                <a:latin typeface="AvenirNext LT Pro Light"/>
              </a:rPr>
              <a:t>→</a:t>
            </a:r>
          </a:p>
        </p:txBody>
      </p:sp>
      <p:sp>
        <p:nvSpPr>
          <p:cNvPr id="34" name="Rounded Rectangle 33"/>
          <p:cNvSpPr/>
          <p:nvPr/>
        </p:nvSpPr>
        <p:spPr>
          <a:xfrm>
            <a:off x="5184648" y="3767328"/>
            <a:ext cx="941832" cy="347472"/>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184648" y="3785615"/>
            <a:ext cx="941832" cy="310896"/>
          </a:xfrm>
          <a:prstGeom prst="rect">
            <a:avLst/>
          </a:prstGeom>
          <a:noFill/>
        </p:spPr>
        <p:txBody>
          <a:bodyPr wrap="square" anchor="ctr" lIns="0" rIns="0" tIns="0" bIns="0">
            <a:spAutoFit/>
          </a:bodyPr>
          <a:lstStyle/>
          <a:p>
            <a:pPr algn="ctr">
              <a:lnSpc>
                <a:spcPct val="102000"/>
              </a:lnSpc>
              <a:spcAft>
                <a:spcPts val="0"/>
              </a:spcAft>
            </a:pPr>
            <a:r>
              <a:rPr sz="760">
                <a:solidFill>
                  <a:srgbClr val="191919"/>
                </a:solidFill>
                <a:latin typeface="AvenirNext LT Pro Medium"/>
              </a:rPr>
              <a:t>Bounded</a:t>
            </a:r>
          </a:p>
          <a:p>
            <a:pPr algn="ctr">
              <a:lnSpc>
                <a:spcPct val="102000"/>
              </a:lnSpc>
              <a:spcAft>
                <a:spcPts val="0"/>
              </a:spcAft>
            </a:pPr>
            <a:r>
              <a:rPr sz="760">
                <a:solidFill>
                  <a:srgbClr val="191919"/>
                </a:solidFill>
                <a:latin typeface="AvenirNext LT Pro Medium"/>
              </a:rPr>
              <a:t>action</a:t>
            </a:r>
          </a:p>
        </p:txBody>
      </p:sp>
      <p:sp>
        <p:nvSpPr>
          <p:cNvPr id="36" name="TextBox 35"/>
          <p:cNvSpPr txBox="1"/>
          <p:nvPr/>
        </p:nvSpPr>
        <p:spPr>
          <a:xfrm>
            <a:off x="6126480" y="3767328"/>
            <a:ext cx="169164" cy="347472"/>
          </a:xfrm>
          <a:prstGeom prst="rect">
            <a:avLst/>
          </a:prstGeom>
          <a:noFill/>
        </p:spPr>
        <p:txBody>
          <a:bodyPr wrap="square" anchor="ctr" lIns="0" rIns="0" tIns="0" bIns="0">
            <a:spAutoFit/>
          </a:bodyPr>
          <a:lstStyle/>
          <a:p>
            <a:pPr algn="ctr">
              <a:lnSpc>
                <a:spcPct val="120000"/>
              </a:lnSpc>
              <a:spcAft>
                <a:spcPts val="200"/>
              </a:spcAft>
            </a:pPr>
            <a:r>
              <a:rPr sz="1000">
                <a:solidFill>
                  <a:srgbClr val="00B388"/>
                </a:solidFill>
                <a:latin typeface="AvenirNext LT Pro Light"/>
              </a:rPr>
              <a:t>→</a:t>
            </a:r>
          </a:p>
        </p:txBody>
      </p:sp>
      <p:sp>
        <p:nvSpPr>
          <p:cNvPr id="37" name="Rounded Rectangle 36"/>
          <p:cNvSpPr/>
          <p:nvPr/>
        </p:nvSpPr>
        <p:spPr>
          <a:xfrm>
            <a:off x="6295644" y="3767328"/>
            <a:ext cx="941832" cy="347472"/>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295644" y="3785615"/>
            <a:ext cx="941832" cy="310896"/>
          </a:xfrm>
          <a:prstGeom prst="rect">
            <a:avLst/>
          </a:prstGeom>
          <a:noFill/>
        </p:spPr>
        <p:txBody>
          <a:bodyPr wrap="square" anchor="ctr" lIns="0" rIns="0" tIns="0" bIns="0">
            <a:spAutoFit/>
          </a:bodyPr>
          <a:lstStyle/>
          <a:p>
            <a:pPr algn="ctr">
              <a:lnSpc>
                <a:spcPct val="102000"/>
              </a:lnSpc>
              <a:spcAft>
                <a:spcPts val="0"/>
              </a:spcAft>
            </a:pPr>
            <a:r>
              <a:rPr sz="760">
                <a:solidFill>
                  <a:srgbClr val="191919"/>
                </a:solidFill>
                <a:latin typeface="AvenirNext LT Pro Medium"/>
              </a:rPr>
              <a:t>Full audit</a:t>
            </a:r>
          </a:p>
          <a:p>
            <a:pPr algn="ctr">
              <a:lnSpc>
                <a:spcPct val="102000"/>
              </a:lnSpc>
              <a:spcAft>
                <a:spcPts val="0"/>
              </a:spcAft>
            </a:pPr>
            <a:r>
              <a:rPr sz="760">
                <a:solidFill>
                  <a:srgbClr val="191919"/>
                </a:solidFill>
                <a:latin typeface="AvenirNext LT Pro Medium"/>
              </a:rPr>
              <a:t>trail</a:t>
            </a:r>
          </a:p>
        </p:txBody>
      </p:sp>
      <p:sp>
        <p:nvSpPr>
          <p:cNvPr id="39" name="TextBox 38"/>
          <p:cNvSpPr txBox="1"/>
          <p:nvPr/>
        </p:nvSpPr>
        <p:spPr>
          <a:xfrm>
            <a:off x="7237476" y="3767328"/>
            <a:ext cx="169164" cy="347472"/>
          </a:xfrm>
          <a:prstGeom prst="rect">
            <a:avLst/>
          </a:prstGeom>
          <a:noFill/>
        </p:spPr>
        <p:txBody>
          <a:bodyPr wrap="square" anchor="ctr" lIns="0" rIns="0" tIns="0" bIns="0">
            <a:spAutoFit/>
          </a:bodyPr>
          <a:lstStyle/>
          <a:p>
            <a:pPr algn="ctr">
              <a:lnSpc>
                <a:spcPct val="120000"/>
              </a:lnSpc>
              <a:spcAft>
                <a:spcPts val="200"/>
              </a:spcAft>
            </a:pPr>
            <a:r>
              <a:rPr sz="1000">
                <a:solidFill>
                  <a:srgbClr val="00B388"/>
                </a:solidFill>
                <a:latin typeface="AvenirNext LT Pro Light"/>
              </a:rPr>
              <a:t>→</a:t>
            </a:r>
          </a:p>
        </p:txBody>
      </p:sp>
      <p:sp>
        <p:nvSpPr>
          <p:cNvPr id="40" name="Rounded Rectangle 39"/>
          <p:cNvSpPr/>
          <p:nvPr/>
        </p:nvSpPr>
        <p:spPr>
          <a:xfrm>
            <a:off x="7406640" y="3767328"/>
            <a:ext cx="941832" cy="347472"/>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406640" y="3785615"/>
            <a:ext cx="941832" cy="310896"/>
          </a:xfrm>
          <a:prstGeom prst="rect">
            <a:avLst/>
          </a:prstGeom>
          <a:noFill/>
        </p:spPr>
        <p:txBody>
          <a:bodyPr wrap="square" anchor="ctr" lIns="0" rIns="0" tIns="0" bIns="0">
            <a:spAutoFit/>
          </a:bodyPr>
          <a:lstStyle/>
          <a:p>
            <a:pPr algn="ctr">
              <a:lnSpc>
                <a:spcPct val="102000"/>
              </a:lnSpc>
              <a:spcAft>
                <a:spcPts val="0"/>
              </a:spcAft>
            </a:pPr>
            <a:r>
              <a:rPr sz="760">
                <a:solidFill>
                  <a:srgbClr val="191919"/>
                </a:solidFill>
                <a:latin typeface="AvenirNext LT Pro Medium"/>
              </a:rPr>
              <a:t>Learn &amp;</a:t>
            </a:r>
          </a:p>
          <a:p>
            <a:pPr algn="ctr">
              <a:lnSpc>
                <a:spcPct val="102000"/>
              </a:lnSpc>
              <a:spcAft>
                <a:spcPts val="0"/>
              </a:spcAft>
            </a:pPr>
            <a:r>
              <a:rPr sz="760">
                <a:solidFill>
                  <a:srgbClr val="191919"/>
                </a:solidFill>
                <a:latin typeface="AvenirNext LT Pro Medium"/>
              </a:rPr>
              <a:t>refit</a:t>
            </a:r>
          </a:p>
        </p:txBody>
      </p:sp>
      <p:cxnSp>
        <p:nvCxnSpPr>
          <p:cNvPr id="42" name="Connector 41"/>
          <p:cNvCxnSpPr/>
          <p:nvPr/>
        </p:nvCxnSpPr>
        <p:spPr>
          <a:xfrm flipH="1">
            <a:off x="1211580" y="4279392"/>
            <a:ext cx="6665976" cy="0"/>
          </a:xfrm>
          <a:prstGeom prst="line">
            <a:avLst/>
          </a:prstGeom>
          <a:ln w="13970">
            <a:solidFill>
              <a:srgbClr val="00B3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2121408" y="4187952"/>
            <a:ext cx="4846320" cy="182880"/>
          </a:xfrm>
          <a:prstGeom prst="roundRect">
            <a:avLst>
              <a:gd name="adj" fmla="val 50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121408" y="4210812"/>
            <a:ext cx="4846320" cy="146304"/>
          </a:xfrm>
          <a:prstGeom prst="rect">
            <a:avLst/>
          </a:prstGeom>
          <a:noFill/>
        </p:spPr>
        <p:txBody>
          <a:bodyPr wrap="square" anchor="t" lIns="0" rIns="0" tIns="0" bIns="0">
            <a:spAutoFit/>
          </a:bodyPr>
          <a:lstStyle/>
          <a:p>
            <a:pPr algn="ctr">
              <a:lnSpc>
                <a:spcPct val="120000"/>
              </a:lnSpc>
              <a:spcAft>
                <a:spcPts val="200"/>
              </a:spcAft>
            </a:pPr>
            <a:r>
              <a:rPr sz="660" spc="30">
                <a:solidFill>
                  <a:srgbClr val="00B388"/>
                </a:solidFill>
                <a:latin typeface="AvenirNext LT Pro Medium"/>
              </a:rPr>
              <a:t>DATA FLYWHEEL · EVERY AUDITED RUN RETURNS AS TRAINING DATA — THE LOOP SHARPENS ITSELF</a:t>
            </a:r>
          </a:p>
        </p:txBody>
      </p:sp>
      <p:sp>
        <p:nvSpPr>
          <p:cNvPr id="45" name="TextBox 44"/>
          <p:cNvSpPr txBox="1"/>
          <p:nvPr/>
        </p:nvSpPr>
        <p:spPr>
          <a:xfrm>
            <a:off x="777240" y="4443984"/>
            <a:ext cx="7589520" cy="164592"/>
          </a:xfrm>
          <a:prstGeom prst="rect">
            <a:avLst/>
          </a:prstGeom>
          <a:noFill/>
        </p:spPr>
        <p:txBody>
          <a:bodyPr wrap="square" anchor="t" lIns="0" rIns="0" tIns="0" bIns="0">
            <a:spAutoFit/>
          </a:bodyPr>
          <a:lstStyle/>
          <a:p>
            <a:pPr>
              <a:lnSpc>
                <a:spcPct val="120000"/>
              </a:lnSpc>
              <a:spcAft>
                <a:spcPts val="200"/>
              </a:spcAft>
            </a:pPr>
            <a:r>
              <a:rPr sz="690">
                <a:solidFill>
                  <a:srgbClr val="666666"/>
                </a:solidFill>
                <a:latin typeface="AvenirNext LT Pro Regular"/>
              </a:rPr>
              <a:t>Every link carries an acceptance gate — outside its competence the system returns INFEASIBLE with a diagnosis, never a forced answer.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rPr sz="2200" spc="20">
                <a:solidFill>
                  <a:srgbClr val="00B388"/>
                </a:solidFill>
                <a:latin typeface="AvenirNext LT Pro Light"/>
              </a:rPr>
              <a:t>Target intelligent autonomous workflow</a:t>
            </a:r>
          </a:p>
        </p:txBody>
      </p:sp>
      <p:sp>
        <p:nvSpPr>
          <p:cNvPr id="3" name="Content Placeholder 2"/>
          <p:cNvSpPr>
            <a:spLocks noGrp="1"/>
          </p:cNvSpPr>
          <p:nvPr>
            <p:ph idx="14" sz="quarter"/>
          </p:nvPr>
        </p:nvSpPr>
        <p:spPr/>
        <p:txBody>
          <a:bodyPr/>
          <a:lstStyle/>
          <a:p>
            <a:r>
              <a:rPr sz="800" spc="80">
                <a:solidFill>
                  <a:srgbClr val="191919"/>
                </a:solidFill>
                <a:latin typeface="AvenirNext LT Pro Medium"/>
              </a:rPr>
              <a:t>AI AUTONOMOUS OPERATION PROPOSAL · TARGET WORKFLOW</a:t>
            </a:r>
          </a:p>
        </p:txBody>
      </p:sp>
      <p:sp>
        <p:nvSpPr>
          <p:cNvPr id="4" name="TextBox 3"/>
          <p:cNvSpPr txBox="1"/>
          <p:nvPr/>
        </p:nvSpPr>
        <p:spPr>
          <a:xfrm>
            <a:off x="612648" y="1527048"/>
            <a:ext cx="1417320" cy="457200"/>
          </a:xfrm>
          <a:prstGeom prst="rect">
            <a:avLst/>
          </a:prstGeom>
          <a:noFill/>
        </p:spPr>
        <p:txBody>
          <a:bodyPr wrap="square" anchor="t" lIns="0" rIns="0" tIns="0" bIns="0">
            <a:spAutoFit/>
          </a:bodyPr>
          <a:lstStyle/>
          <a:p>
            <a:pPr>
              <a:lnSpc>
                <a:spcPct val="120000"/>
              </a:lnSpc>
              <a:spcAft>
                <a:spcPts val="100"/>
              </a:spcAft>
            </a:pPr>
            <a:r>
              <a:rPr sz="800" spc="60">
                <a:solidFill>
                  <a:srgbClr val="00B388"/>
                </a:solidFill>
                <a:latin typeface="AvenirNext LT Pro Medium"/>
              </a:rPr>
              <a:t>RUN-TO-RUN</a:t>
            </a:r>
          </a:p>
          <a:p>
            <a:pPr>
              <a:lnSpc>
                <a:spcPct val="120000"/>
              </a:lnSpc>
              <a:spcAft>
                <a:spcPts val="200"/>
              </a:spcAft>
            </a:pPr>
            <a:r>
              <a:rPr sz="700">
                <a:solidFill>
                  <a:srgbClr val="666666"/>
                </a:solidFill>
                <a:latin typeface="AvenirNext LT Pro Regular"/>
              </a:rPr>
              <a:t>recipe-level learning</a:t>
            </a:r>
          </a:p>
        </p:txBody>
      </p:sp>
      <p:sp>
        <p:nvSpPr>
          <p:cNvPr id="5" name="TextBox 4"/>
          <p:cNvSpPr txBox="1"/>
          <p:nvPr/>
        </p:nvSpPr>
        <p:spPr>
          <a:xfrm>
            <a:off x="612648" y="2807208"/>
            <a:ext cx="1417320" cy="457200"/>
          </a:xfrm>
          <a:prstGeom prst="rect">
            <a:avLst/>
          </a:prstGeom>
          <a:noFill/>
        </p:spPr>
        <p:txBody>
          <a:bodyPr wrap="square" anchor="t" lIns="0" rIns="0" tIns="0" bIns="0">
            <a:spAutoFit/>
          </a:bodyPr>
          <a:lstStyle/>
          <a:p>
            <a:pPr>
              <a:lnSpc>
                <a:spcPct val="120000"/>
              </a:lnSpc>
              <a:spcAft>
                <a:spcPts val="100"/>
              </a:spcAft>
            </a:pPr>
            <a:r>
              <a:rPr sz="800" spc="60">
                <a:solidFill>
                  <a:srgbClr val="00B388"/>
                </a:solidFill>
                <a:latin typeface="AvenirNext LT Pro Medium"/>
              </a:rPr>
              <a:t>IN-SITU</a:t>
            </a:r>
          </a:p>
          <a:p>
            <a:pPr>
              <a:lnSpc>
                <a:spcPct val="120000"/>
              </a:lnSpc>
              <a:spcAft>
                <a:spcPts val="200"/>
              </a:spcAft>
            </a:pPr>
            <a:r>
              <a:rPr sz="700">
                <a:solidFill>
                  <a:srgbClr val="666666"/>
                </a:solidFill>
                <a:latin typeface="AvenirNext LT Pro Regular"/>
              </a:rPr>
              <a:t>second-level sensing</a:t>
            </a:r>
          </a:p>
        </p:txBody>
      </p:sp>
      <p:sp>
        <p:nvSpPr>
          <p:cNvPr id="6" name="TextBox 5"/>
          <p:cNvSpPr txBox="1"/>
          <p:nvPr/>
        </p:nvSpPr>
        <p:spPr>
          <a:xfrm>
            <a:off x="612648" y="4087368"/>
            <a:ext cx="1417320" cy="457200"/>
          </a:xfrm>
          <a:prstGeom prst="rect">
            <a:avLst/>
          </a:prstGeom>
          <a:noFill/>
        </p:spPr>
        <p:txBody>
          <a:bodyPr wrap="square" anchor="t" lIns="0" rIns="0" tIns="0" bIns="0">
            <a:spAutoFit/>
          </a:bodyPr>
          <a:lstStyle/>
          <a:p>
            <a:pPr>
              <a:lnSpc>
                <a:spcPct val="120000"/>
              </a:lnSpc>
              <a:spcAft>
                <a:spcPts val="100"/>
              </a:spcAft>
            </a:pPr>
            <a:r>
              <a:rPr sz="800" spc="60">
                <a:solidFill>
                  <a:srgbClr val="00B388"/>
                </a:solidFill>
                <a:latin typeface="AvenirNext LT Pro Medium"/>
              </a:rPr>
              <a:t>EX-SITU</a:t>
            </a:r>
          </a:p>
          <a:p>
            <a:pPr>
              <a:lnSpc>
                <a:spcPct val="120000"/>
              </a:lnSpc>
              <a:spcAft>
                <a:spcPts val="200"/>
              </a:spcAft>
            </a:pPr>
            <a:r>
              <a:rPr sz="700">
                <a:solidFill>
                  <a:srgbClr val="666666"/>
                </a:solidFill>
                <a:latin typeface="AvenirNext LT Pro Regular"/>
              </a:rPr>
              <a:t>post-run metrology</a:t>
            </a:r>
          </a:p>
        </p:txBody>
      </p:sp>
      <p:sp>
        <p:nvSpPr>
          <p:cNvPr id="7" name="Rounded Rectangle 6"/>
          <p:cNvSpPr/>
          <p:nvPr/>
        </p:nvSpPr>
        <p:spPr>
          <a:xfrm>
            <a:off x="2834640" y="1417320"/>
            <a:ext cx="2651760" cy="658368"/>
          </a:xfrm>
          <a:prstGeom prst="roundRect">
            <a:avLst>
              <a:gd name="adj" fmla="val 14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980944" y="1517904"/>
            <a:ext cx="2359152" cy="493776"/>
          </a:xfrm>
          <a:prstGeom prst="rect">
            <a:avLst/>
          </a:prstGeom>
          <a:noFill/>
        </p:spPr>
        <p:txBody>
          <a:bodyPr wrap="square" anchor="t" lIns="0" rIns="0" tIns="0" bIns="0">
            <a:spAutoFit/>
          </a:bodyPr>
          <a:lstStyle/>
          <a:p>
            <a:pPr>
              <a:lnSpc>
                <a:spcPct val="100000"/>
              </a:lnSpc>
              <a:spcAft>
                <a:spcPts val="200"/>
              </a:spcAft>
            </a:pPr>
            <a:r>
              <a:rPr sz="900">
                <a:solidFill>
                  <a:srgbClr val="191919"/>
                </a:solidFill>
                <a:latin typeface="AvenirNext LT Pro Medium"/>
              </a:rPr>
              <a:t>Data model  (RIG)</a:t>
            </a:r>
          </a:p>
          <a:p>
            <a:pPr>
              <a:lnSpc>
                <a:spcPct val="112000"/>
              </a:lnSpc>
              <a:spcAft>
                <a:spcPts val="200"/>
              </a:spcAft>
            </a:pPr>
            <a:r>
              <a:rPr sz="730">
                <a:solidFill>
                  <a:srgbClr val="666666"/>
                </a:solidFill>
                <a:latin typeface="AvenirNext LT Pro Regular"/>
              </a:rPr>
              <a:t>learns past recipes + outcomes; calibrated forward model; optimizes the next recipe for MBE and PVD</a:t>
            </a:r>
          </a:p>
        </p:txBody>
      </p:sp>
      <p:sp>
        <p:nvSpPr>
          <p:cNvPr id="9" name="Rounded Rectangle 8"/>
          <p:cNvSpPr/>
          <p:nvPr/>
        </p:nvSpPr>
        <p:spPr>
          <a:xfrm>
            <a:off x="2834640" y="2697480"/>
            <a:ext cx="2651760" cy="658368"/>
          </a:xfrm>
          <a:prstGeom prst="roundRect">
            <a:avLst>
              <a:gd name="adj" fmla="val 14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80944" y="2798064"/>
            <a:ext cx="2359152" cy="493776"/>
          </a:xfrm>
          <a:prstGeom prst="rect">
            <a:avLst/>
          </a:prstGeom>
          <a:noFill/>
        </p:spPr>
        <p:txBody>
          <a:bodyPr wrap="square" anchor="t" lIns="0" rIns="0" tIns="0" bIns="0">
            <a:spAutoFit/>
          </a:bodyPr>
          <a:lstStyle/>
          <a:p>
            <a:pPr>
              <a:lnSpc>
                <a:spcPct val="100000"/>
              </a:lnSpc>
              <a:spcAft>
                <a:spcPts val="200"/>
              </a:spcAft>
            </a:pPr>
            <a:r>
              <a:rPr sz="900">
                <a:solidFill>
                  <a:srgbClr val="191919"/>
                </a:solidFill>
                <a:latin typeface="AvenirNext LT Pro Medium"/>
              </a:rPr>
              <a:t>Equipment — MBE / PVD</a:t>
            </a:r>
          </a:p>
          <a:p>
            <a:pPr>
              <a:lnSpc>
                <a:spcPct val="112000"/>
              </a:lnSpc>
              <a:spcAft>
                <a:spcPts val="200"/>
              </a:spcAft>
            </a:pPr>
            <a:r>
              <a:rPr sz="730">
                <a:solidFill>
                  <a:srgbClr val="666666"/>
                </a:solidFill>
                <a:latin typeface="AvenirNext LT Pro Regular"/>
              </a:rPr>
              <a:t>control + monitoring; MBE in-run control via RHEED pipeline; PVD in-situ per available sensors</a:t>
            </a:r>
          </a:p>
        </p:txBody>
      </p:sp>
      <p:sp>
        <p:nvSpPr>
          <p:cNvPr id="11" name="Rounded Rectangle 10"/>
          <p:cNvSpPr/>
          <p:nvPr/>
        </p:nvSpPr>
        <p:spPr>
          <a:xfrm>
            <a:off x="2834640" y="3977639"/>
            <a:ext cx="2651760" cy="658368"/>
          </a:xfrm>
          <a:prstGeom prst="roundRect">
            <a:avLst>
              <a:gd name="adj" fmla="val 14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80944" y="4078224"/>
            <a:ext cx="2359152" cy="493776"/>
          </a:xfrm>
          <a:prstGeom prst="rect">
            <a:avLst/>
          </a:prstGeom>
          <a:noFill/>
        </p:spPr>
        <p:txBody>
          <a:bodyPr wrap="square" anchor="t" lIns="0" rIns="0" tIns="0" bIns="0">
            <a:spAutoFit/>
          </a:bodyPr>
          <a:lstStyle/>
          <a:p>
            <a:pPr>
              <a:lnSpc>
                <a:spcPct val="100000"/>
              </a:lnSpc>
              <a:spcAft>
                <a:spcPts val="200"/>
              </a:spcAft>
            </a:pPr>
            <a:r>
              <a:rPr sz="900">
                <a:solidFill>
                  <a:srgbClr val="191919"/>
                </a:solidFill>
                <a:latin typeface="AvenirNext LT Pro Medium"/>
              </a:rPr>
              <a:t>Measurement</a:t>
            </a:r>
          </a:p>
          <a:p>
            <a:pPr>
              <a:lnSpc>
                <a:spcPct val="112000"/>
              </a:lnSpc>
              <a:spcAft>
                <a:spcPts val="200"/>
              </a:spcAft>
            </a:pPr>
            <a:r>
              <a:rPr sz="730">
                <a:solidFill>
                  <a:srgbClr val="666666"/>
                </a:solidFill>
                <a:latin typeface="AvenirNext LT Pro Regular"/>
              </a:rPr>
              <a:t>thickness, uniformity, sheet resistance, stress — joined back to each run</a:t>
            </a:r>
          </a:p>
        </p:txBody>
      </p:sp>
      <p:cxnSp>
        <p:nvCxnSpPr>
          <p:cNvPr id="13" name="Connector 12"/>
          <p:cNvCxnSpPr/>
          <p:nvPr/>
        </p:nvCxnSpPr>
        <p:spPr>
          <a:xfrm>
            <a:off x="4160520" y="2075688"/>
            <a:ext cx="0" cy="585216"/>
          </a:xfrm>
          <a:prstGeom prst="line">
            <a:avLst/>
          </a:prstGeom>
          <a:ln w="15240">
            <a:solidFill>
              <a:srgbClr val="00B3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251959" y="2185416"/>
            <a:ext cx="1463040" cy="182880"/>
          </a:xfrm>
          <a:prstGeom prst="rect">
            <a:avLst/>
          </a:prstGeom>
          <a:noFill/>
        </p:spPr>
        <p:txBody>
          <a:bodyPr wrap="square" anchor="t" lIns="0" rIns="0" tIns="0" bIns="0">
            <a:spAutoFit/>
          </a:bodyPr>
          <a:lstStyle/>
          <a:p>
            <a:pPr>
              <a:lnSpc>
                <a:spcPct val="120000"/>
              </a:lnSpc>
              <a:spcAft>
                <a:spcPts val="200"/>
              </a:spcAft>
            </a:pPr>
            <a:r>
              <a:rPr sz="700">
                <a:solidFill>
                  <a:srgbClr val="666666"/>
                </a:solidFill>
                <a:latin typeface="AvenirNext LT Pro Regular"/>
              </a:rPr>
              <a:t>optimized recipe</a:t>
            </a:r>
          </a:p>
        </p:txBody>
      </p:sp>
      <p:cxnSp>
        <p:nvCxnSpPr>
          <p:cNvPr id="15" name="Connector 14"/>
          <p:cNvCxnSpPr/>
          <p:nvPr/>
        </p:nvCxnSpPr>
        <p:spPr>
          <a:xfrm>
            <a:off x="4160520" y="3355848"/>
            <a:ext cx="0" cy="585215"/>
          </a:xfrm>
          <a:prstGeom prst="line">
            <a:avLst/>
          </a:prstGeom>
          <a:ln w="15240">
            <a:solidFill>
              <a:srgbClr val="00B3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4251959" y="3465576"/>
            <a:ext cx="1463040" cy="182880"/>
          </a:xfrm>
          <a:prstGeom prst="rect">
            <a:avLst/>
          </a:prstGeom>
          <a:noFill/>
        </p:spPr>
        <p:txBody>
          <a:bodyPr wrap="square" anchor="t" lIns="0" rIns="0" tIns="0" bIns="0">
            <a:spAutoFit/>
          </a:bodyPr>
          <a:lstStyle/>
          <a:p>
            <a:pPr>
              <a:lnSpc>
                <a:spcPct val="120000"/>
              </a:lnSpc>
              <a:spcAft>
                <a:spcPts val="200"/>
              </a:spcAft>
            </a:pPr>
            <a:r>
              <a:rPr sz="700">
                <a:solidFill>
                  <a:srgbClr val="666666"/>
                </a:solidFill>
                <a:latin typeface="AvenirNext LT Pro Regular"/>
              </a:rPr>
              <a:t>output wafer</a:t>
            </a:r>
          </a:p>
        </p:txBody>
      </p:sp>
      <p:cxnSp>
        <p:nvCxnSpPr>
          <p:cNvPr id="17" name="Connector 16"/>
          <p:cNvCxnSpPr/>
          <p:nvPr/>
        </p:nvCxnSpPr>
        <p:spPr>
          <a:xfrm flipH="1">
            <a:off x="2359152" y="4306824"/>
            <a:ext cx="475488" cy="0"/>
          </a:xfrm>
          <a:prstGeom prst="line">
            <a:avLst/>
          </a:prstGeom>
          <a:ln w="15240">
            <a:solidFill>
              <a:srgbClr val="00B388"/>
            </a:solidFill>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359152" y="1746504"/>
            <a:ext cx="0" cy="2560320"/>
          </a:xfrm>
          <a:prstGeom prst="line">
            <a:avLst/>
          </a:prstGeom>
          <a:ln w="15240">
            <a:solidFill>
              <a:srgbClr val="00B388"/>
            </a:solidFill>
          </a:ln>
          <a:effectLst/>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359152" y="1746504"/>
            <a:ext cx="457200" cy="0"/>
          </a:xfrm>
          <a:prstGeom prst="line">
            <a:avLst/>
          </a:prstGeom>
          <a:ln w="15240">
            <a:solidFill>
              <a:srgbClr val="00B3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1975104" y="2788920"/>
            <a:ext cx="822960" cy="182880"/>
          </a:xfrm>
          <a:prstGeom prst="rect">
            <a:avLst/>
          </a:prstGeom>
          <a:noFill/>
        </p:spPr>
        <p:txBody>
          <a:bodyPr wrap="square" anchor="t" lIns="0" rIns="0" tIns="0" bIns="0">
            <a:spAutoFit/>
          </a:bodyPr>
          <a:lstStyle/>
          <a:p>
            <a:pPr>
              <a:lnSpc>
                <a:spcPct val="120000"/>
              </a:lnSpc>
              <a:spcAft>
                <a:spcPts val="200"/>
              </a:spcAft>
            </a:pPr>
            <a:r>
              <a:rPr sz="700">
                <a:solidFill>
                  <a:srgbClr val="666666"/>
                </a:solidFill>
                <a:latin typeface="AvenirNext LT Pro Regular"/>
              </a:rPr>
              <a:t>run data</a:t>
            </a:r>
          </a:p>
        </p:txBody>
      </p:sp>
      <p:cxnSp>
        <p:nvCxnSpPr>
          <p:cNvPr id="21" name="Connector 20"/>
          <p:cNvCxnSpPr/>
          <p:nvPr/>
        </p:nvCxnSpPr>
        <p:spPr>
          <a:xfrm>
            <a:off x="5486400" y="2807208"/>
            <a:ext cx="274320" cy="0"/>
          </a:xfrm>
          <a:prstGeom prst="line">
            <a:avLst/>
          </a:prstGeom>
          <a:ln w="12700">
            <a:solidFill>
              <a:srgbClr val="00B388"/>
            </a:solidFill>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5760720" y="2807208"/>
            <a:ext cx="0" cy="201168"/>
          </a:xfrm>
          <a:prstGeom prst="line">
            <a:avLst/>
          </a:prstGeom>
          <a:ln w="12700">
            <a:solidFill>
              <a:srgbClr val="00B388"/>
            </a:solidFill>
          </a:ln>
          <a:effectLst/>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a:off x="5504688" y="3008376"/>
            <a:ext cx="256032" cy="0"/>
          </a:xfrm>
          <a:prstGeom prst="line">
            <a:avLst/>
          </a:prstGeom>
          <a:ln w="12700">
            <a:solidFill>
              <a:srgbClr val="00B3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833872" y="2816352"/>
            <a:ext cx="914400" cy="182880"/>
          </a:xfrm>
          <a:prstGeom prst="rect">
            <a:avLst/>
          </a:prstGeom>
          <a:noFill/>
        </p:spPr>
        <p:txBody>
          <a:bodyPr wrap="square" anchor="t" lIns="0" rIns="0" tIns="0" bIns="0">
            <a:spAutoFit/>
          </a:bodyPr>
          <a:lstStyle/>
          <a:p>
            <a:pPr>
              <a:lnSpc>
                <a:spcPct val="120000"/>
              </a:lnSpc>
              <a:spcAft>
                <a:spcPts val="200"/>
              </a:spcAft>
            </a:pPr>
            <a:r>
              <a:rPr sz="680">
                <a:solidFill>
                  <a:srgbClr val="00B388"/>
                </a:solidFill>
                <a:latin typeface="AvenirNext LT Pro Regular"/>
              </a:rPr>
              <a:t>in-run loop</a:t>
            </a:r>
          </a:p>
        </p:txBody>
      </p:sp>
      <p:sp>
        <p:nvSpPr>
          <p:cNvPr id="25" name="Rounded Rectangle 24"/>
          <p:cNvSpPr/>
          <p:nvPr/>
        </p:nvSpPr>
        <p:spPr>
          <a:xfrm>
            <a:off x="6784848" y="1417320"/>
            <a:ext cx="1746504" cy="3218687"/>
          </a:xfrm>
          <a:prstGeom prst="roundRect">
            <a:avLst>
              <a:gd name="adj" fmla="val 6000"/>
            </a:avLst>
          </a:prstGeom>
          <a:noFill/>
          <a:ln w="12700">
            <a:solidFill>
              <a:srgbClr val="19191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912864" y="1527048"/>
            <a:ext cx="1490472" cy="548640"/>
          </a:xfrm>
          <a:prstGeom prst="rect">
            <a:avLst/>
          </a:prstGeom>
          <a:noFill/>
        </p:spPr>
        <p:txBody>
          <a:bodyPr wrap="square" anchor="t" lIns="0" rIns="0" tIns="0" bIns="0">
            <a:spAutoFit/>
          </a:bodyPr>
          <a:lstStyle/>
          <a:p>
            <a:pPr>
              <a:lnSpc>
                <a:spcPct val="120000"/>
              </a:lnSpc>
              <a:spcAft>
                <a:spcPts val="100"/>
              </a:spcAft>
            </a:pPr>
            <a:r>
              <a:rPr sz="900">
                <a:solidFill>
                  <a:srgbClr val="191919"/>
                </a:solidFill>
                <a:latin typeface="AvenirNext LT Pro Medium"/>
              </a:rPr>
              <a:t>LOCAL LLM</a:t>
            </a:r>
          </a:p>
          <a:p>
            <a:pPr>
              <a:lnSpc>
                <a:spcPct val="110000"/>
              </a:lnSpc>
              <a:spcAft>
                <a:spcPts val="200"/>
              </a:spcAft>
            </a:pPr>
            <a:r>
              <a:rPr sz="720">
                <a:solidFill>
                  <a:srgbClr val="666666"/>
                </a:solidFill>
                <a:latin typeface="AvenirNext LT Pro Regular"/>
              </a:rPr>
              <a:t>orchestrator · wraps the whole process</a:t>
            </a:r>
          </a:p>
        </p:txBody>
      </p:sp>
      <p:sp>
        <p:nvSpPr>
          <p:cNvPr id="27" name="TextBox 26"/>
          <p:cNvSpPr txBox="1"/>
          <p:nvPr/>
        </p:nvSpPr>
        <p:spPr>
          <a:xfrm>
            <a:off x="6912864" y="2743200"/>
            <a:ext cx="1490472" cy="502920"/>
          </a:xfrm>
          <a:prstGeom prst="rect">
            <a:avLst/>
          </a:prstGeom>
          <a:noFill/>
        </p:spPr>
        <p:txBody>
          <a:bodyPr wrap="square" anchor="t" lIns="0" rIns="0" tIns="0" bIns="0">
            <a:spAutoFit/>
          </a:bodyPr>
          <a:lstStyle/>
          <a:p>
            <a:pPr>
              <a:lnSpc>
                <a:spcPct val="120000"/>
              </a:lnSpc>
              <a:spcAft>
                <a:spcPts val="100"/>
              </a:spcAft>
            </a:pPr>
            <a:r>
              <a:rPr sz="720">
                <a:solidFill>
                  <a:srgbClr val="00B388"/>
                </a:solidFill>
                <a:latin typeface="AvenirNext LT Pro Medium"/>
              </a:rPr>
              <a:t>reason · instruct · audit</a:t>
            </a:r>
          </a:p>
          <a:p>
            <a:pPr>
              <a:lnSpc>
                <a:spcPct val="110000"/>
              </a:lnSpc>
              <a:spcAft>
                <a:spcPts val="200"/>
              </a:spcAft>
            </a:pPr>
            <a:r>
              <a:rPr sz="680">
                <a:solidFill>
                  <a:srgbClr val="666666"/>
                </a:solidFill>
                <a:latin typeface="AvenirNext LT Pro Regular"/>
              </a:rPr>
              <a:t>writes only via whitelisted, gated actions</a:t>
            </a:r>
          </a:p>
        </p:txBody>
      </p:sp>
      <p:cxnSp>
        <p:nvCxnSpPr>
          <p:cNvPr id="28" name="Connector 27"/>
          <p:cNvCxnSpPr/>
          <p:nvPr/>
        </p:nvCxnSpPr>
        <p:spPr>
          <a:xfrm flipH="1">
            <a:off x="5504688" y="1746504"/>
            <a:ext cx="1280160" cy="0"/>
          </a:xfrm>
          <a:prstGeom prst="line">
            <a:avLst/>
          </a:prstGeom>
          <a:ln w="11430">
            <a:solidFill>
              <a:srgbClr val="00B388"/>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035040" y="1563624"/>
            <a:ext cx="1234440" cy="164592"/>
          </a:xfrm>
          <a:prstGeom prst="rect">
            <a:avLst/>
          </a:prstGeom>
          <a:noFill/>
        </p:spPr>
        <p:txBody>
          <a:bodyPr wrap="square" anchor="t" lIns="0" rIns="0" tIns="0" bIns="0">
            <a:spAutoFit/>
          </a:bodyPr>
          <a:lstStyle/>
          <a:p>
            <a:pPr>
              <a:lnSpc>
                <a:spcPct val="120000"/>
              </a:lnSpc>
              <a:spcAft>
                <a:spcPts val="200"/>
              </a:spcAft>
            </a:pPr>
            <a:r>
              <a:rPr sz="680">
                <a:solidFill>
                  <a:srgbClr val="666666"/>
                </a:solidFill>
                <a:latin typeface="AvenirNext LT Pro Regular"/>
              </a:rPr>
              <a:t>reason over runs</a:t>
            </a:r>
          </a:p>
        </p:txBody>
      </p:sp>
      <p:cxnSp>
        <p:nvCxnSpPr>
          <p:cNvPr id="30" name="Connector 29"/>
          <p:cNvCxnSpPr/>
          <p:nvPr/>
        </p:nvCxnSpPr>
        <p:spPr>
          <a:xfrm flipH="1">
            <a:off x="5504688" y="3209544"/>
            <a:ext cx="1280160" cy="0"/>
          </a:xfrm>
          <a:prstGeom prst="line">
            <a:avLst/>
          </a:prstGeom>
          <a:ln w="11430">
            <a:solidFill>
              <a:srgbClr val="00B388"/>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035040" y="3026663"/>
            <a:ext cx="1234440" cy="164592"/>
          </a:xfrm>
          <a:prstGeom prst="rect">
            <a:avLst/>
          </a:prstGeom>
          <a:noFill/>
        </p:spPr>
        <p:txBody>
          <a:bodyPr wrap="square" anchor="t" lIns="0" rIns="0" tIns="0" bIns="0">
            <a:spAutoFit/>
          </a:bodyPr>
          <a:lstStyle/>
          <a:p>
            <a:pPr>
              <a:lnSpc>
                <a:spcPct val="120000"/>
              </a:lnSpc>
              <a:spcAft>
                <a:spcPts val="200"/>
              </a:spcAft>
            </a:pPr>
            <a:r>
              <a:rPr sz="680">
                <a:solidFill>
                  <a:srgbClr val="666666"/>
                </a:solidFill>
                <a:latin typeface="AvenirNext LT Pro Regular"/>
              </a:rPr>
              <a:t>instruct (bounded)</a:t>
            </a:r>
          </a:p>
        </p:txBody>
      </p:sp>
      <p:cxnSp>
        <p:nvCxnSpPr>
          <p:cNvPr id="32" name="Connector 31"/>
          <p:cNvCxnSpPr/>
          <p:nvPr/>
        </p:nvCxnSpPr>
        <p:spPr>
          <a:xfrm flipH="1">
            <a:off x="5504688" y="4306824"/>
            <a:ext cx="1280160" cy="0"/>
          </a:xfrm>
          <a:prstGeom prst="line">
            <a:avLst/>
          </a:prstGeom>
          <a:ln w="11430">
            <a:solidFill>
              <a:srgbClr val="00B388"/>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035040" y="4123944"/>
            <a:ext cx="1234440" cy="164592"/>
          </a:xfrm>
          <a:prstGeom prst="rect">
            <a:avLst/>
          </a:prstGeom>
          <a:noFill/>
        </p:spPr>
        <p:txBody>
          <a:bodyPr wrap="square" anchor="t" lIns="0" rIns="0" tIns="0" bIns="0">
            <a:spAutoFit/>
          </a:bodyPr>
          <a:lstStyle/>
          <a:p>
            <a:pPr>
              <a:lnSpc>
                <a:spcPct val="120000"/>
              </a:lnSpc>
              <a:spcAft>
                <a:spcPts val="200"/>
              </a:spcAft>
            </a:pPr>
            <a:r>
              <a:rPr sz="680">
                <a:solidFill>
                  <a:srgbClr val="666666"/>
                </a:solidFill>
                <a:latin typeface="AvenirNext LT Pro Regular"/>
              </a:rPr>
              <a:t>read results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rPr sz="2200" spc="20">
                <a:solidFill>
                  <a:srgbClr val="00B388"/>
                </a:solidFill>
                <a:latin typeface="AvenirNext LT Pro Light"/>
              </a:rPr>
              <a:t>Existing foundation: in-house software</a:t>
            </a:r>
          </a:p>
        </p:txBody>
      </p:sp>
      <p:sp>
        <p:nvSpPr>
          <p:cNvPr id="3" name="Content Placeholder 2"/>
          <p:cNvSpPr>
            <a:spLocks noGrp="1"/>
          </p:cNvSpPr>
          <p:nvPr>
            <p:ph idx="14" sz="quarter"/>
          </p:nvPr>
        </p:nvSpPr>
        <p:spPr/>
        <p:txBody>
          <a:bodyPr/>
          <a:lstStyle/>
          <a:p>
            <a:r>
              <a:rPr sz="800" spc="80">
                <a:solidFill>
                  <a:srgbClr val="191919"/>
                </a:solidFill>
                <a:latin typeface="AvenirNext LT Pro Medium"/>
              </a:rPr>
              <a:t>AI AUTONOMOUS OPERATION PROPOSAL · EXISTING FOUNDATION</a:t>
            </a:r>
          </a:p>
        </p:txBody>
      </p:sp>
      <p:sp>
        <p:nvSpPr>
          <p:cNvPr id="4" name="Rounded Rectangle 3"/>
          <p:cNvSpPr/>
          <p:nvPr/>
        </p:nvSpPr>
        <p:spPr>
          <a:xfrm>
            <a:off x="612648" y="1371600"/>
            <a:ext cx="2551176" cy="3246120"/>
          </a:xfrm>
          <a:prstGeom prst="roundRect">
            <a:avLst>
              <a:gd name="adj" fmla="val 6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58952" y="1517904"/>
            <a:ext cx="310896" cy="310896"/>
          </a:xfrm>
          <a:prstGeom prst="ellipse">
            <a:avLst/>
          </a:prstGeom>
          <a:solidFill>
            <a:srgbClr val="00B3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a:solidFill>
                  <a:srgbClr val="FFFFFF"/>
                </a:solidFill>
                <a:latin typeface="AvenirNext LT Pro Medium"/>
              </a:rPr>
              <a:t>01</a:t>
            </a:r>
          </a:p>
        </p:txBody>
      </p:sp>
      <p:sp>
        <p:nvSpPr>
          <p:cNvPr id="6" name="TextBox 5"/>
          <p:cNvSpPr txBox="1"/>
          <p:nvPr/>
        </p:nvSpPr>
        <p:spPr>
          <a:xfrm>
            <a:off x="1179576" y="1554480"/>
            <a:ext cx="1856232" cy="164592"/>
          </a:xfrm>
          <a:prstGeom prst="rect">
            <a:avLst/>
          </a:prstGeom>
          <a:noFill/>
        </p:spPr>
        <p:txBody>
          <a:bodyPr wrap="square" anchor="t" lIns="0" rIns="0" tIns="0" bIns="0">
            <a:spAutoFit/>
          </a:bodyPr>
          <a:lstStyle/>
          <a:p>
            <a:pPr>
              <a:lnSpc>
                <a:spcPct val="120000"/>
              </a:lnSpc>
              <a:spcAft>
                <a:spcPts val="200"/>
              </a:spcAft>
            </a:pPr>
            <a:r>
              <a:rPr sz="680" spc="60">
                <a:solidFill>
                  <a:srgbClr val="666666"/>
                </a:solidFill>
                <a:latin typeface="AvenirNext LT Pro Medium"/>
              </a:rPr>
              <a:t>DATA MODEL</a:t>
            </a:r>
          </a:p>
        </p:txBody>
      </p:sp>
      <p:sp>
        <p:nvSpPr>
          <p:cNvPr id="7" name="TextBox 6"/>
          <p:cNvSpPr txBox="1"/>
          <p:nvPr/>
        </p:nvSpPr>
        <p:spPr>
          <a:xfrm>
            <a:off x="1179576" y="1737360"/>
            <a:ext cx="1856232" cy="219456"/>
          </a:xfrm>
          <a:prstGeom prst="rect">
            <a:avLst/>
          </a:prstGeom>
          <a:noFill/>
        </p:spPr>
        <p:txBody>
          <a:bodyPr wrap="square" anchor="t" lIns="0" rIns="0" tIns="0" bIns="0">
            <a:spAutoFit/>
          </a:bodyPr>
          <a:lstStyle/>
          <a:p>
            <a:pPr>
              <a:lnSpc>
                <a:spcPct val="120000"/>
              </a:lnSpc>
              <a:spcAft>
                <a:spcPts val="200"/>
              </a:spcAft>
            </a:pPr>
            <a:r>
              <a:rPr sz="950">
                <a:solidFill>
                  <a:srgbClr val="191919"/>
                </a:solidFill>
                <a:latin typeface="AvenirNext LT Pro Medium"/>
              </a:rPr>
              <a:t>Recipe-Inverse Generator (RIG)</a:t>
            </a:r>
          </a:p>
        </p:txBody>
      </p:sp>
      <p:sp>
        <p:nvSpPr>
          <p:cNvPr id="8" name="TextBox 7"/>
          <p:cNvSpPr txBox="1"/>
          <p:nvPr/>
        </p:nvSpPr>
        <p:spPr>
          <a:xfrm>
            <a:off x="758952" y="2157984"/>
            <a:ext cx="2258568" cy="868680"/>
          </a:xfrm>
          <a:prstGeom prst="rect">
            <a:avLst/>
          </a:prstGeom>
          <a:noFill/>
        </p:spPr>
        <p:txBody>
          <a:bodyPr wrap="square" anchor="t" lIns="0" rIns="0" tIns="0" bIns="0">
            <a:spAutoFit/>
          </a:bodyPr>
          <a:lstStyle/>
          <a:p>
            <a:pPr>
              <a:lnSpc>
                <a:spcPct val="120000"/>
              </a:lnSpc>
              <a:spcAft>
                <a:spcPts val="200"/>
              </a:spcAft>
            </a:pPr>
            <a:r>
              <a:rPr sz="740">
                <a:solidFill>
                  <a:srgbClr val="191919"/>
                </a:solidFill>
                <a:latin typeface="AvenirNext LT Pro Regular"/>
              </a:rPr>
              <a:t>A forward model from recipe to result plus an inverse solver that back-calculates candidate recipes to meet a requirement — with calibrated uncertainty and honest refusal (INFEASIBLE + diagnosis).</a:t>
            </a:r>
          </a:p>
        </p:txBody>
      </p:sp>
      <p:sp>
        <p:nvSpPr>
          <p:cNvPr id="9" name="Rounded Rectangle 8"/>
          <p:cNvSpPr/>
          <p:nvPr/>
        </p:nvSpPr>
        <p:spPr>
          <a:xfrm>
            <a:off x="758952" y="3090672"/>
            <a:ext cx="749808" cy="192024"/>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122676"/>
            <a:ext cx="749808" cy="146304"/>
          </a:xfrm>
          <a:prstGeom prst="rect">
            <a:avLst/>
          </a:prstGeom>
          <a:noFill/>
        </p:spPr>
        <p:txBody>
          <a:bodyPr wrap="square" anchor="t" lIns="0" rIns="0" tIns="0" bIns="0">
            <a:spAutoFit/>
          </a:bodyPr>
          <a:lstStyle/>
          <a:p>
            <a:pPr algn="ctr">
              <a:lnSpc>
                <a:spcPct val="120000"/>
              </a:lnSpc>
              <a:spcAft>
                <a:spcPts val="200"/>
              </a:spcAft>
            </a:pPr>
            <a:r>
              <a:rPr sz="680" spc="50">
                <a:solidFill>
                  <a:srgbClr val="00B388"/>
                </a:solidFill>
                <a:latin typeface="AvenirNext LT Pro Medium"/>
              </a:rPr>
              <a:t>VERIFIED</a:t>
            </a:r>
          </a:p>
        </p:txBody>
      </p:sp>
      <p:sp>
        <p:nvSpPr>
          <p:cNvPr id="11" name="TextBox 10"/>
          <p:cNvSpPr txBox="1"/>
          <p:nvPr/>
        </p:nvSpPr>
        <p:spPr>
          <a:xfrm>
            <a:off x="758952" y="3346704"/>
            <a:ext cx="2258568" cy="502920"/>
          </a:xfrm>
          <a:prstGeom prst="rect">
            <a:avLst/>
          </a:prstGeom>
          <a:noFill/>
        </p:spPr>
        <p:txBody>
          <a:bodyPr wrap="square" anchor="t" lIns="0" rIns="0" tIns="0" bIns="0">
            <a:spAutoFit/>
          </a:bodyPr>
          <a:lstStyle/>
          <a:p>
            <a:pPr>
              <a:lnSpc>
                <a:spcPct val="118000"/>
              </a:lnSpc>
              <a:spcAft>
                <a:spcPts val="200"/>
              </a:spcAft>
            </a:pPr>
            <a:r>
              <a:rPr sz="720">
                <a:solidFill>
                  <a:srgbClr val="191919"/>
                </a:solidFill>
                <a:latin typeface="AvenirNext LT Pro Regular"/>
              </a:rPr>
              <a:t>Passed calibration acceptance on Empa's real magnetron-sputtering HiPIMS (PVD) dataset.</a:t>
            </a:r>
          </a:p>
        </p:txBody>
      </p:sp>
      <p:sp>
        <p:nvSpPr>
          <p:cNvPr id="12" name="Rounded Rectangle 11"/>
          <p:cNvSpPr/>
          <p:nvPr/>
        </p:nvSpPr>
        <p:spPr>
          <a:xfrm>
            <a:off x="758952" y="3913632"/>
            <a:ext cx="566928" cy="192024"/>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8952" y="3945636"/>
            <a:ext cx="566928" cy="146304"/>
          </a:xfrm>
          <a:prstGeom prst="rect">
            <a:avLst/>
          </a:prstGeom>
          <a:noFill/>
        </p:spPr>
        <p:txBody>
          <a:bodyPr wrap="square" anchor="t" lIns="0" rIns="0" tIns="0" bIns="0">
            <a:spAutoFit/>
          </a:bodyPr>
          <a:lstStyle/>
          <a:p>
            <a:pPr algn="ctr">
              <a:lnSpc>
                <a:spcPct val="120000"/>
              </a:lnSpc>
              <a:spcAft>
                <a:spcPts val="200"/>
              </a:spcAft>
            </a:pPr>
            <a:r>
              <a:rPr sz="680" spc="50">
                <a:solidFill>
                  <a:srgbClr val="00B388"/>
                </a:solidFill>
                <a:latin typeface="AvenirNext LT Pro Medium"/>
              </a:rPr>
              <a:t>NEXT</a:t>
            </a:r>
          </a:p>
        </p:txBody>
      </p:sp>
      <p:sp>
        <p:nvSpPr>
          <p:cNvPr id="14" name="TextBox 13"/>
          <p:cNvSpPr txBox="1"/>
          <p:nvPr/>
        </p:nvSpPr>
        <p:spPr>
          <a:xfrm>
            <a:off x="758952" y="4169663"/>
            <a:ext cx="2258568" cy="384048"/>
          </a:xfrm>
          <a:prstGeom prst="rect">
            <a:avLst/>
          </a:prstGeom>
          <a:noFill/>
        </p:spPr>
        <p:txBody>
          <a:bodyPr wrap="square" anchor="t" lIns="0" rIns="0" tIns="0" bIns="0">
            <a:spAutoFit/>
          </a:bodyPr>
          <a:lstStyle/>
          <a:p>
            <a:pPr>
              <a:lnSpc>
                <a:spcPct val="118000"/>
              </a:lnSpc>
              <a:spcAft>
                <a:spcPts val="200"/>
              </a:spcAft>
            </a:pPr>
            <a:r>
              <a:rPr sz="720">
                <a:solidFill>
                  <a:srgbClr val="191919"/>
                </a:solidFill>
                <a:latin typeface="AvenirNext LT Pro Regular"/>
              </a:rPr>
              <a:t>Validation on our own tool data.</a:t>
            </a:r>
          </a:p>
        </p:txBody>
      </p:sp>
      <p:sp>
        <p:nvSpPr>
          <p:cNvPr id="15" name="Rounded Rectangle 14"/>
          <p:cNvSpPr/>
          <p:nvPr/>
        </p:nvSpPr>
        <p:spPr>
          <a:xfrm>
            <a:off x="3310128" y="1371600"/>
            <a:ext cx="2551176" cy="3246120"/>
          </a:xfrm>
          <a:prstGeom prst="roundRect">
            <a:avLst>
              <a:gd name="adj" fmla="val 6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456432" y="1517904"/>
            <a:ext cx="310896" cy="310896"/>
          </a:xfrm>
          <a:prstGeom prst="ellipse">
            <a:avLst/>
          </a:prstGeom>
          <a:solidFill>
            <a:srgbClr val="00B3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a:solidFill>
                  <a:srgbClr val="FFFFFF"/>
                </a:solidFill>
                <a:latin typeface="AvenirNext LT Pro Medium"/>
              </a:rPr>
              <a:t>02</a:t>
            </a:r>
          </a:p>
        </p:txBody>
      </p:sp>
      <p:sp>
        <p:nvSpPr>
          <p:cNvPr id="17" name="TextBox 16"/>
          <p:cNvSpPr txBox="1"/>
          <p:nvPr/>
        </p:nvSpPr>
        <p:spPr>
          <a:xfrm>
            <a:off x="3877056" y="1554480"/>
            <a:ext cx="1856232" cy="164592"/>
          </a:xfrm>
          <a:prstGeom prst="rect">
            <a:avLst/>
          </a:prstGeom>
          <a:noFill/>
        </p:spPr>
        <p:txBody>
          <a:bodyPr wrap="square" anchor="t" lIns="0" rIns="0" tIns="0" bIns="0">
            <a:spAutoFit/>
          </a:bodyPr>
          <a:lstStyle/>
          <a:p>
            <a:pPr>
              <a:lnSpc>
                <a:spcPct val="120000"/>
              </a:lnSpc>
              <a:spcAft>
                <a:spcPts val="200"/>
              </a:spcAft>
            </a:pPr>
            <a:r>
              <a:rPr sz="680" spc="60">
                <a:solidFill>
                  <a:srgbClr val="666666"/>
                </a:solidFill>
                <a:latin typeface="AvenirNext LT Pro Medium"/>
              </a:rPr>
              <a:t>SENSING AND CONTROL</a:t>
            </a:r>
          </a:p>
        </p:txBody>
      </p:sp>
      <p:sp>
        <p:nvSpPr>
          <p:cNvPr id="18" name="TextBox 17"/>
          <p:cNvSpPr txBox="1"/>
          <p:nvPr/>
        </p:nvSpPr>
        <p:spPr>
          <a:xfrm>
            <a:off x="3877056" y="1737360"/>
            <a:ext cx="1856232" cy="219456"/>
          </a:xfrm>
          <a:prstGeom prst="rect">
            <a:avLst/>
          </a:prstGeom>
          <a:noFill/>
        </p:spPr>
        <p:txBody>
          <a:bodyPr wrap="square" anchor="t" lIns="0" rIns="0" tIns="0" bIns="0">
            <a:spAutoFit/>
          </a:bodyPr>
          <a:lstStyle/>
          <a:p>
            <a:pPr>
              <a:lnSpc>
                <a:spcPct val="120000"/>
              </a:lnSpc>
              <a:spcAft>
                <a:spcPts val="200"/>
              </a:spcAft>
            </a:pPr>
            <a:r>
              <a:rPr sz="950">
                <a:solidFill>
                  <a:srgbClr val="191919"/>
                </a:solidFill>
                <a:latin typeface="AvenirNext LT Pro Medium"/>
              </a:rPr>
              <a:t>RHEED Analysis</a:t>
            </a:r>
          </a:p>
        </p:txBody>
      </p:sp>
      <p:sp>
        <p:nvSpPr>
          <p:cNvPr id="19" name="TextBox 18"/>
          <p:cNvSpPr txBox="1"/>
          <p:nvPr/>
        </p:nvSpPr>
        <p:spPr>
          <a:xfrm>
            <a:off x="3456432" y="2157984"/>
            <a:ext cx="2258568" cy="868680"/>
          </a:xfrm>
          <a:prstGeom prst="rect">
            <a:avLst/>
          </a:prstGeom>
          <a:noFill/>
        </p:spPr>
        <p:txBody>
          <a:bodyPr wrap="square" anchor="t" lIns="0" rIns="0" tIns="0" bIns="0">
            <a:spAutoFit/>
          </a:bodyPr>
          <a:lstStyle/>
          <a:p>
            <a:pPr>
              <a:lnSpc>
                <a:spcPct val="120000"/>
              </a:lnSpc>
              <a:spcAft>
                <a:spcPts val="200"/>
              </a:spcAft>
            </a:pPr>
            <a:r>
              <a:rPr sz="740">
                <a:solidFill>
                  <a:srgbClr val="191919"/>
                </a:solidFill>
                <a:latin typeface="AvenirNext LT Pro Regular"/>
              </a:rPr>
              <a:t>A CNN + ViT computer-vision pipeline for in-situ image analysis and monitoring: finds transition points and anomalies; an LLM co-pilot interprets and suggests actions.</a:t>
            </a:r>
          </a:p>
        </p:txBody>
      </p:sp>
      <p:sp>
        <p:nvSpPr>
          <p:cNvPr id="20" name="Rounded Rectangle 19"/>
          <p:cNvSpPr/>
          <p:nvPr/>
        </p:nvSpPr>
        <p:spPr>
          <a:xfrm>
            <a:off x="3456432" y="3090672"/>
            <a:ext cx="749808" cy="192024"/>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456432" y="3122676"/>
            <a:ext cx="749808" cy="146304"/>
          </a:xfrm>
          <a:prstGeom prst="rect">
            <a:avLst/>
          </a:prstGeom>
          <a:noFill/>
        </p:spPr>
        <p:txBody>
          <a:bodyPr wrap="square" anchor="t" lIns="0" rIns="0" tIns="0" bIns="0">
            <a:spAutoFit/>
          </a:bodyPr>
          <a:lstStyle/>
          <a:p>
            <a:pPr algn="ctr">
              <a:lnSpc>
                <a:spcPct val="120000"/>
              </a:lnSpc>
              <a:spcAft>
                <a:spcPts val="200"/>
              </a:spcAft>
            </a:pPr>
            <a:r>
              <a:rPr sz="680" spc="50">
                <a:solidFill>
                  <a:srgbClr val="00B388"/>
                </a:solidFill>
                <a:latin typeface="AvenirNext LT Pro Medium"/>
              </a:rPr>
              <a:t>VERIFIED</a:t>
            </a:r>
          </a:p>
        </p:txBody>
      </p:sp>
      <p:sp>
        <p:nvSpPr>
          <p:cNvPr id="22" name="TextBox 21"/>
          <p:cNvSpPr txBox="1"/>
          <p:nvPr/>
        </p:nvSpPr>
        <p:spPr>
          <a:xfrm>
            <a:off x="3456432" y="3346704"/>
            <a:ext cx="2258568" cy="502920"/>
          </a:xfrm>
          <a:prstGeom prst="rect">
            <a:avLst/>
          </a:prstGeom>
          <a:noFill/>
        </p:spPr>
        <p:txBody>
          <a:bodyPr wrap="square" anchor="t" lIns="0" rIns="0" tIns="0" bIns="0">
            <a:spAutoFit/>
          </a:bodyPr>
          <a:lstStyle/>
          <a:p>
            <a:pPr>
              <a:lnSpc>
                <a:spcPct val="118000"/>
              </a:lnSpc>
              <a:spcAft>
                <a:spcPts val="200"/>
              </a:spcAft>
            </a:pPr>
            <a:r>
              <a:rPr sz="720">
                <a:solidFill>
                  <a:srgbClr val="191919"/>
                </a:solidFill>
                <a:latin typeface="AvenirNext LT Pro Regular"/>
              </a:rPr>
              <a:t>Runs end-to-end on two sets of real TiO2 RHEED data; fault-injection evaluation quantifies latency, attribution and false alarms.</a:t>
            </a:r>
          </a:p>
        </p:txBody>
      </p:sp>
      <p:sp>
        <p:nvSpPr>
          <p:cNvPr id="23" name="Rounded Rectangle 22"/>
          <p:cNvSpPr/>
          <p:nvPr/>
        </p:nvSpPr>
        <p:spPr>
          <a:xfrm>
            <a:off x="3456432" y="3913632"/>
            <a:ext cx="566928" cy="192024"/>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456432" y="3945636"/>
            <a:ext cx="566928" cy="146304"/>
          </a:xfrm>
          <a:prstGeom prst="rect">
            <a:avLst/>
          </a:prstGeom>
          <a:noFill/>
        </p:spPr>
        <p:txBody>
          <a:bodyPr wrap="square" anchor="t" lIns="0" rIns="0" tIns="0" bIns="0">
            <a:spAutoFit/>
          </a:bodyPr>
          <a:lstStyle/>
          <a:p>
            <a:pPr algn="ctr">
              <a:lnSpc>
                <a:spcPct val="120000"/>
              </a:lnSpc>
              <a:spcAft>
                <a:spcPts val="200"/>
              </a:spcAft>
            </a:pPr>
            <a:r>
              <a:rPr sz="680" spc="50">
                <a:solidFill>
                  <a:srgbClr val="00B388"/>
                </a:solidFill>
                <a:latin typeface="AvenirNext LT Pro Medium"/>
              </a:rPr>
              <a:t>NEXT</a:t>
            </a:r>
          </a:p>
        </p:txBody>
      </p:sp>
      <p:sp>
        <p:nvSpPr>
          <p:cNvPr id="25" name="TextBox 24"/>
          <p:cNvSpPr txBox="1"/>
          <p:nvPr/>
        </p:nvSpPr>
        <p:spPr>
          <a:xfrm>
            <a:off x="3456432" y="4169663"/>
            <a:ext cx="2258568" cy="384048"/>
          </a:xfrm>
          <a:prstGeom prst="rect">
            <a:avLst/>
          </a:prstGeom>
          <a:noFill/>
        </p:spPr>
        <p:txBody>
          <a:bodyPr wrap="square" anchor="t" lIns="0" rIns="0" tIns="0" bIns="0">
            <a:spAutoFit/>
          </a:bodyPr>
          <a:lstStyle/>
          <a:p>
            <a:pPr>
              <a:lnSpc>
                <a:spcPct val="118000"/>
              </a:lnSpc>
              <a:spcAft>
                <a:spcPts val="200"/>
              </a:spcAft>
            </a:pPr>
            <a:r>
              <a:rPr sz="720">
                <a:solidFill>
                  <a:srgbClr val="191919"/>
                </a:solidFill>
                <a:latin typeface="AvenirNext LT Pro Regular"/>
              </a:rPr>
              <a:t>GaN RHEED validation + tool validation.</a:t>
            </a:r>
          </a:p>
        </p:txBody>
      </p:sp>
      <p:sp>
        <p:nvSpPr>
          <p:cNvPr id="26" name="Rounded Rectangle 25"/>
          <p:cNvSpPr/>
          <p:nvPr/>
        </p:nvSpPr>
        <p:spPr>
          <a:xfrm>
            <a:off x="6007608" y="1371600"/>
            <a:ext cx="2551176" cy="3246120"/>
          </a:xfrm>
          <a:prstGeom prst="roundRect">
            <a:avLst>
              <a:gd name="adj" fmla="val 6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153912" y="1517904"/>
            <a:ext cx="310896" cy="310896"/>
          </a:xfrm>
          <a:prstGeom prst="ellipse">
            <a:avLst/>
          </a:prstGeom>
          <a:solidFill>
            <a:srgbClr val="00B3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a:solidFill>
                  <a:srgbClr val="FFFFFF"/>
                </a:solidFill>
                <a:latin typeface="AvenirNext LT Pro Medium"/>
              </a:rPr>
              <a:t>03</a:t>
            </a:r>
          </a:p>
        </p:txBody>
      </p:sp>
      <p:sp>
        <p:nvSpPr>
          <p:cNvPr id="28" name="TextBox 27"/>
          <p:cNvSpPr txBox="1"/>
          <p:nvPr/>
        </p:nvSpPr>
        <p:spPr>
          <a:xfrm>
            <a:off x="6574536" y="1554480"/>
            <a:ext cx="1856232" cy="164592"/>
          </a:xfrm>
          <a:prstGeom prst="rect">
            <a:avLst/>
          </a:prstGeom>
          <a:noFill/>
        </p:spPr>
        <p:txBody>
          <a:bodyPr wrap="square" anchor="t" lIns="0" rIns="0" tIns="0" bIns="0">
            <a:spAutoFit/>
          </a:bodyPr>
          <a:lstStyle/>
          <a:p>
            <a:pPr>
              <a:lnSpc>
                <a:spcPct val="120000"/>
              </a:lnSpc>
              <a:spcAft>
                <a:spcPts val="200"/>
              </a:spcAft>
            </a:pPr>
            <a:r>
              <a:rPr sz="680" spc="60">
                <a:solidFill>
                  <a:srgbClr val="666666"/>
                </a:solidFill>
                <a:latin typeface="AvenirNext LT Pro Medium"/>
              </a:rPr>
              <a:t>PHYSICAL SIMULATION</a:t>
            </a:r>
          </a:p>
        </p:txBody>
      </p:sp>
      <p:sp>
        <p:nvSpPr>
          <p:cNvPr id="29" name="TextBox 28"/>
          <p:cNvSpPr txBox="1"/>
          <p:nvPr/>
        </p:nvSpPr>
        <p:spPr>
          <a:xfrm>
            <a:off x="6574536" y="1737360"/>
            <a:ext cx="1856232" cy="219456"/>
          </a:xfrm>
          <a:prstGeom prst="rect">
            <a:avLst/>
          </a:prstGeom>
          <a:noFill/>
        </p:spPr>
        <p:txBody>
          <a:bodyPr wrap="square" anchor="t" lIns="0" rIns="0" tIns="0" bIns="0">
            <a:spAutoFit/>
          </a:bodyPr>
          <a:lstStyle/>
          <a:p>
            <a:pPr>
              <a:lnSpc>
                <a:spcPct val="120000"/>
              </a:lnSpc>
              <a:spcAft>
                <a:spcPts val="200"/>
              </a:spcAft>
            </a:pPr>
            <a:r>
              <a:rPr sz="950">
                <a:solidFill>
                  <a:srgbClr val="191919"/>
                </a:solidFill>
                <a:latin typeface="AvenirNext LT Pro Medium"/>
              </a:rPr>
              <a:t>MBE Simulation</a:t>
            </a:r>
          </a:p>
        </p:txBody>
      </p:sp>
      <p:sp>
        <p:nvSpPr>
          <p:cNvPr id="30" name="TextBox 29"/>
          <p:cNvSpPr txBox="1"/>
          <p:nvPr/>
        </p:nvSpPr>
        <p:spPr>
          <a:xfrm>
            <a:off x="6153912" y="2157984"/>
            <a:ext cx="2258568" cy="868680"/>
          </a:xfrm>
          <a:prstGeom prst="rect">
            <a:avLst/>
          </a:prstGeom>
          <a:noFill/>
        </p:spPr>
        <p:txBody>
          <a:bodyPr wrap="square" anchor="t" lIns="0" rIns="0" tIns="0" bIns="0">
            <a:spAutoFit/>
          </a:bodyPr>
          <a:lstStyle/>
          <a:p>
            <a:pPr>
              <a:lnSpc>
                <a:spcPct val="120000"/>
              </a:lnSpc>
              <a:spcAft>
                <a:spcPts val="200"/>
              </a:spcAft>
            </a:pPr>
            <a:r>
              <a:rPr sz="740">
                <a:solidFill>
                  <a:srgbClr val="191919"/>
                </a:solidFill>
                <a:latin typeface="AvenirNext LT Pro Regular"/>
              </a:rPr>
              <a:t>A physics-based simulation model of the MBE chamber: flux geometry, surface kinetics, thermal model and a live machine model.</a:t>
            </a:r>
          </a:p>
        </p:txBody>
      </p:sp>
      <p:sp>
        <p:nvSpPr>
          <p:cNvPr id="31" name="Rounded Rectangle 30"/>
          <p:cNvSpPr/>
          <p:nvPr/>
        </p:nvSpPr>
        <p:spPr>
          <a:xfrm>
            <a:off x="6153912" y="3090672"/>
            <a:ext cx="749808" cy="192024"/>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153912" y="3122676"/>
            <a:ext cx="749808" cy="146304"/>
          </a:xfrm>
          <a:prstGeom prst="rect">
            <a:avLst/>
          </a:prstGeom>
          <a:noFill/>
        </p:spPr>
        <p:txBody>
          <a:bodyPr wrap="square" anchor="t" lIns="0" rIns="0" tIns="0" bIns="0">
            <a:spAutoFit/>
          </a:bodyPr>
          <a:lstStyle/>
          <a:p>
            <a:pPr algn="ctr">
              <a:lnSpc>
                <a:spcPct val="120000"/>
              </a:lnSpc>
              <a:spcAft>
                <a:spcPts val="200"/>
              </a:spcAft>
            </a:pPr>
            <a:r>
              <a:rPr sz="680" spc="50">
                <a:solidFill>
                  <a:srgbClr val="00B388"/>
                </a:solidFill>
                <a:latin typeface="AvenirNext LT Pro Medium"/>
              </a:rPr>
              <a:t>VERIFIED</a:t>
            </a:r>
          </a:p>
        </p:txBody>
      </p:sp>
      <p:sp>
        <p:nvSpPr>
          <p:cNvPr id="33" name="TextBox 32"/>
          <p:cNvSpPr txBox="1"/>
          <p:nvPr/>
        </p:nvSpPr>
        <p:spPr>
          <a:xfrm>
            <a:off x="6153912" y="3346704"/>
            <a:ext cx="2258568" cy="502920"/>
          </a:xfrm>
          <a:prstGeom prst="rect">
            <a:avLst/>
          </a:prstGeom>
          <a:noFill/>
        </p:spPr>
        <p:txBody>
          <a:bodyPr wrap="square" anchor="t" lIns="0" rIns="0" tIns="0" bIns="0">
            <a:spAutoFit/>
          </a:bodyPr>
          <a:lstStyle/>
          <a:p>
            <a:pPr>
              <a:lnSpc>
                <a:spcPct val="118000"/>
              </a:lnSpc>
              <a:spcAft>
                <a:spcPts val="200"/>
              </a:spcAft>
            </a:pPr>
            <a:r>
              <a:rPr sz="720">
                <a:solidFill>
                  <a:srgbClr val="191919"/>
                </a:solidFill>
                <a:latin typeface="AvenirNext LT Pro Regular"/>
              </a:rPr>
              <a:t>Underlying physics built out and refined (literature-anchored calibration).</a:t>
            </a:r>
          </a:p>
        </p:txBody>
      </p:sp>
      <p:sp>
        <p:nvSpPr>
          <p:cNvPr id="34" name="Rounded Rectangle 33"/>
          <p:cNvSpPr/>
          <p:nvPr/>
        </p:nvSpPr>
        <p:spPr>
          <a:xfrm>
            <a:off x="6153912" y="3913632"/>
            <a:ext cx="566928" cy="192024"/>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53912" y="3945636"/>
            <a:ext cx="566928" cy="146304"/>
          </a:xfrm>
          <a:prstGeom prst="rect">
            <a:avLst/>
          </a:prstGeom>
          <a:noFill/>
        </p:spPr>
        <p:txBody>
          <a:bodyPr wrap="square" anchor="t" lIns="0" rIns="0" tIns="0" bIns="0">
            <a:spAutoFit/>
          </a:bodyPr>
          <a:lstStyle/>
          <a:p>
            <a:pPr algn="ctr">
              <a:lnSpc>
                <a:spcPct val="120000"/>
              </a:lnSpc>
              <a:spcAft>
                <a:spcPts val="200"/>
              </a:spcAft>
            </a:pPr>
            <a:r>
              <a:rPr sz="680" spc="50">
                <a:solidFill>
                  <a:srgbClr val="00B388"/>
                </a:solidFill>
                <a:latin typeface="AvenirNext LT Pro Medium"/>
              </a:rPr>
              <a:t>NEXT</a:t>
            </a:r>
          </a:p>
        </p:txBody>
      </p:sp>
      <p:sp>
        <p:nvSpPr>
          <p:cNvPr id="36" name="TextBox 35"/>
          <p:cNvSpPr txBox="1"/>
          <p:nvPr/>
        </p:nvSpPr>
        <p:spPr>
          <a:xfrm>
            <a:off x="6153912" y="4169663"/>
            <a:ext cx="2258568" cy="384048"/>
          </a:xfrm>
          <a:prstGeom prst="rect">
            <a:avLst/>
          </a:prstGeom>
          <a:noFill/>
        </p:spPr>
        <p:txBody>
          <a:bodyPr wrap="square" anchor="t" lIns="0" rIns="0" tIns="0" bIns="0">
            <a:spAutoFit/>
          </a:bodyPr>
          <a:lstStyle/>
          <a:p>
            <a:pPr>
              <a:lnSpc>
                <a:spcPct val="118000"/>
              </a:lnSpc>
              <a:spcAft>
                <a:spcPts val="200"/>
              </a:spcAft>
            </a:pPr>
            <a:r>
              <a:rPr sz="720">
                <a:solidFill>
                  <a:srgbClr val="191919"/>
                </a:solidFill>
                <a:latin typeface="AvenirNext LT Pro Regular"/>
              </a:rPr>
              <a:t>Calibration against real tool data.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rPr sz="2200" spc="20">
                <a:solidFill>
                  <a:srgbClr val="00B388"/>
                </a:solidFill>
                <a:latin typeface="AvenirNext LT Pro Light"/>
              </a:rPr>
              <a:t>Autonomy ladder and engineering specification</a:t>
            </a:r>
          </a:p>
        </p:txBody>
      </p:sp>
      <p:sp>
        <p:nvSpPr>
          <p:cNvPr id="3" name="Content Placeholder 2"/>
          <p:cNvSpPr>
            <a:spLocks noGrp="1"/>
          </p:cNvSpPr>
          <p:nvPr>
            <p:ph idx="14" sz="quarter"/>
          </p:nvPr>
        </p:nvSpPr>
        <p:spPr/>
        <p:txBody>
          <a:bodyPr/>
          <a:lstStyle/>
          <a:p>
            <a:r>
              <a:rPr sz="800" spc="80">
                <a:solidFill>
                  <a:srgbClr val="191919"/>
                </a:solidFill>
                <a:latin typeface="AvenirNext LT Pro Medium"/>
              </a:rPr>
              <a:t>AI AUTONOMOUS OPERATION PROPOSAL · AUTONOMY ROADMAP</a:t>
            </a:r>
          </a:p>
        </p:txBody>
      </p:sp>
      <p:sp>
        <p:nvSpPr>
          <p:cNvPr id="4" name="TextBox 3"/>
          <p:cNvSpPr txBox="1"/>
          <p:nvPr/>
        </p:nvSpPr>
        <p:spPr>
          <a:xfrm>
            <a:off x="2331720" y="1298448"/>
            <a:ext cx="1783080" cy="182880"/>
          </a:xfrm>
          <a:prstGeom prst="rect">
            <a:avLst/>
          </a:prstGeom>
          <a:noFill/>
        </p:spPr>
        <p:txBody>
          <a:bodyPr wrap="square" anchor="t" lIns="0" rIns="0" tIns="0" bIns="0">
            <a:spAutoFit/>
          </a:bodyPr>
          <a:lstStyle/>
          <a:p>
            <a:pPr>
              <a:lnSpc>
                <a:spcPct val="120000"/>
              </a:lnSpc>
              <a:spcAft>
                <a:spcPts val="200"/>
              </a:spcAft>
            </a:pPr>
            <a:r>
              <a:rPr sz="700" spc="60">
                <a:solidFill>
                  <a:srgbClr val="8C8C8C"/>
                </a:solidFill>
                <a:latin typeface="AvenirNext LT Pro Medium"/>
              </a:rPr>
              <a:t>SCOPE</a:t>
            </a:r>
          </a:p>
        </p:txBody>
      </p:sp>
      <p:sp>
        <p:nvSpPr>
          <p:cNvPr id="5" name="TextBox 4"/>
          <p:cNvSpPr txBox="1"/>
          <p:nvPr/>
        </p:nvSpPr>
        <p:spPr>
          <a:xfrm>
            <a:off x="4224528" y="1298448"/>
            <a:ext cx="4206240" cy="182880"/>
          </a:xfrm>
          <a:prstGeom prst="rect">
            <a:avLst/>
          </a:prstGeom>
          <a:noFill/>
        </p:spPr>
        <p:txBody>
          <a:bodyPr wrap="square" anchor="t" lIns="0" rIns="0" tIns="0" bIns="0">
            <a:spAutoFit/>
          </a:bodyPr>
          <a:lstStyle/>
          <a:p>
            <a:pPr>
              <a:lnSpc>
                <a:spcPct val="120000"/>
              </a:lnSpc>
              <a:spcAft>
                <a:spcPts val="200"/>
              </a:spcAft>
            </a:pPr>
            <a:r>
              <a:rPr sz="700" spc="30">
                <a:solidFill>
                  <a:srgbClr val="8C8C8C"/>
                </a:solidFill>
                <a:latin typeface="AvenirNext LT Pro Medium"/>
              </a:rPr>
              <a:t>ENTRY CONDITIONS — QUALITATIVE FOR NOW; NUMERIC GATES SET AFTER BASELINE MEASUREMENT</a:t>
            </a:r>
          </a:p>
        </p:txBody>
      </p:sp>
      <p:sp>
        <p:nvSpPr>
          <p:cNvPr id="6" name="Rounded Rectangle 5"/>
          <p:cNvSpPr/>
          <p:nvPr/>
        </p:nvSpPr>
        <p:spPr>
          <a:xfrm>
            <a:off x="612648" y="1554480"/>
            <a:ext cx="7918704" cy="713232"/>
          </a:xfrm>
          <a:prstGeom prst="roundRect">
            <a:avLst>
              <a:gd name="adj" fmla="val 10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700784"/>
            <a:ext cx="420624" cy="420624"/>
          </a:xfrm>
          <a:prstGeom prst="roundRect">
            <a:avLst>
              <a:gd name="adj" fmla="val 28000"/>
            </a:avLst>
          </a:prstGeom>
          <a:solidFill>
            <a:srgbClr val="3CDB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801368"/>
            <a:ext cx="420624" cy="219456"/>
          </a:xfrm>
          <a:prstGeom prst="rect">
            <a:avLst/>
          </a:prstGeom>
          <a:noFill/>
        </p:spPr>
        <p:txBody>
          <a:bodyPr wrap="square" anchor="t" lIns="0" rIns="0" tIns="0" bIns="0">
            <a:spAutoFit/>
          </a:bodyPr>
          <a:lstStyle/>
          <a:p>
            <a:pPr algn="ctr">
              <a:lnSpc>
                <a:spcPct val="120000"/>
              </a:lnSpc>
              <a:spcAft>
                <a:spcPts val="200"/>
              </a:spcAft>
            </a:pPr>
            <a:r>
              <a:rPr sz="1100">
                <a:solidFill>
                  <a:srgbClr val="000000"/>
                </a:solidFill>
                <a:latin typeface="AvenirNext LT Pro Medium"/>
              </a:rPr>
              <a:t>L1</a:t>
            </a:r>
          </a:p>
        </p:txBody>
      </p:sp>
      <p:sp>
        <p:nvSpPr>
          <p:cNvPr id="9" name="TextBox 8"/>
          <p:cNvSpPr txBox="1"/>
          <p:nvPr/>
        </p:nvSpPr>
        <p:spPr>
          <a:xfrm>
            <a:off x="1298448" y="1645920"/>
            <a:ext cx="960120" cy="585216"/>
          </a:xfrm>
          <a:prstGeom prst="rect">
            <a:avLst/>
          </a:prstGeom>
          <a:noFill/>
        </p:spPr>
        <p:txBody>
          <a:bodyPr wrap="square" anchor="ctr" lIns="0" rIns="0" tIns="0" bIns="0">
            <a:spAutoFit/>
          </a:bodyPr>
          <a:lstStyle/>
          <a:p>
            <a:pPr>
              <a:lnSpc>
                <a:spcPct val="110000"/>
              </a:lnSpc>
              <a:spcAft>
                <a:spcPts val="200"/>
              </a:spcAft>
            </a:pPr>
            <a:r>
              <a:rPr sz="850">
                <a:solidFill>
                  <a:srgbClr val="191919"/>
                </a:solidFill>
                <a:latin typeface="AvenirNext LT Pro Medium"/>
              </a:rPr>
              <a:t>Observe</a:t>
            </a:r>
          </a:p>
        </p:txBody>
      </p:sp>
      <p:sp>
        <p:nvSpPr>
          <p:cNvPr id="10" name="TextBox 9"/>
          <p:cNvSpPr txBox="1"/>
          <p:nvPr/>
        </p:nvSpPr>
        <p:spPr>
          <a:xfrm>
            <a:off x="2331720" y="1645920"/>
            <a:ext cx="1783080" cy="585216"/>
          </a:xfrm>
          <a:prstGeom prst="rect">
            <a:avLst/>
          </a:prstGeom>
          <a:noFill/>
        </p:spPr>
        <p:txBody>
          <a:bodyPr wrap="square" anchor="ctr" lIns="0" rIns="0" tIns="0" bIns="0">
            <a:spAutoFit/>
          </a:bodyPr>
          <a:lstStyle/>
          <a:p>
            <a:pPr>
              <a:lnSpc>
                <a:spcPct val="118000"/>
              </a:lnSpc>
              <a:spcAft>
                <a:spcPts val="200"/>
              </a:spcAft>
            </a:pPr>
            <a:r>
              <a:rPr sz="730">
                <a:solidFill>
                  <a:srgbClr val="191919"/>
                </a:solidFill>
                <a:latin typeface="AvenirNext LT Pro Regular"/>
              </a:rPr>
              <a:t>Read-only acquisition; full data capture during runs.</a:t>
            </a:r>
          </a:p>
        </p:txBody>
      </p:sp>
      <p:sp>
        <p:nvSpPr>
          <p:cNvPr id="11" name="TextBox 10"/>
          <p:cNvSpPr txBox="1"/>
          <p:nvPr/>
        </p:nvSpPr>
        <p:spPr>
          <a:xfrm>
            <a:off x="4224528" y="1645920"/>
            <a:ext cx="4160520" cy="585216"/>
          </a:xfrm>
          <a:prstGeom prst="rect">
            <a:avLst/>
          </a:prstGeom>
          <a:noFill/>
        </p:spPr>
        <p:txBody>
          <a:bodyPr wrap="square" anchor="ctr" lIns="0" rIns="0" tIns="0" bIns="0">
            <a:spAutoFit/>
          </a:bodyPr>
          <a:lstStyle/>
          <a:p>
            <a:pPr>
              <a:lnSpc>
                <a:spcPct val="118000"/>
              </a:lnSpc>
              <a:spcAft>
                <a:spcPts val="200"/>
              </a:spcAft>
            </a:pPr>
            <a:r>
              <a:rPr sz="730">
                <a:solidFill>
                  <a:srgbClr val="191919"/>
                </a:solidFill>
                <a:latin typeface="AvenirNext LT Pro Regular"/>
              </a:rPr>
              <a:t>Data contract accepted: every signal captured with trustworthy time synchronisation; the ingest validation layer proven by fault injection to actually reject bad data.</a:t>
            </a:r>
          </a:p>
        </p:txBody>
      </p:sp>
      <p:sp>
        <p:nvSpPr>
          <p:cNvPr id="12" name="Rounded Rectangle 11"/>
          <p:cNvSpPr/>
          <p:nvPr/>
        </p:nvSpPr>
        <p:spPr>
          <a:xfrm>
            <a:off x="612648" y="2322576"/>
            <a:ext cx="7918704" cy="713232"/>
          </a:xfrm>
          <a:prstGeom prst="roundRect">
            <a:avLst>
              <a:gd name="adj" fmla="val 10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49808" y="2468880"/>
            <a:ext cx="420624" cy="420624"/>
          </a:xfrm>
          <a:prstGeom prst="roundRect">
            <a:avLst>
              <a:gd name="adj" fmla="val 28000"/>
            </a:avLst>
          </a:prstGeom>
          <a:solidFill>
            <a:srgbClr val="307F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8" y="2569464"/>
            <a:ext cx="420624" cy="219456"/>
          </a:xfrm>
          <a:prstGeom prst="rect">
            <a:avLst/>
          </a:prstGeom>
          <a:noFill/>
        </p:spPr>
        <p:txBody>
          <a:bodyPr wrap="square" anchor="t" lIns="0" rIns="0" tIns="0" bIns="0">
            <a:spAutoFit/>
          </a:bodyPr>
          <a:lstStyle/>
          <a:p>
            <a:pPr algn="ctr">
              <a:lnSpc>
                <a:spcPct val="120000"/>
              </a:lnSpc>
              <a:spcAft>
                <a:spcPts val="200"/>
              </a:spcAft>
            </a:pPr>
            <a:r>
              <a:rPr sz="1100">
                <a:solidFill>
                  <a:srgbClr val="FFFFFF"/>
                </a:solidFill>
                <a:latin typeface="AvenirNext LT Pro Medium"/>
              </a:rPr>
              <a:t>L2</a:t>
            </a:r>
          </a:p>
        </p:txBody>
      </p:sp>
      <p:sp>
        <p:nvSpPr>
          <p:cNvPr id="15" name="TextBox 14"/>
          <p:cNvSpPr txBox="1"/>
          <p:nvPr/>
        </p:nvSpPr>
        <p:spPr>
          <a:xfrm>
            <a:off x="1298448" y="2414016"/>
            <a:ext cx="960120" cy="585216"/>
          </a:xfrm>
          <a:prstGeom prst="rect">
            <a:avLst/>
          </a:prstGeom>
          <a:noFill/>
        </p:spPr>
        <p:txBody>
          <a:bodyPr wrap="square" anchor="ctr" lIns="0" rIns="0" tIns="0" bIns="0">
            <a:spAutoFit/>
          </a:bodyPr>
          <a:lstStyle/>
          <a:p>
            <a:pPr>
              <a:lnSpc>
                <a:spcPct val="110000"/>
              </a:lnSpc>
              <a:spcAft>
                <a:spcPts val="200"/>
              </a:spcAft>
            </a:pPr>
            <a:r>
              <a:rPr sz="850">
                <a:solidFill>
                  <a:srgbClr val="191919"/>
                </a:solidFill>
                <a:latin typeface="AvenirNext LT Pro Medium"/>
              </a:rPr>
              <a:t>Shadow</a:t>
            </a:r>
          </a:p>
        </p:txBody>
      </p:sp>
      <p:sp>
        <p:nvSpPr>
          <p:cNvPr id="16" name="TextBox 15"/>
          <p:cNvSpPr txBox="1"/>
          <p:nvPr/>
        </p:nvSpPr>
        <p:spPr>
          <a:xfrm>
            <a:off x="2331720" y="2414016"/>
            <a:ext cx="1783080" cy="585216"/>
          </a:xfrm>
          <a:prstGeom prst="rect">
            <a:avLst/>
          </a:prstGeom>
          <a:noFill/>
        </p:spPr>
        <p:txBody>
          <a:bodyPr wrap="square" anchor="ctr" lIns="0" rIns="0" tIns="0" bIns="0">
            <a:spAutoFit/>
          </a:bodyPr>
          <a:lstStyle/>
          <a:p>
            <a:pPr>
              <a:lnSpc>
                <a:spcPct val="118000"/>
              </a:lnSpc>
              <a:spcAft>
                <a:spcPts val="200"/>
              </a:spcAft>
            </a:pPr>
            <a:r>
              <a:rPr sz="730">
                <a:solidFill>
                  <a:srgbClr val="191919"/>
                </a:solidFill>
                <a:latin typeface="AvenirNext LT Pro Regular"/>
              </a:rPr>
              <a:t>AI issues decisions with rationale; nothing is written to the tool.</a:t>
            </a:r>
          </a:p>
        </p:txBody>
      </p:sp>
      <p:sp>
        <p:nvSpPr>
          <p:cNvPr id="17" name="TextBox 16"/>
          <p:cNvSpPr txBox="1"/>
          <p:nvPr/>
        </p:nvSpPr>
        <p:spPr>
          <a:xfrm>
            <a:off x="4224528" y="2414016"/>
            <a:ext cx="4160520" cy="585216"/>
          </a:xfrm>
          <a:prstGeom prst="rect">
            <a:avLst/>
          </a:prstGeom>
          <a:noFill/>
        </p:spPr>
        <p:txBody>
          <a:bodyPr wrap="square" anchor="ctr" lIns="0" rIns="0" tIns="0" bIns="0">
            <a:spAutoFit/>
          </a:bodyPr>
          <a:lstStyle/>
          <a:p>
            <a:pPr>
              <a:lnSpc>
                <a:spcPct val="118000"/>
              </a:lnSpc>
              <a:spcAft>
                <a:spcPts val="200"/>
              </a:spcAft>
            </a:pPr>
            <a:r>
              <a:rPr sz="730">
                <a:solidFill>
                  <a:srgbClr val="191919"/>
                </a:solidFill>
                <a:latin typeface="AvenirNext LT Pro Regular"/>
              </a:rPr>
              <a:t>Model calibration passes its acceptance check on our own tool data; perception agrees with expert judgement consistently across a sustained shadow period.</a:t>
            </a:r>
          </a:p>
        </p:txBody>
      </p:sp>
      <p:sp>
        <p:nvSpPr>
          <p:cNvPr id="18" name="Rounded Rectangle 17"/>
          <p:cNvSpPr/>
          <p:nvPr/>
        </p:nvSpPr>
        <p:spPr>
          <a:xfrm>
            <a:off x="612648" y="3090672"/>
            <a:ext cx="7918704" cy="713232"/>
          </a:xfrm>
          <a:prstGeom prst="roundRect">
            <a:avLst>
              <a:gd name="adj" fmla="val 10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49808" y="3236976"/>
            <a:ext cx="420624" cy="420624"/>
          </a:xfrm>
          <a:prstGeom prst="roundRect">
            <a:avLst>
              <a:gd name="adj" fmla="val 28000"/>
            </a:avLst>
          </a:prstGeom>
          <a:solidFill>
            <a:srgbClr val="6A6D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337560"/>
            <a:ext cx="420624" cy="219456"/>
          </a:xfrm>
          <a:prstGeom prst="rect">
            <a:avLst/>
          </a:prstGeom>
          <a:noFill/>
        </p:spPr>
        <p:txBody>
          <a:bodyPr wrap="square" anchor="t" lIns="0" rIns="0" tIns="0" bIns="0">
            <a:spAutoFit/>
          </a:bodyPr>
          <a:lstStyle/>
          <a:p>
            <a:pPr algn="ctr">
              <a:lnSpc>
                <a:spcPct val="120000"/>
              </a:lnSpc>
              <a:spcAft>
                <a:spcPts val="200"/>
              </a:spcAft>
            </a:pPr>
            <a:r>
              <a:rPr sz="1100">
                <a:solidFill>
                  <a:srgbClr val="FFFFFF"/>
                </a:solidFill>
                <a:latin typeface="AvenirNext LT Pro Medium"/>
              </a:rPr>
              <a:t>L3</a:t>
            </a:r>
          </a:p>
        </p:txBody>
      </p:sp>
      <p:sp>
        <p:nvSpPr>
          <p:cNvPr id="21" name="TextBox 20"/>
          <p:cNvSpPr txBox="1"/>
          <p:nvPr/>
        </p:nvSpPr>
        <p:spPr>
          <a:xfrm>
            <a:off x="1298448" y="3182112"/>
            <a:ext cx="960120" cy="585216"/>
          </a:xfrm>
          <a:prstGeom prst="rect">
            <a:avLst/>
          </a:prstGeom>
          <a:noFill/>
        </p:spPr>
        <p:txBody>
          <a:bodyPr wrap="square" anchor="ctr" lIns="0" rIns="0" tIns="0" bIns="0">
            <a:spAutoFit/>
          </a:bodyPr>
          <a:lstStyle/>
          <a:p>
            <a:pPr>
              <a:lnSpc>
                <a:spcPct val="110000"/>
              </a:lnSpc>
              <a:spcAft>
                <a:spcPts val="200"/>
              </a:spcAft>
            </a:pPr>
            <a:r>
              <a:rPr sz="850">
                <a:solidFill>
                  <a:srgbClr val="191919"/>
                </a:solidFill>
                <a:latin typeface="AvenirNext LT Pro Medium"/>
              </a:rPr>
              <a:t>Supervised loop</a:t>
            </a:r>
          </a:p>
        </p:txBody>
      </p:sp>
      <p:sp>
        <p:nvSpPr>
          <p:cNvPr id="22" name="TextBox 21"/>
          <p:cNvSpPr txBox="1"/>
          <p:nvPr/>
        </p:nvSpPr>
        <p:spPr>
          <a:xfrm>
            <a:off x="2331720" y="3182112"/>
            <a:ext cx="1783080" cy="585216"/>
          </a:xfrm>
          <a:prstGeom prst="rect">
            <a:avLst/>
          </a:prstGeom>
          <a:noFill/>
        </p:spPr>
        <p:txBody>
          <a:bodyPr wrap="square" anchor="ctr" lIns="0" rIns="0" tIns="0" bIns="0">
            <a:spAutoFit/>
          </a:bodyPr>
          <a:lstStyle/>
          <a:p>
            <a:pPr>
              <a:lnSpc>
                <a:spcPct val="118000"/>
              </a:lnSpc>
              <a:spcAft>
                <a:spcPts val="200"/>
              </a:spcAft>
            </a:pPr>
            <a:r>
              <a:rPr sz="730">
                <a:solidFill>
                  <a:srgbClr val="191919"/>
                </a:solidFill>
                <a:latin typeface="AvenirNext LT Pro Regular"/>
              </a:rPr>
              <a:t>Single variable, then multivariable (MBE, PVD); one-click engineer takeover at every step.</a:t>
            </a:r>
          </a:p>
        </p:txBody>
      </p:sp>
      <p:sp>
        <p:nvSpPr>
          <p:cNvPr id="23" name="TextBox 22"/>
          <p:cNvSpPr txBox="1"/>
          <p:nvPr/>
        </p:nvSpPr>
        <p:spPr>
          <a:xfrm>
            <a:off x="4224528" y="3182112"/>
            <a:ext cx="4160520" cy="585216"/>
          </a:xfrm>
          <a:prstGeom prst="rect">
            <a:avLst/>
          </a:prstGeom>
          <a:noFill/>
        </p:spPr>
        <p:txBody>
          <a:bodyPr wrap="square" anchor="ctr" lIns="0" rIns="0" tIns="0" bIns="0">
            <a:spAutoFit/>
          </a:bodyPr>
          <a:lstStyle/>
          <a:p>
            <a:pPr>
              <a:lnSpc>
                <a:spcPct val="118000"/>
              </a:lnSpc>
              <a:spcAft>
                <a:spcPts val="200"/>
              </a:spcAft>
            </a:pPr>
            <a:r>
              <a:rPr sz="730">
                <a:solidFill>
                  <a:srgbClr val="191919"/>
                </a:solidFill>
                <a:latin typeface="AvenirNext LT Pro Regular"/>
              </a:rPr>
              <a:t>Control law clears the full fault-injection suite in simulation; write-back latency verified against fast-loop needs; watchdogs and clamps proven in red-then-green drills; every recipe change passes the independent confirmation gate.</a:t>
            </a:r>
          </a:p>
        </p:txBody>
      </p:sp>
      <p:sp>
        <p:nvSpPr>
          <p:cNvPr id="24" name="Rounded Rectangle 23"/>
          <p:cNvSpPr/>
          <p:nvPr/>
        </p:nvSpPr>
        <p:spPr>
          <a:xfrm>
            <a:off x="612648" y="3858768"/>
            <a:ext cx="7918704" cy="713232"/>
          </a:xfrm>
          <a:prstGeom prst="roundRect">
            <a:avLst>
              <a:gd name="adj" fmla="val 10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749808" y="4005072"/>
            <a:ext cx="420624" cy="420624"/>
          </a:xfrm>
          <a:prstGeom prst="roundRect">
            <a:avLst>
              <a:gd name="adj" fmla="val 28000"/>
            </a:avLst>
          </a:prstGeom>
          <a:solidFill>
            <a:srgbClr val="00B3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9808" y="4105656"/>
            <a:ext cx="420624" cy="219456"/>
          </a:xfrm>
          <a:prstGeom prst="rect">
            <a:avLst/>
          </a:prstGeom>
          <a:noFill/>
        </p:spPr>
        <p:txBody>
          <a:bodyPr wrap="square" anchor="t" lIns="0" rIns="0" tIns="0" bIns="0">
            <a:spAutoFit/>
          </a:bodyPr>
          <a:lstStyle/>
          <a:p>
            <a:pPr algn="ctr">
              <a:lnSpc>
                <a:spcPct val="120000"/>
              </a:lnSpc>
              <a:spcAft>
                <a:spcPts val="200"/>
              </a:spcAft>
            </a:pPr>
            <a:r>
              <a:rPr sz="1100">
                <a:solidFill>
                  <a:srgbClr val="FFFFFF"/>
                </a:solidFill>
                <a:latin typeface="AvenirNext LT Pro Medium"/>
              </a:rPr>
              <a:t>L4</a:t>
            </a:r>
          </a:p>
        </p:txBody>
      </p:sp>
      <p:sp>
        <p:nvSpPr>
          <p:cNvPr id="27" name="TextBox 26"/>
          <p:cNvSpPr txBox="1"/>
          <p:nvPr/>
        </p:nvSpPr>
        <p:spPr>
          <a:xfrm>
            <a:off x="1298448" y="3950207"/>
            <a:ext cx="960120" cy="585216"/>
          </a:xfrm>
          <a:prstGeom prst="rect">
            <a:avLst/>
          </a:prstGeom>
          <a:noFill/>
        </p:spPr>
        <p:txBody>
          <a:bodyPr wrap="square" anchor="ctr" lIns="0" rIns="0" tIns="0" bIns="0">
            <a:spAutoFit/>
          </a:bodyPr>
          <a:lstStyle/>
          <a:p>
            <a:pPr>
              <a:lnSpc>
                <a:spcPct val="110000"/>
              </a:lnSpc>
              <a:spcAft>
                <a:spcPts val="200"/>
              </a:spcAft>
            </a:pPr>
            <a:r>
              <a:rPr sz="850">
                <a:solidFill>
                  <a:srgbClr val="191919"/>
                </a:solidFill>
                <a:latin typeface="AvenirNext LT Pro Medium"/>
              </a:rPr>
              <a:t>Unattended</a:t>
            </a:r>
          </a:p>
        </p:txBody>
      </p:sp>
      <p:sp>
        <p:nvSpPr>
          <p:cNvPr id="28" name="TextBox 27"/>
          <p:cNvSpPr txBox="1"/>
          <p:nvPr/>
        </p:nvSpPr>
        <p:spPr>
          <a:xfrm>
            <a:off x="2331720" y="3950207"/>
            <a:ext cx="1783080" cy="585216"/>
          </a:xfrm>
          <a:prstGeom prst="rect">
            <a:avLst/>
          </a:prstGeom>
          <a:noFill/>
        </p:spPr>
        <p:txBody>
          <a:bodyPr wrap="square" anchor="ctr" lIns="0" rIns="0" tIns="0" bIns="0">
            <a:spAutoFit/>
          </a:bodyPr>
          <a:lstStyle/>
          <a:p>
            <a:pPr>
              <a:lnSpc>
                <a:spcPct val="118000"/>
              </a:lnSpc>
              <a:spcAft>
                <a:spcPts val="200"/>
              </a:spcAft>
            </a:pPr>
            <a:r>
              <a:rPr sz="730">
                <a:solidFill>
                  <a:srgbClr val="191919"/>
                </a:solidFill>
                <a:latin typeface="AvenirNext LT Pro Regular"/>
              </a:rPr>
              <a:t>Continuous unattended operation.</a:t>
            </a:r>
          </a:p>
        </p:txBody>
      </p:sp>
      <p:sp>
        <p:nvSpPr>
          <p:cNvPr id="29" name="TextBox 28"/>
          <p:cNvSpPr txBox="1"/>
          <p:nvPr/>
        </p:nvSpPr>
        <p:spPr>
          <a:xfrm>
            <a:off x="4224528" y="3950207"/>
            <a:ext cx="4160520" cy="585216"/>
          </a:xfrm>
          <a:prstGeom prst="rect">
            <a:avLst/>
          </a:prstGeom>
          <a:noFill/>
        </p:spPr>
        <p:txBody>
          <a:bodyPr wrap="square" anchor="ctr" lIns="0" rIns="0" tIns="0" bIns="0">
            <a:spAutoFit/>
          </a:bodyPr>
          <a:lstStyle/>
          <a:p>
            <a:pPr>
              <a:lnSpc>
                <a:spcPct val="118000"/>
              </a:lnSpc>
              <a:spcAft>
                <a:spcPts val="200"/>
              </a:spcAft>
            </a:pPr>
            <a:r>
              <a:rPr sz="730">
                <a:solidFill>
                  <a:srgbClr val="191919"/>
                </a:solidFill>
                <a:latin typeface="AvenirNext LT Pro Regular"/>
              </a:rPr>
              <a:t>Supervised operation stable over a sustained period; EHS and insurance sign-off in writing; unattended and fallback drills (network loss, heartbeat loss, sensor failure) all passed.</a:t>
            </a:r>
          </a:p>
        </p:txBody>
      </p:sp>
    </p:spTree>
  </p:cSld>
  <p:clrMapOvr>
    <a:masterClrMapping/>
  </p:clrMapOvr>
</p:sld>
</file>

<file path=ppt/theme/theme1.xml><?xml version="1.0" encoding="utf-8"?>
<a:theme xmlns:a="http://schemas.openxmlformats.org/drawingml/2006/main" name="MRDI_System font">
  <a:themeElements>
    <a:clrScheme name="Testing for MRDI">
      <a:dk1>
        <a:srgbClr val="191919"/>
      </a:dk1>
      <a:lt1>
        <a:srgbClr val="FEFFFF"/>
      </a:lt1>
      <a:dk2>
        <a:srgbClr val="00B388"/>
      </a:dk2>
      <a:lt2>
        <a:srgbClr val="F5F5F5"/>
      </a:lt2>
      <a:accent1>
        <a:srgbClr val="00B388"/>
      </a:accent1>
      <a:accent2>
        <a:srgbClr val="696DCD"/>
      </a:accent2>
      <a:accent3>
        <a:srgbClr val="EF60A3"/>
      </a:accent3>
      <a:accent4>
        <a:srgbClr val="307FE2"/>
      </a:accent4>
      <a:accent5>
        <a:srgbClr val="3CDBC0"/>
      </a:accent5>
      <a:accent6>
        <a:srgbClr val="9699DC"/>
      </a:accent6>
      <a:hlink>
        <a:srgbClr val="00B685"/>
      </a:hlink>
      <a:folHlink>
        <a:srgbClr val="D9D9D6"/>
      </a:folHlink>
    </a:clrScheme>
    <a:fontScheme name="Avenir Next">
      <a:majorFont>
        <a:latin typeface="Avenir Next"/>
        <a:ea typeface="微軟正黑體 Bold"/>
        <a:cs typeface=""/>
      </a:majorFont>
      <a:minorFont>
        <a:latin typeface="Avenir Next"/>
        <a:ea typeface="微軟正黑體 Regular"/>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RDI_System Font_Avenir Next LT Pro .potx" id="{858DA585-415B-5C49-949B-D2FB951425D1}" vid="{B0DE1230-2BDE-CE44-A61D-F0E23B3A6858}"/>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036E4847BD80E241AD671FD9ED4F6360" ma:contentTypeVersion="21" ma:contentTypeDescription="Create a new document." ma:contentTypeScope="" ma:versionID="4069c741a583665eed84be1efd03745f">
  <xsd:schema xmlns:xsd="http://www.w3.org/2001/XMLSchema" xmlns:xs="http://www.w3.org/2001/XMLSchema" xmlns:p="http://schemas.microsoft.com/office/2006/metadata/properties" xmlns:ns2="ec86daf3-54cc-4371-8b45-255dbc846304" xmlns:ns3="0fc404c9-74b8-4235-a9fc-590446d087ba" targetNamespace="http://schemas.microsoft.com/office/2006/metadata/properties" ma:root="true" ma:fieldsID="8b66d103d2bd64bb270579f4551d1277" ns2:_="" ns3:_="">
    <xsd:import namespace="ec86daf3-54cc-4371-8b45-255dbc846304"/>
    <xsd:import namespace="0fc404c9-74b8-4235-a9fc-590446d087ba"/>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MediaServiceDateTaken" minOccurs="0"/>
                <xsd:element ref="ns2:MediaServiceGenerationTime" minOccurs="0"/>
                <xsd:element ref="ns2:MediaServiceEventHashCode" minOccurs="0"/>
                <xsd:element ref="ns2:MediaLengthInSeconds" minOccurs="0"/>
                <xsd:element ref="ns2:lcf76f155ced4ddcb4097134ff3c332f" minOccurs="0"/>
                <xsd:element ref="ns3:TaxCatchAll" minOccurs="0"/>
                <xsd:element ref="ns2:MediaServiceOCR" minOccurs="0"/>
                <xsd:element ref="ns2:MediaServiceLocation" minOccurs="0"/>
                <xsd:element ref="ns2:MediaServiceBillingMetadata" minOccurs="0"/>
                <xsd:element ref="ns2:Catgory" minOccurs="0"/>
                <xsd:element ref="ns2:Owner" minOccurs="0"/>
                <xsd:element ref="ns2:EffectiveDate" minOccurs="0"/>
                <xsd:element ref="ns2:Status" minOccurs="0"/>
                <xsd:element ref="ns2:Keyword" minOccurs="0"/>
                <xsd:element ref="ns2:Department" minOccurs="0"/>
                <xsd:element ref="ns2:Summary"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c86daf3-54cc-4371-8b45-255dbc84630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DateTaken" ma:index="12" nillable="true" ma:displayName="MediaServiceDateTaken" ma:hidden="true" ma:indexed="true" ma:internalName="MediaServiceDateTaken"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lcf76f155ced4ddcb4097134ff3c332f" ma:index="17" nillable="true" ma:taxonomy="true" ma:internalName="lcf76f155ced4ddcb4097134ff3c332f" ma:taxonomyFieldName="MediaServiceImageTags" ma:displayName="Image Tags" ma:readOnly="false" ma:fieldId="{5cf76f15-5ced-4ddc-b409-7134ff3c332f}" ma:taxonomyMulti="true" ma:sspId="4029c3b0-41e4-415b-9da6-adf6dcc051a0" ma:termSetId="09814cd3-568e-fe90-9814-8d621ff8fb84" ma:anchorId="fba54fb3-c3e1-fe81-a776-ca4b69148c4d" ma:open="true" ma:isKeyword="false">
      <xsd:complexType>
        <xsd:sequence>
          <xsd:element ref="pc:Terms" minOccurs="0" maxOccurs="1"/>
        </xsd:sequence>
      </xsd:complexType>
    </xsd:element>
    <xsd:element name="MediaServiceOCR" ma:index="19" nillable="true" ma:displayName="Extracted Text" ma:internalName="MediaServiceOCR" ma:readOnly="true">
      <xsd:simpleType>
        <xsd:restriction base="dms:Note">
          <xsd:maxLength value="255"/>
        </xsd:restriction>
      </xsd:simpleType>
    </xsd:element>
    <xsd:element name="MediaServiceLocation" ma:index="20" nillable="true" ma:displayName="Location" ma:indexed="true" ma:internalName="MediaServiceLocation" ma:readOnly="true">
      <xsd:simpleType>
        <xsd:restriction base="dms:Text"/>
      </xsd:simpleType>
    </xsd:element>
    <xsd:element name="MediaServiceBillingMetadata" ma:index="21" nillable="true" ma:displayName="MediaServiceBillingMetadata" ma:hidden="true" ma:internalName="MediaServiceBillingMetadata" ma:readOnly="true">
      <xsd:simpleType>
        <xsd:restriction base="dms:Note"/>
      </xsd:simpleType>
    </xsd:element>
    <xsd:element name="Catgory" ma:index="22" nillable="true" ma:displayName="Catgory" ma:format="Dropdown" ma:internalName="Catgory">
      <xsd:simpleType>
        <xsd:restriction base="dms:Text">
          <xsd:maxLength value="255"/>
        </xsd:restriction>
      </xsd:simpleType>
    </xsd:element>
    <xsd:element name="Owner" ma:index="23" nillable="true" ma:displayName="Owner" ma:format="Dropdown" ma:internalName="Owner">
      <xsd:simpleType>
        <xsd:restriction base="dms:Text">
          <xsd:maxLength value="255"/>
        </xsd:restriction>
      </xsd:simpleType>
    </xsd:element>
    <xsd:element name="EffectiveDate" ma:index="24" nillable="true" ma:displayName="EffectiveDate" ma:default="[today]" ma:format="DateOnly" ma:internalName="EffectiveDate">
      <xsd:simpleType>
        <xsd:restriction base="dms:DateTime"/>
      </xsd:simpleType>
    </xsd:element>
    <xsd:element name="Status" ma:index="25" nillable="true" ma:displayName="Status" ma:format="Dropdown" ma:internalName="Status">
      <xsd:simpleType>
        <xsd:restriction base="dms:Text">
          <xsd:maxLength value="255"/>
        </xsd:restriction>
      </xsd:simpleType>
    </xsd:element>
    <xsd:element name="Keyword" ma:index="26" nillable="true" ma:displayName="Keyword" ma:format="Dropdown" ma:internalName="Keyword">
      <xsd:simpleType>
        <xsd:restriction base="dms:Text">
          <xsd:maxLength value="255"/>
        </xsd:restriction>
      </xsd:simpleType>
    </xsd:element>
    <xsd:element name="Department" ma:index="27" nillable="true" ma:displayName="Department" ma:format="Dropdown" ma:internalName="Department">
      <xsd:simpleType>
        <xsd:restriction base="dms:Text">
          <xsd:maxLength value="255"/>
        </xsd:restriction>
      </xsd:simpleType>
    </xsd:element>
    <xsd:element name="Summary" ma:index="28" nillable="true" ma:displayName="Summary" ma:format="Dropdown" ma:internalName="Summary">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0fc404c9-74b8-4235-a9fc-590446d087ba" elementFormDefault="qualified">
    <xsd:import namespace="http://schemas.microsoft.com/office/2006/documentManagement/types"/>
    <xsd:import namespace="http://schemas.microsoft.com/office/infopath/2007/PartnerControls"/>
    <xsd:element name="TaxCatchAll" ma:index="18" nillable="true" ma:displayName="Taxonomy Catch All Column" ma:hidden="true" ma:list="{2b683f08-953f-4826-81cc-c39cd3040095}" ma:internalName="TaxCatchAll" ma:showField="CatchAllData" ma:web="0fc404c9-74b8-4235-a9fc-590446d087ba">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Owner xmlns="ec86daf3-54cc-4371-8b45-255dbc846304" xsi:nil="true"/>
    <TaxCatchAll xmlns="0fc404c9-74b8-4235-a9fc-590446d087ba" xsi:nil="true"/>
    <lcf76f155ced4ddcb4097134ff3c332f xmlns="ec86daf3-54cc-4371-8b45-255dbc846304">
      <Terms xmlns="http://schemas.microsoft.com/office/infopath/2007/PartnerControls"/>
    </lcf76f155ced4ddcb4097134ff3c332f>
    <Keyword xmlns="ec86daf3-54cc-4371-8b45-255dbc846304" xsi:nil="true"/>
    <Summary xmlns="ec86daf3-54cc-4371-8b45-255dbc846304" xsi:nil="true"/>
    <Status xmlns="ec86daf3-54cc-4371-8b45-255dbc846304" xsi:nil="true"/>
    <EffectiveDate xmlns="ec86daf3-54cc-4371-8b45-255dbc846304">2026-03-24T01:53:06+00:00</EffectiveDate>
    <Catgory xmlns="ec86daf3-54cc-4371-8b45-255dbc846304">SOP</Catgory>
    <Department xmlns="ec86daf3-54cc-4371-8b45-255dbc846304" xsi:nil="true"/>
  </documentManagement>
</p:properties>
</file>

<file path=customXml/itemProps1.xml><?xml version="1.0" encoding="utf-8"?>
<ds:datastoreItem xmlns:ds="http://schemas.openxmlformats.org/officeDocument/2006/customXml" ds:itemID="{E389C391-BB32-4D60-9AA4-E046AA36D869}"/>
</file>

<file path=customXml/itemProps2.xml><?xml version="1.0" encoding="utf-8"?>
<ds:datastoreItem xmlns:ds="http://schemas.openxmlformats.org/officeDocument/2006/customXml" ds:itemID="{7A05AFF7-81B7-43EE-9E05-64E740D99DEB}"/>
</file>

<file path=customXml/itemProps3.xml><?xml version="1.0" encoding="utf-8"?>
<ds:datastoreItem xmlns:ds="http://schemas.openxmlformats.org/officeDocument/2006/customXml" ds:itemID="{FA497A0E-6993-4E56-A42E-040A48550A3E}"/>
</file>

<file path=docProps/app.xml><?xml version="1.0" encoding="utf-8"?>
<Properties xmlns="http://schemas.openxmlformats.org/officeDocument/2006/extended-properties" xmlns:vt="http://schemas.openxmlformats.org/officeDocument/2006/docPropsVTypes">
  <Template/>
  <TotalTime>3632</TotalTime>
  <Words>1609</Words>
  <Application>Microsoft Office PowerPoint</Application>
  <PresentationFormat>On-screen Show (16:9)</PresentationFormat>
  <Paragraphs>153</Paragraphs>
  <Slides>23</Slides>
  <Notes>0</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23</vt:i4>
      </vt:variant>
    </vt:vector>
  </HeadingPairs>
  <TitlesOfParts>
    <vt:vector size="33" baseType="lpstr">
      <vt:lpstr>Avenir Next</vt:lpstr>
      <vt:lpstr>Avenir Next Demi Bold</vt:lpstr>
      <vt:lpstr>Avenir Next Medium</vt:lpstr>
      <vt:lpstr>AvenirNext LT Pro Light</vt:lpstr>
      <vt:lpstr>AvenirNext LT Pro Medium</vt:lpstr>
      <vt:lpstr>Aptos</vt:lpstr>
      <vt:lpstr>Arial</vt:lpstr>
      <vt:lpstr>Outfit</vt:lpstr>
      <vt:lpstr>Wingdings</vt:lpstr>
      <vt:lpstr>MRDI_System font</vt:lpstr>
      <vt:lpstr>PowerPoint Presentation</vt:lpstr>
      <vt:lpstr>PowerPoint Presentation</vt:lpstr>
      <vt:lpstr>PowerPoint Presentation</vt:lpstr>
      <vt:lpstr>UNDERSTANDING MRDI: MICROELECTRONICS 101 </vt:lpstr>
      <vt:lpstr>UNDERSTANDING MRDI: MICROELECTRONICS 101 </vt:lpstr>
      <vt:lpstr>How we act : Purposeful,  engaging and fueled with a strong drive.</vt:lpstr>
      <vt:lpstr>How we act : Purposeful,  engaging and fueled with a strong drive.</vt:lpstr>
      <vt:lpstr>PowerPoint Presentation</vt:lpstr>
      <vt:lpstr>PowerPoint Presentation</vt:lpstr>
      <vt:lpstr>THE SCIENCE OF TODAY IS THE TECHNOLOGY OF TOMORROW.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TamBowie</dc:creator>
  <cp:lastModifiedBy>Hoi Ting Lai</cp:lastModifiedBy>
  <cp:revision>195</cp:revision>
  <dcterms:created xsi:type="dcterms:W3CDTF">2024-09-11T16:02:56Z</dcterms:created>
  <dcterms:modified xsi:type="dcterms:W3CDTF">2026-03-18T03:29:16Z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0x010100036E4847BD80E241AD671FD9ED4F6360</vt:lpwstr>
  </property>
</Properties>
</file>