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2.svg" ContentType="image/svg+xml"/>
  <Override PartName="/ppt/media/image4.svg" ContentType="image/svg+xml"/>
  <Override PartName="/ppt/media/image5.svg" ContentType="image/svg+xml"/>
  <Override PartName="/ppt/media/image6.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4"/>
  </p:sldMasterIdLst>
  <p:notesMasterIdLst>
    <p:notesMasterId r:id="rId11"/>
  </p:notesMasterIdLst>
  <p:handoutMasterIdLst>
    <p:handoutMasterId r:id="rId12"/>
  </p:handoutMasterIdLst>
  <p:sldIdLst>
    <p:sldId id="263" r:id="rId5"/>
    <p:sldId id="257" r:id="rId6"/>
    <p:sldId id="256" r:id="rId7"/>
    <p:sldId id="258" r:id="rId8"/>
    <p:sldId id="260" r:id="rId9"/>
    <p:sldId id="259" r:id="rId10"/>
  </p:sldIdLst>
  <p:sldSz cx="9144000" cy="5143500" type="screen16x9"/>
  <p:notesSz cx="6858000" cy="9144000"/>
  <p:defaultTextStyle>
    <a:defPPr>
      <a:defRPr lang="zh-HK"/>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Page" id="{4646E76A-B0C9-8A43-8157-5FACAE7D539B}">
          <p14:sldIdLst>
            <p14:sldId id="263"/>
            <p14:sldId id="257"/>
            <p14:sldId id="256"/>
            <p14:sldId id="258"/>
            <p14:sldId id="260"/>
            <p14:sldId id="259"/>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B388"/>
    <a:srgbClr val="4CAFF0"/>
    <a:srgbClr val="000000"/>
    <a:srgbClr val="FF7EBC"/>
    <a:srgbClr val="9699E1"/>
    <a:srgbClr val="7FEFD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B33AC51-3469-43DF-BE14-42BC2C7A5E2A}" v="2" dt="2026-03-18T03:24:06.241"/>
  </p1510:revLst>
</p1510:revInfo>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030"/>
    <p:restoredTop sz="94708"/>
  </p:normalViewPr>
  <p:slideViewPr>
    <p:cSldViewPr snapToGrid="0">
      <p:cViewPr>
        <p:scale>
          <a:sx n="100" d="100"/>
          <a:sy n="100" d="100"/>
        </p:scale>
        <p:origin x="588" y="-40"/>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80" d="100"/>
        <a:sy n="80" d="100"/>
      </p:scale>
      <p:origin x="0" y="0"/>
    </p:cViewPr>
  </p:sorterViewPr>
  <p:notesViewPr>
    <p:cSldViewPr snapToGrid="0">
      <p:cViewPr varScale="1">
        <p:scale>
          <a:sx n="119" d="100"/>
          <a:sy n="119" d="100"/>
        </p:scale>
        <p:origin x="3152" y="184"/>
      </p:cViewPr>
      <p:guideLst/>
    </p:cSldViewPr>
  </p:notesViewPr>
  <p:gridSpacing cx="72010" cy="7201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notesMaster" Target="notesMasters/notesMaster1.xml"/><Relationship Id="rId12" Type="http://schemas.openxmlformats.org/officeDocument/2006/relationships/handoutMaster" Target="handoutMasters/handout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microsoft.com/office/2016/11/relationships/changesInfo" Target="changesInfos/changesInfo1.xml"/><Relationship Id="rId18"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oi Ting Lai" userId="a471060c-7291-43ae-b7a1-00252d2a55f3" providerId="ADAL" clId="{E7922DBD-E454-4008-88A3-DE4844B61529}"/>
    <pc:docChg chg="modSld">
      <pc:chgData name="Hoi Ting Lai" userId="a471060c-7291-43ae-b7a1-00252d2a55f3" providerId="ADAL" clId="{E7922DBD-E454-4008-88A3-DE4844B61529}" dt="2026-03-18T03:29:13.191" v="40" actId="20577"/>
      <pc:docMkLst>
        <pc:docMk/>
      </pc:docMkLst>
      <pc:sldChg chg="modSp mod">
        <pc:chgData name="Hoi Ting Lai" userId="a471060c-7291-43ae-b7a1-00252d2a55f3" providerId="ADAL" clId="{E7922DBD-E454-4008-88A3-DE4844B61529}" dt="2026-03-18T03:23:00.364" v="28" actId="20577"/>
        <pc:sldMkLst>
          <pc:docMk/>
          <pc:sldMk cId="1148789365" sldId="263"/>
        </pc:sldMkLst>
        <pc:spChg chg="mod">
          <ac:chgData name="Hoi Ting Lai" userId="a471060c-7291-43ae-b7a1-00252d2a55f3" providerId="ADAL" clId="{E7922DBD-E454-4008-88A3-DE4844B61529}" dt="2026-03-18T03:23:00.364" v="28" actId="20577"/>
          <ac:spMkLst>
            <pc:docMk/>
            <pc:sldMk cId="1148789365" sldId="263"/>
            <ac:spMk id="6" creationId="{BF9E7EDA-A96F-E75B-C4DD-F661557842F7}"/>
          </ac:spMkLst>
        </pc:spChg>
      </pc:sldChg>
      <pc:sldChg chg="modSp">
        <pc:chgData name="Hoi Ting Lai" userId="a471060c-7291-43ae-b7a1-00252d2a55f3" providerId="ADAL" clId="{E7922DBD-E454-4008-88A3-DE4844B61529}" dt="2026-03-18T03:24:06.241" v="30"/>
        <pc:sldMkLst>
          <pc:docMk/>
          <pc:sldMk cId="2050100313" sldId="266"/>
        </pc:sldMkLst>
        <pc:spChg chg="mod">
          <ac:chgData name="Hoi Ting Lai" userId="a471060c-7291-43ae-b7a1-00252d2a55f3" providerId="ADAL" clId="{E7922DBD-E454-4008-88A3-DE4844B61529}" dt="2026-03-18T03:24:06.241" v="30"/>
          <ac:spMkLst>
            <pc:docMk/>
            <pc:sldMk cId="2050100313" sldId="266"/>
            <ac:spMk id="6" creationId="{BF9E7EDA-A96F-E75B-C4DD-F661557842F7}"/>
          </ac:spMkLst>
        </pc:spChg>
      </pc:sldChg>
      <pc:sldChg chg="modSp mod">
        <pc:chgData name="Hoi Ting Lai" userId="a471060c-7291-43ae-b7a1-00252d2a55f3" providerId="ADAL" clId="{E7922DBD-E454-4008-88A3-DE4844B61529}" dt="2026-03-18T03:29:07.254" v="38" actId="20577"/>
        <pc:sldMkLst>
          <pc:docMk/>
          <pc:sldMk cId="3342799939" sldId="285"/>
        </pc:sldMkLst>
        <pc:spChg chg="mod">
          <ac:chgData name="Hoi Ting Lai" userId="a471060c-7291-43ae-b7a1-00252d2a55f3" providerId="ADAL" clId="{E7922DBD-E454-4008-88A3-DE4844B61529}" dt="2026-03-18T03:29:07.254" v="38" actId="20577"/>
          <ac:spMkLst>
            <pc:docMk/>
            <pc:sldMk cId="3342799939" sldId="285"/>
            <ac:spMk id="3" creationId="{FEC0486B-D0C0-9FEF-1574-15FFD6EF3FF6}"/>
          </ac:spMkLst>
        </pc:spChg>
      </pc:sldChg>
      <pc:sldChg chg="modSp mod">
        <pc:chgData name="Hoi Ting Lai" userId="a471060c-7291-43ae-b7a1-00252d2a55f3" providerId="ADAL" clId="{E7922DBD-E454-4008-88A3-DE4844B61529}" dt="2026-03-18T03:29:10.326" v="39" actId="20577"/>
        <pc:sldMkLst>
          <pc:docMk/>
          <pc:sldMk cId="2128716493" sldId="286"/>
        </pc:sldMkLst>
        <pc:spChg chg="mod">
          <ac:chgData name="Hoi Ting Lai" userId="a471060c-7291-43ae-b7a1-00252d2a55f3" providerId="ADAL" clId="{E7922DBD-E454-4008-88A3-DE4844B61529}" dt="2026-03-18T03:29:10.326" v="39" actId="20577"/>
          <ac:spMkLst>
            <pc:docMk/>
            <pc:sldMk cId="2128716493" sldId="286"/>
            <ac:spMk id="3" creationId="{FEC0486B-D0C0-9FEF-1574-15FFD6EF3FF6}"/>
          </ac:spMkLst>
        </pc:spChg>
      </pc:sldChg>
      <pc:sldChg chg="modSp mod">
        <pc:chgData name="Hoi Ting Lai" userId="a471060c-7291-43ae-b7a1-00252d2a55f3" providerId="ADAL" clId="{E7922DBD-E454-4008-88A3-DE4844B61529}" dt="2026-03-18T03:29:13.191" v="40" actId="20577"/>
        <pc:sldMkLst>
          <pc:docMk/>
          <pc:sldMk cId="279927452" sldId="287"/>
        </pc:sldMkLst>
        <pc:spChg chg="mod">
          <ac:chgData name="Hoi Ting Lai" userId="a471060c-7291-43ae-b7a1-00252d2a55f3" providerId="ADAL" clId="{E7922DBD-E454-4008-88A3-DE4844B61529}" dt="2026-03-18T03:29:13.191" v="40" actId="20577"/>
          <ac:spMkLst>
            <pc:docMk/>
            <pc:sldMk cId="279927452" sldId="287"/>
            <ac:spMk id="4" creationId="{35069513-DB93-085F-5AFF-C286BDCE4074}"/>
          </ac:spMkLst>
        </pc:spChg>
      </pc:sldChg>
      <pc:sldChg chg="modSp mod">
        <pc:chgData name="Hoi Ting Lai" userId="a471060c-7291-43ae-b7a1-00252d2a55f3" providerId="ADAL" clId="{E7922DBD-E454-4008-88A3-DE4844B61529}" dt="2026-03-18T03:28:26.854" v="32" actId="20577"/>
        <pc:sldMkLst>
          <pc:docMk/>
          <pc:sldMk cId="742795201" sldId="290"/>
        </pc:sldMkLst>
        <pc:spChg chg="mod">
          <ac:chgData name="Hoi Ting Lai" userId="a471060c-7291-43ae-b7a1-00252d2a55f3" providerId="ADAL" clId="{E7922DBD-E454-4008-88A3-DE4844B61529}" dt="2026-03-18T03:28:26.854" v="32" actId="20577"/>
          <ac:spMkLst>
            <pc:docMk/>
            <pc:sldMk cId="742795201" sldId="290"/>
            <ac:spMk id="10" creationId="{F6F5561A-7B36-3ABC-52FD-1DF5BB97DC5C}"/>
          </ac:spMkLst>
        </pc:spChg>
      </pc:sldChg>
      <pc:sldChg chg="modSp">
        <pc:chgData name="Hoi Ting Lai" userId="a471060c-7291-43ae-b7a1-00252d2a55f3" providerId="ADAL" clId="{E7922DBD-E454-4008-88A3-DE4844B61529}" dt="2026-03-18T03:24:04.191" v="29"/>
        <pc:sldMkLst>
          <pc:docMk/>
          <pc:sldMk cId="699800239" sldId="297"/>
        </pc:sldMkLst>
        <pc:spChg chg="mod">
          <ac:chgData name="Hoi Ting Lai" userId="a471060c-7291-43ae-b7a1-00252d2a55f3" providerId="ADAL" clId="{E7922DBD-E454-4008-88A3-DE4844B61529}" dt="2026-03-18T03:24:04.191" v="29"/>
          <ac:spMkLst>
            <pc:docMk/>
            <pc:sldMk cId="699800239" sldId="297"/>
            <ac:spMk id="6" creationId="{BF9E7EDA-A96F-E75B-C4DD-F661557842F7}"/>
          </ac:spMkLst>
        </pc:spChg>
      </pc:sldChg>
      <pc:sldChg chg="modSp mod">
        <pc:chgData name="Hoi Ting Lai" userId="a471060c-7291-43ae-b7a1-00252d2a55f3" providerId="ADAL" clId="{E7922DBD-E454-4008-88A3-DE4844B61529}" dt="2026-03-18T03:28:48.764" v="34" actId="20577"/>
        <pc:sldMkLst>
          <pc:docMk/>
          <pc:sldMk cId="597199183" sldId="298"/>
        </pc:sldMkLst>
        <pc:spChg chg="mod">
          <ac:chgData name="Hoi Ting Lai" userId="a471060c-7291-43ae-b7a1-00252d2a55f3" providerId="ADAL" clId="{E7922DBD-E454-4008-88A3-DE4844B61529}" dt="2026-03-18T03:28:46.677" v="33" actId="20577"/>
          <ac:spMkLst>
            <pc:docMk/>
            <pc:sldMk cId="597199183" sldId="298"/>
            <ac:spMk id="2" creationId="{5DC559AA-C721-941A-9CB5-915FC760D272}"/>
          </ac:spMkLst>
        </pc:spChg>
        <pc:spChg chg="mod">
          <ac:chgData name="Hoi Ting Lai" userId="a471060c-7291-43ae-b7a1-00252d2a55f3" providerId="ADAL" clId="{E7922DBD-E454-4008-88A3-DE4844B61529}" dt="2026-03-18T03:28:48.764" v="34" actId="20577"/>
          <ac:spMkLst>
            <pc:docMk/>
            <pc:sldMk cId="597199183" sldId="298"/>
            <ac:spMk id="11" creationId="{ADC44E1E-FBD3-0A05-CAD6-FBBD075B75EC}"/>
          </ac:spMkLst>
        </pc:spChg>
      </pc:sldChg>
      <pc:sldChg chg="modSp mod">
        <pc:chgData name="Hoi Ting Lai" userId="a471060c-7291-43ae-b7a1-00252d2a55f3" providerId="ADAL" clId="{E7922DBD-E454-4008-88A3-DE4844B61529}" dt="2026-03-18T03:28:54.567" v="37" actId="20577"/>
        <pc:sldMkLst>
          <pc:docMk/>
          <pc:sldMk cId="3816412318" sldId="299"/>
        </pc:sldMkLst>
        <pc:spChg chg="mod">
          <ac:chgData name="Hoi Ting Lai" userId="a471060c-7291-43ae-b7a1-00252d2a55f3" providerId="ADAL" clId="{E7922DBD-E454-4008-88A3-DE4844B61529}" dt="2026-03-18T03:28:54.567" v="37" actId="20577"/>
          <ac:spMkLst>
            <pc:docMk/>
            <pc:sldMk cId="3816412318" sldId="299"/>
            <ac:spMk id="2" creationId="{38AEF44F-74F3-CBDB-74BD-9D2861BFBBAB}"/>
          </ac:spMkLst>
        </pc:spChg>
        <pc:spChg chg="mod">
          <ac:chgData name="Hoi Ting Lai" userId="a471060c-7291-43ae-b7a1-00252d2a55f3" providerId="ADAL" clId="{E7922DBD-E454-4008-88A3-DE4844B61529}" dt="2026-03-18T03:28:51.849" v="35" actId="20577"/>
          <ac:spMkLst>
            <pc:docMk/>
            <pc:sldMk cId="3816412318" sldId="299"/>
            <ac:spMk id="3" creationId="{B7D347A4-FFFF-1714-E223-511B871A9AFE}"/>
          </ac:spMkLst>
        </pc:spChg>
      </pc:sldChg>
    </pc:docChg>
  </pc:docChgLst>
  <pc:docChgLst>
    <pc:chgData name="Phoebe YIP" userId="S::phoebe.yip@mrdi.org.hk::42fecd46-3561-436a-a7f1-f8674249a1eb" providerId="AD" clId="Web-{1291845E-9D3C-DCA3-90E2-1E82E24B103C}"/>
    <pc:docChg chg="modSld">
      <pc:chgData name="Phoebe YIP" userId="S::phoebe.yip@mrdi.org.hk::42fecd46-3561-436a-a7f1-f8674249a1eb" providerId="AD" clId="Web-{1291845E-9D3C-DCA3-90E2-1E82E24B103C}" dt="2025-08-13T02:00:41.058" v="19" actId="20577"/>
      <pc:docMkLst>
        <pc:docMk/>
      </pc:docMkLst>
      <pc:sldChg chg="modSp">
        <pc:chgData name="Phoebe YIP" userId="S::phoebe.yip@mrdi.org.hk::42fecd46-3561-436a-a7f1-f8674249a1eb" providerId="AD" clId="Web-{1291845E-9D3C-DCA3-90E2-1E82E24B103C}" dt="2025-08-13T02:00:25.621" v="9" actId="20577"/>
        <pc:sldMkLst>
          <pc:docMk/>
          <pc:sldMk cId="4036985793" sldId="267"/>
        </pc:sldMkLst>
      </pc:sldChg>
      <pc:sldChg chg="modSp">
        <pc:chgData name="Phoebe YIP" userId="S::phoebe.yip@mrdi.org.hk::42fecd46-3561-436a-a7f1-f8674249a1eb" providerId="AD" clId="Web-{1291845E-9D3C-DCA3-90E2-1E82E24B103C}" dt="2025-08-13T02:00:41.058" v="19" actId="20577"/>
        <pc:sldMkLst>
          <pc:docMk/>
          <pc:sldMk cId="2031293291" sldId="268"/>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B852855E-60E8-C0BB-0297-504A46E9364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zh-HK" altLang="en-US" dirty="0"/>
          </a:p>
        </p:txBody>
      </p:sp>
      <p:sp>
        <p:nvSpPr>
          <p:cNvPr id="3" name="日期版面配置區 2">
            <a:extLst>
              <a:ext uri="{FF2B5EF4-FFF2-40B4-BE49-F238E27FC236}">
                <a16:creationId xmlns:a16="http://schemas.microsoft.com/office/drawing/2014/main" id="{97689EDA-6CD1-0D6C-3849-EE475D497D9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4DD02CC-F990-1844-B591-EC84015C737C}" type="datetimeFigureOut">
              <a:rPr kumimoji="1" lang="zh-HK" altLang="en-US" smtClean="0"/>
              <a:t>27/7/2026</a:t>
            </a:fld>
            <a:endParaRPr kumimoji="1" lang="zh-HK" altLang="en-US"/>
          </a:p>
        </p:txBody>
      </p:sp>
      <p:sp>
        <p:nvSpPr>
          <p:cNvPr id="4" name="頁尾版面配置區 3">
            <a:extLst>
              <a:ext uri="{FF2B5EF4-FFF2-40B4-BE49-F238E27FC236}">
                <a16:creationId xmlns:a16="http://schemas.microsoft.com/office/drawing/2014/main" id="{4BFB14BF-32D3-4FF8-FFBA-ED49553ED9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zh-HK" altLang="en-US"/>
          </a:p>
        </p:txBody>
      </p:sp>
      <p:sp>
        <p:nvSpPr>
          <p:cNvPr id="5" name="投影片編號版面配置區 4">
            <a:extLst>
              <a:ext uri="{FF2B5EF4-FFF2-40B4-BE49-F238E27FC236}">
                <a16:creationId xmlns:a16="http://schemas.microsoft.com/office/drawing/2014/main" id="{93501F15-8709-0697-82D2-A2564E53589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B5217B7-A2BE-EB4C-8552-E8582860D0E4}" type="slidenum">
              <a:rPr kumimoji="1" lang="zh-HK" altLang="en-US" smtClean="0"/>
              <a:t>‹#›</a:t>
            </a:fld>
            <a:endParaRPr kumimoji="1" lang="zh-HK" altLang="en-US"/>
          </a:p>
        </p:txBody>
      </p:sp>
    </p:spTree>
    <p:extLst>
      <p:ext uri="{BB962C8B-B14F-4D97-AF65-F5344CB8AC3E}">
        <p14:creationId xmlns:p14="http://schemas.microsoft.com/office/powerpoint/2010/main" val="2504690686"/>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zh-HK" altLang="en-US"/>
          </a:p>
        </p:txBody>
      </p:sp>
      <p:sp>
        <p:nvSpPr>
          <p:cNvPr id="3" name="日期版面配置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B0CD84-F832-A74C-BF33-B303A6BFB4B1}" type="datetimeFigureOut">
              <a:rPr kumimoji="1" lang="zh-HK" altLang="en-US" smtClean="0"/>
              <a:t>27/7/2026</a:t>
            </a:fld>
            <a:endParaRPr kumimoji="1" lang="zh-HK" altLang="en-US"/>
          </a:p>
        </p:txBody>
      </p:sp>
      <p:sp>
        <p:nvSpPr>
          <p:cNvPr id="4" name="投影片影像版面配置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HK" altLang="en-US"/>
          </a:p>
        </p:txBody>
      </p:sp>
      <p:sp>
        <p:nvSpPr>
          <p:cNvPr id="5" name="備忘稿版面配置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zh-TW" altLang="en-US"/>
              <a:t>按一下以編輯母片文字樣式</a:t>
            </a:r>
          </a:p>
          <a:p>
            <a:pPr lvl="1"/>
            <a:r>
              <a:rPr kumimoji="1" lang="zh-TW" altLang="en-US"/>
              <a:t>第二層</a:t>
            </a:r>
          </a:p>
          <a:p>
            <a:pPr lvl="2"/>
            <a:r>
              <a:rPr kumimoji="1" lang="zh-TW" altLang="en-US"/>
              <a:t>第三層</a:t>
            </a:r>
          </a:p>
          <a:p>
            <a:pPr lvl="3"/>
            <a:r>
              <a:rPr kumimoji="1" lang="zh-TW" altLang="en-US"/>
              <a:t>第四層</a:t>
            </a:r>
          </a:p>
          <a:p>
            <a:pPr lvl="4"/>
            <a:r>
              <a:rPr kumimoji="1" lang="zh-TW" altLang="en-US"/>
              <a:t>第五層</a:t>
            </a:r>
            <a:endParaRPr kumimoji="1" lang="zh-HK" altLang="en-US"/>
          </a:p>
        </p:txBody>
      </p:sp>
      <p:sp>
        <p:nvSpPr>
          <p:cNvPr id="6" name="頁尾版面配置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zh-HK" altLang="en-US"/>
          </a:p>
        </p:txBody>
      </p:sp>
      <p:sp>
        <p:nvSpPr>
          <p:cNvPr id="7" name="投影片編號版面配置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BB8A042-BF42-DC46-B869-61174102F144}" type="slidenum">
              <a:rPr kumimoji="1" lang="zh-HK" altLang="en-US" smtClean="0"/>
              <a:t>‹#›</a:t>
            </a:fld>
            <a:endParaRPr kumimoji="1" lang="zh-HK" altLang="en-US"/>
          </a:p>
        </p:txBody>
      </p:sp>
    </p:spTree>
    <p:extLst>
      <p:ext uri="{BB962C8B-B14F-4D97-AF65-F5344CB8AC3E}">
        <p14:creationId xmlns:p14="http://schemas.microsoft.com/office/powerpoint/2010/main" val="36376822"/>
      </p:ext>
    </p:extLst>
  </p:cSld>
  <p:clrMap bg1="lt1" tx1="dk1" bg2="lt2" tx2="dk2" accent1="accent1" accent2="accent2" accent3="accent3" accent4="accent4" accent5="accent5" accent6="accent6" hlink="hlink" folHlink="folHlink"/>
  <p:notesStyle>
    <a:lvl1pPr marL="0" algn="l" defTabSz="685800" rtl="0" eaLnBrk="1" latinLnBrk="0" hangingPunct="1">
      <a:defRPr sz="900" kern="1200">
        <a:solidFill>
          <a:schemeClr val="tx1"/>
        </a:solidFill>
        <a:latin typeface="+mn-lt"/>
        <a:ea typeface="+mn-ea"/>
        <a:cs typeface="+mn-cs"/>
      </a:defRPr>
    </a:lvl1pPr>
    <a:lvl2pPr marL="342900" algn="l" defTabSz="685800" rtl="0" eaLnBrk="1" latinLnBrk="0" hangingPunct="1">
      <a:defRPr sz="900" kern="1200">
        <a:solidFill>
          <a:schemeClr val="tx1"/>
        </a:solidFill>
        <a:latin typeface="+mn-lt"/>
        <a:ea typeface="+mn-ea"/>
        <a:cs typeface="+mn-cs"/>
      </a:defRPr>
    </a:lvl2pPr>
    <a:lvl3pPr marL="685800" algn="l" defTabSz="685800" rtl="0" eaLnBrk="1" latinLnBrk="0" hangingPunct="1">
      <a:defRPr sz="900" kern="1200">
        <a:solidFill>
          <a:schemeClr val="tx1"/>
        </a:solidFill>
        <a:latin typeface="+mn-lt"/>
        <a:ea typeface="+mn-ea"/>
        <a:cs typeface="+mn-cs"/>
      </a:defRPr>
    </a:lvl3pPr>
    <a:lvl4pPr marL="1028700" algn="l" defTabSz="685800" rtl="0" eaLnBrk="1" latinLnBrk="0" hangingPunct="1">
      <a:defRPr sz="900" kern="1200">
        <a:solidFill>
          <a:schemeClr val="tx1"/>
        </a:solidFill>
        <a:latin typeface="+mn-lt"/>
        <a:ea typeface="+mn-ea"/>
        <a:cs typeface="+mn-cs"/>
      </a:defRPr>
    </a:lvl4pPr>
    <a:lvl5pPr marL="1371600" algn="l" defTabSz="685800" rtl="0" eaLnBrk="1" latinLnBrk="0" hangingPunct="1">
      <a:defRPr sz="900" kern="1200">
        <a:solidFill>
          <a:schemeClr val="tx1"/>
        </a:solidFill>
        <a:latin typeface="+mn-lt"/>
        <a:ea typeface="+mn-ea"/>
        <a:cs typeface="+mn-cs"/>
      </a:defRPr>
    </a:lvl5pPr>
    <a:lvl6pPr marL="1714500" algn="l" defTabSz="685800" rtl="0" eaLnBrk="1" latinLnBrk="0" hangingPunct="1">
      <a:defRPr sz="900" kern="1200">
        <a:solidFill>
          <a:schemeClr val="tx1"/>
        </a:solidFill>
        <a:latin typeface="+mn-lt"/>
        <a:ea typeface="+mn-ea"/>
        <a:cs typeface="+mn-cs"/>
      </a:defRPr>
    </a:lvl6pPr>
    <a:lvl7pPr marL="2057400" algn="l" defTabSz="685800" rtl="0" eaLnBrk="1" latinLnBrk="0" hangingPunct="1">
      <a:defRPr sz="900" kern="1200">
        <a:solidFill>
          <a:schemeClr val="tx1"/>
        </a:solidFill>
        <a:latin typeface="+mn-lt"/>
        <a:ea typeface="+mn-ea"/>
        <a:cs typeface="+mn-cs"/>
      </a:defRPr>
    </a:lvl7pPr>
    <a:lvl8pPr marL="2400300" algn="l" defTabSz="685800" rtl="0" eaLnBrk="1" latinLnBrk="0" hangingPunct="1">
      <a:defRPr sz="900" kern="1200">
        <a:solidFill>
          <a:schemeClr val="tx1"/>
        </a:solidFill>
        <a:latin typeface="+mn-lt"/>
        <a:ea typeface="+mn-ea"/>
        <a:cs typeface="+mn-cs"/>
      </a:defRPr>
    </a:lvl8pPr>
    <a:lvl9pPr marL="2743200" algn="l" defTabSz="685800" rtl="0" eaLnBrk="1" latinLnBrk="0" hangingPunct="1">
      <a:defRPr sz="9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HK"/>
          </a:p>
        </p:txBody>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txBody>
          <a:bodyPr/>
          <a:lstStyle/>
          <a:p>
            <a:endParaRPr lang="en-HK"/>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HK"/>
          </a:p>
        </p:txBody>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txBody>
          <a:bodyPr/>
          <a:lstStyle/>
          <a:p>
            <a:endParaRPr lang="en-HK"/>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HK"/>
          </a:p>
        </p:txBody>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txBody>
          <a:bodyPr/>
          <a:lstStyle/>
          <a:p>
            <a:endParaRPr lang="en-HK"/>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HK"/>
          </a:p>
        </p:txBody>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txBody>
          <a:bodyPr/>
          <a:lstStyle/>
          <a:p>
            <a:endParaRPr lang="en-HK"/>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svg"/><Relationship Id="rId4" Type="http://schemas.openxmlformats.org/officeDocument/2006/relationships/image" Target="../media/image5.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sv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_White">
    <p:bg>
      <p:bgPr>
        <a:solidFill>
          <a:schemeClr val="tx1"/>
        </a:solidFill>
        <a:effectLst/>
      </p:bgPr>
    </p:bg>
    <p:spTree>
      <p:nvGrpSpPr>
        <p:cNvPr id="1" name=""/>
        <p:cNvGrpSpPr/>
        <p:nvPr/>
      </p:nvGrpSpPr>
      <p:grpSpPr>
        <a:xfrm>
          <a:off x="0" y="0"/>
          <a:ext cx="0" cy="0"/>
          <a:chOff x="0" y="0"/>
          <a:chExt cx="0" cy="0"/>
        </a:xfrm>
      </p:grpSpPr>
      <p:sp>
        <p:nvSpPr>
          <p:cNvPr id="44" name="圖片版面配置區 43">
            <a:extLst>
              <a:ext uri="{FF2B5EF4-FFF2-40B4-BE49-F238E27FC236}">
                <a16:creationId xmlns:a16="http://schemas.microsoft.com/office/drawing/2014/main" id="{DE09AE4F-6395-9880-B0D7-5B2F57D53816}"/>
              </a:ext>
            </a:extLst>
          </p:cNvPr>
          <p:cNvSpPr>
            <a:spLocks noGrp="1"/>
          </p:cNvSpPr>
          <p:nvPr>
            <p:ph type="pic" sz="quarter" idx="10"/>
          </p:nvPr>
        </p:nvSpPr>
        <p:spPr>
          <a:xfrm>
            <a:off x="4608512" y="2103438"/>
            <a:ext cx="4535487" cy="3040062"/>
          </a:xfrm>
          <a:solidFill>
            <a:schemeClr val="bg2"/>
          </a:solidFill>
        </p:spPr>
        <p:txBody>
          <a:bodyPr/>
          <a:lstStyle/>
          <a:p>
            <a:endParaRPr kumimoji="1" lang="zh-HK" altLang="en-US" dirty="0"/>
          </a:p>
        </p:txBody>
      </p:sp>
      <p:sp>
        <p:nvSpPr>
          <p:cNvPr id="16" name="SmartArt 版面配置區 15">
            <a:extLst>
              <a:ext uri="{FF2B5EF4-FFF2-40B4-BE49-F238E27FC236}">
                <a16:creationId xmlns:a16="http://schemas.microsoft.com/office/drawing/2014/main" id="{AC38F5E6-E860-4593-4174-2CD1D40C6DA2}"/>
              </a:ext>
            </a:extLst>
          </p:cNvPr>
          <p:cNvSpPr>
            <a:spLocks noGrp="1"/>
          </p:cNvSpPr>
          <p:nvPr>
            <p:ph type="dgm" sz="quarter" idx="13"/>
          </p:nvPr>
        </p:nvSpPr>
        <p:spPr>
          <a:xfrm>
            <a:off x="4494742" y="1989668"/>
            <a:ext cx="537634" cy="537634"/>
          </a:xfrm>
          <a:solidFill>
            <a:schemeClr val="tx1"/>
          </a:solidFill>
        </p:spPr>
        <p:txBody>
          <a:bodyPr/>
          <a:lstStyle>
            <a:lvl1pPr>
              <a:defRPr>
                <a:latin typeface="+mj-lt"/>
              </a:defRPr>
            </a:lvl1pPr>
          </a:lstStyle>
          <a:p>
            <a:endParaRPr kumimoji="1" lang="zh-HK" altLang="en-US"/>
          </a:p>
        </p:txBody>
      </p:sp>
      <p:sp>
        <p:nvSpPr>
          <p:cNvPr id="30" name="矩形 29">
            <a:extLst>
              <a:ext uri="{FF2B5EF4-FFF2-40B4-BE49-F238E27FC236}">
                <a16:creationId xmlns:a16="http://schemas.microsoft.com/office/drawing/2014/main" id="{086E51BE-E42B-1F37-5595-9018C4D06EE8}"/>
              </a:ext>
            </a:extLst>
          </p:cNvPr>
          <p:cNvSpPr>
            <a:spLocks noChangeAspect="1"/>
          </p:cNvSpPr>
          <p:nvPr userDrawn="1"/>
        </p:nvSpPr>
        <p:spPr>
          <a:xfrm>
            <a:off x="401514" y="4846519"/>
            <a:ext cx="64800" cy="648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p>
        </p:txBody>
      </p:sp>
      <p:sp>
        <p:nvSpPr>
          <p:cNvPr id="32" name="Subtitle 2">
            <a:extLst>
              <a:ext uri="{FF2B5EF4-FFF2-40B4-BE49-F238E27FC236}">
                <a16:creationId xmlns:a16="http://schemas.microsoft.com/office/drawing/2014/main" id="{2544D859-08AC-DF1E-1CFE-6D5832586FDF}"/>
              </a:ext>
            </a:extLst>
          </p:cNvPr>
          <p:cNvSpPr>
            <a:spLocks noGrp="1"/>
          </p:cNvSpPr>
          <p:nvPr>
            <p:ph type="subTitle" idx="1" hasCustomPrompt="1"/>
          </p:nvPr>
        </p:nvSpPr>
        <p:spPr>
          <a:xfrm>
            <a:off x="611188" y="519113"/>
            <a:ext cx="3889375" cy="2592388"/>
          </a:xfrm>
        </p:spPr>
        <p:txBody>
          <a:bodyPr lIns="0" tIns="0" rIns="0" bIns="0" anchor="t">
            <a:noAutofit/>
          </a:bodyPr>
          <a:lstStyle>
            <a:lvl1pPr marL="0" indent="0" algn="l">
              <a:lnSpc>
                <a:spcPct val="120000"/>
              </a:lnSpc>
              <a:spcBef>
                <a:spcPts val="0"/>
              </a:spcBef>
              <a:buNone/>
              <a:defRPr sz="2400" b="0" i="0">
                <a:solidFill>
                  <a:schemeClr val="bg1"/>
                </a:solidFill>
                <a:latin typeface="Avenir Next Medium" panose="020B0503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Cover title aligned in 24pt text in Medium weight in long paragraph in the Avenir Next font</a:t>
            </a:r>
          </a:p>
        </p:txBody>
      </p:sp>
      <p:sp>
        <p:nvSpPr>
          <p:cNvPr id="33" name="矩形 32">
            <a:extLst>
              <a:ext uri="{FF2B5EF4-FFF2-40B4-BE49-F238E27FC236}">
                <a16:creationId xmlns:a16="http://schemas.microsoft.com/office/drawing/2014/main" id="{EB317A9F-AEA4-8A97-4068-28A4068F40B0}"/>
              </a:ext>
            </a:extLst>
          </p:cNvPr>
          <p:cNvSpPr/>
          <p:nvPr userDrawn="1"/>
        </p:nvSpPr>
        <p:spPr>
          <a:xfrm>
            <a:off x="0" y="0"/>
            <a:ext cx="231775" cy="23177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p>
        </p:txBody>
      </p:sp>
      <p:pic>
        <p:nvPicPr>
          <p:cNvPr id="52" name="圖片 51">
            <a:extLst>
              <a:ext uri="{FF2B5EF4-FFF2-40B4-BE49-F238E27FC236}">
                <a16:creationId xmlns:a16="http://schemas.microsoft.com/office/drawing/2014/main" id="{90A66FFF-BBBC-B73A-240A-62744C603E66}"/>
              </a:ext>
            </a:extLst>
          </p:cNvPr>
          <p:cNvPicPr>
            <a:picLocks noChangeAspect="1"/>
          </p:cNvPicPr>
          <p:nvPr userDrawn="1"/>
        </p:nvPicPr>
        <p:blipFill>
          <a:blip r:embed="rId2"/>
          <a:stretch>
            <a:fillRect/>
          </a:stretch>
        </p:blipFill>
        <p:spPr>
          <a:xfrm>
            <a:off x="7792576" y="231775"/>
            <a:ext cx="884699" cy="287337"/>
          </a:xfrm>
          <a:prstGeom prst="rect">
            <a:avLst/>
          </a:prstGeom>
        </p:spPr>
      </p:pic>
      <p:sp>
        <p:nvSpPr>
          <p:cNvPr id="4" name="文字方塊 3">
            <a:extLst>
              <a:ext uri="{FF2B5EF4-FFF2-40B4-BE49-F238E27FC236}">
                <a16:creationId xmlns:a16="http://schemas.microsoft.com/office/drawing/2014/main" id="{99A31B88-0386-D209-47E6-9CC43C6EB7B9}"/>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chemeClr val="bg1"/>
                </a:solidFill>
                <a:latin typeface="Avenir Next Demi Bold" panose="020B0503020202020204" pitchFamily="34" charset="0"/>
                <a:ea typeface="+mn-ea"/>
                <a:cs typeface="+mn-cs"/>
              </a:rPr>
              <a:t>CONFIDENTIAL &amp; RESTRICTED BY MRDI</a:t>
            </a:r>
            <a:endParaRPr kumimoji="1" lang="zh-HK" altLang="en-US" sz="700" b="1" i="0" kern="1200" dirty="0">
              <a:solidFill>
                <a:schemeClr val="bg1"/>
              </a:solidFill>
              <a:latin typeface="Avenir Next Demi Bold" panose="020B0503020202020204" pitchFamily="34" charset="0"/>
              <a:ea typeface="+mn-ea"/>
              <a:cs typeface="+mn-cs"/>
            </a:endParaRPr>
          </a:p>
        </p:txBody>
      </p:sp>
      <p:sp>
        <p:nvSpPr>
          <p:cNvPr id="18" name="內容版面配置區 17">
            <a:extLst>
              <a:ext uri="{FF2B5EF4-FFF2-40B4-BE49-F238E27FC236}">
                <a16:creationId xmlns:a16="http://schemas.microsoft.com/office/drawing/2014/main" id="{448350DC-A71D-AD01-55CF-2C2EA72BE3BD}"/>
              </a:ext>
            </a:extLst>
          </p:cNvPr>
          <p:cNvSpPr>
            <a:spLocks noGrp="1"/>
          </p:cNvSpPr>
          <p:nvPr>
            <p:ph sz="quarter" idx="14" hasCustomPrompt="1"/>
          </p:nvPr>
        </p:nvSpPr>
        <p:spPr>
          <a:xfrm>
            <a:off x="611188" y="231775"/>
            <a:ext cx="1331912" cy="144463"/>
          </a:xfrm>
        </p:spPr>
        <p:txBody>
          <a:bodyPr>
            <a:normAutofit/>
          </a:bodyPr>
          <a:lstStyle>
            <a:lvl1pPr>
              <a:defRPr sz="800" b="0" i="0">
                <a:latin typeface="Avenir Next" panose="020B0503020202020204" pitchFamily="34" charset="0"/>
              </a:defRPr>
            </a:lvl1pPr>
          </a:lstStyle>
          <a:p>
            <a:pPr lvl="0"/>
            <a:r>
              <a:rPr kumimoji="1" lang="en-US" altLang="zh-TW" dirty="0"/>
              <a:t>Enter the date here</a:t>
            </a:r>
            <a:endParaRPr kumimoji="1" lang="zh-HK" altLang="en-US" dirty="0"/>
          </a:p>
        </p:txBody>
      </p:sp>
      <p:sp>
        <p:nvSpPr>
          <p:cNvPr id="25" name="內容版面配置區 17">
            <a:extLst>
              <a:ext uri="{FF2B5EF4-FFF2-40B4-BE49-F238E27FC236}">
                <a16:creationId xmlns:a16="http://schemas.microsoft.com/office/drawing/2014/main" id="{2F1B619A-9BC2-255D-1BD9-FFDBF85B8DD0}"/>
              </a:ext>
            </a:extLst>
          </p:cNvPr>
          <p:cNvSpPr>
            <a:spLocks noGrp="1"/>
          </p:cNvSpPr>
          <p:nvPr>
            <p:ph sz="quarter" idx="15" hasCustomPrompt="1"/>
          </p:nvPr>
        </p:nvSpPr>
        <p:spPr>
          <a:xfrm>
            <a:off x="611187" y="3111501"/>
            <a:ext cx="2555876" cy="1655762"/>
          </a:xfrm>
        </p:spPr>
        <p:txBody>
          <a:bodyPr anchor="b" anchorCtr="0">
            <a:normAutofit/>
          </a:bodyPr>
          <a:lstStyle>
            <a:lvl1pPr>
              <a:lnSpc>
                <a:spcPts val="960"/>
              </a:lnSpc>
              <a:defRPr sz="800" b="0" i="0">
                <a:solidFill>
                  <a:schemeClr val="bg1"/>
                </a:solidFill>
                <a:latin typeface="+mn-lt"/>
              </a:defRPr>
            </a:lvl1pPr>
          </a:lstStyle>
          <a:p>
            <a:pPr marL="0" marR="0" lvl="0" indent="0" algn="l" defTabSz="685800" rtl="0" eaLnBrk="1" fontAlgn="auto" latinLnBrk="0" hangingPunct="1">
              <a:lnSpc>
                <a:spcPct val="100000"/>
              </a:lnSpc>
              <a:spcBef>
                <a:spcPts val="0"/>
              </a:spcBef>
              <a:spcAft>
                <a:spcPts val="0"/>
              </a:spcAft>
              <a:buClrTx/>
              <a:buSzTx/>
              <a:buFontTx/>
              <a:buNone/>
              <a:tabLst/>
              <a:defRPr/>
            </a:pPr>
            <a:r>
              <a:rPr kumimoji="1" lang="en-US" altLang="zh-HK" sz="800" b="0" i="0" dirty="0">
                <a:solidFill>
                  <a:schemeClr val="bg1"/>
                </a:solidFill>
                <a:latin typeface="AvenirNext LT Pro Light" panose="020B0403020202020204" pitchFamily="34" charset="0"/>
              </a:rPr>
              <a:t>Enter the needed small text here : Lorem Ipsum is simply dummy text of the printing and typesetting industry. Lorem Ipsum has been the industry's standard dummy text ever since the 1500s.</a:t>
            </a:r>
            <a:endParaRPr kumimoji="1" lang="zh-HK" altLang="en-US" sz="800" b="0" i="0" dirty="0">
              <a:solidFill>
                <a:schemeClr val="bg1"/>
              </a:solidFill>
              <a:latin typeface="AvenirNext LT Pro Light" panose="020B0403020202020204" pitchFamily="34" charset="0"/>
            </a:endParaRPr>
          </a:p>
        </p:txBody>
      </p:sp>
    </p:spTree>
    <p:extLst>
      <p:ext uri="{BB962C8B-B14F-4D97-AF65-F5344CB8AC3E}">
        <p14:creationId xmlns:p14="http://schemas.microsoft.com/office/powerpoint/2010/main" val="2581457994"/>
      </p:ext>
    </p:extLst>
  </p:cSld>
  <p:clrMapOvr>
    <a:masterClrMapping/>
  </p:clrMapOvr>
  <p:extLst>
    <p:ext uri="{DCECCB84-F9BA-43D5-87BE-67443E8EF086}">
      <p15:sldGuideLst xmlns:p15="http://schemas.microsoft.com/office/powerpoint/2012/main">
        <p15:guide id="10" orient="horz" pos="3003" userDrawn="1">
          <p15:clr>
            <a:srgbClr val="FBAE40"/>
          </p15:clr>
        </p15:guide>
        <p15:guide id="11" orient="horz" pos="2913"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_Black">
    <p:bg>
      <p:bgPr>
        <a:solidFill>
          <a:srgbClr val="000000"/>
        </a:solidFill>
        <a:effectLst/>
      </p:bgPr>
    </p:bg>
    <p:spTree>
      <p:nvGrpSpPr>
        <p:cNvPr id="1" name=""/>
        <p:cNvGrpSpPr/>
        <p:nvPr/>
      </p:nvGrpSpPr>
      <p:grpSpPr>
        <a:xfrm>
          <a:off x="0" y="0"/>
          <a:ext cx="0" cy="0"/>
          <a:chOff x="0" y="0"/>
          <a:chExt cx="0" cy="0"/>
        </a:xfrm>
      </p:grpSpPr>
      <p:sp>
        <p:nvSpPr>
          <p:cNvPr id="6" name="圖片版面配置區 43">
            <a:extLst>
              <a:ext uri="{FF2B5EF4-FFF2-40B4-BE49-F238E27FC236}">
                <a16:creationId xmlns:a16="http://schemas.microsoft.com/office/drawing/2014/main" id="{F1572E3A-6D6E-1F9B-A8E1-DCF841A004B2}"/>
              </a:ext>
            </a:extLst>
          </p:cNvPr>
          <p:cNvSpPr>
            <a:spLocks noGrp="1"/>
          </p:cNvSpPr>
          <p:nvPr>
            <p:ph type="pic" sz="quarter" idx="10"/>
          </p:nvPr>
        </p:nvSpPr>
        <p:spPr>
          <a:xfrm>
            <a:off x="4608512" y="2103438"/>
            <a:ext cx="4535487" cy="3040062"/>
          </a:xfrm>
          <a:solidFill>
            <a:schemeClr val="bg2"/>
          </a:solidFill>
        </p:spPr>
        <p:txBody>
          <a:bodyPr/>
          <a:lstStyle/>
          <a:p>
            <a:endParaRPr kumimoji="1" lang="zh-HK" altLang="en-US" dirty="0"/>
          </a:p>
        </p:txBody>
      </p:sp>
      <p:sp>
        <p:nvSpPr>
          <p:cNvPr id="16" name="SmartArt 版面配置區 15">
            <a:extLst>
              <a:ext uri="{FF2B5EF4-FFF2-40B4-BE49-F238E27FC236}">
                <a16:creationId xmlns:a16="http://schemas.microsoft.com/office/drawing/2014/main" id="{AC38F5E6-E860-4593-4174-2CD1D40C6DA2}"/>
              </a:ext>
            </a:extLst>
          </p:cNvPr>
          <p:cNvSpPr>
            <a:spLocks noGrp="1"/>
          </p:cNvSpPr>
          <p:nvPr>
            <p:ph type="dgm" sz="quarter" idx="13"/>
          </p:nvPr>
        </p:nvSpPr>
        <p:spPr>
          <a:xfrm>
            <a:off x="4494742" y="1989668"/>
            <a:ext cx="537634" cy="537634"/>
          </a:xfrm>
          <a:solidFill>
            <a:srgbClr val="000000"/>
          </a:solidFill>
        </p:spPr>
        <p:txBody>
          <a:bodyPr/>
          <a:lstStyle>
            <a:lvl1pPr>
              <a:defRPr>
                <a:latin typeface="+mj-lt"/>
              </a:defRPr>
            </a:lvl1pPr>
          </a:lstStyle>
          <a:p>
            <a:endParaRPr kumimoji="1" lang="zh-HK" altLang="en-US" dirty="0"/>
          </a:p>
        </p:txBody>
      </p:sp>
      <p:sp>
        <p:nvSpPr>
          <p:cNvPr id="30" name="矩形 29">
            <a:extLst>
              <a:ext uri="{FF2B5EF4-FFF2-40B4-BE49-F238E27FC236}">
                <a16:creationId xmlns:a16="http://schemas.microsoft.com/office/drawing/2014/main" id="{086E51BE-E42B-1F37-5595-9018C4D06EE8}"/>
              </a:ext>
            </a:extLst>
          </p:cNvPr>
          <p:cNvSpPr>
            <a:spLocks noChangeAspect="1"/>
          </p:cNvSpPr>
          <p:nvPr userDrawn="1"/>
        </p:nvSpPr>
        <p:spPr>
          <a:xfrm>
            <a:off x="401514" y="4846519"/>
            <a:ext cx="64800" cy="648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chemeClr val="tx1"/>
              </a:solidFill>
            </a:endParaRPr>
          </a:p>
        </p:txBody>
      </p:sp>
      <p:sp>
        <p:nvSpPr>
          <p:cNvPr id="33" name="矩形 32">
            <a:extLst>
              <a:ext uri="{FF2B5EF4-FFF2-40B4-BE49-F238E27FC236}">
                <a16:creationId xmlns:a16="http://schemas.microsoft.com/office/drawing/2014/main" id="{EB317A9F-AEA4-8A97-4068-28A4068F40B0}"/>
              </a:ext>
            </a:extLst>
          </p:cNvPr>
          <p:cNvSpPr/>
          <p:nvPr userDrawn="1"/>
        </p:nvSpPr>
        <p:spPr>
          <a:xfrm>
            <a:off x="0" y="0"/>
            <a:ext cx="231775" cy="23177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p>
        </p:txBody>
      </p:sp>
      <p:pic>
        <p:nvPicPr>
          <p:cNvPr id="3" name="圖形 2">
            <a:extLst>
              <a:ext uri="{FF2B5EF4-FFF2-40B4-BE49-F238E27FC236}">
                <a16:creationId xmlns:a16="http://schemas.microsoft.com/office/drawing/2014/main" id="{839372CB-F4C2-AA86-E732-9BB4987FA47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7791675" y="230329"/>
            <a:ext cx="885600" cy="288783"/>
          </a:xfrm>
          <a:prstGeom prst="rect">
            <a:avLst/>
          </a:prstGeom>
        </p:spPr>
      </p:pic>
      <p:sp>
        <p:nvSpPr>
          <p:cNvPr id="9" name="Subtitle 2">
            <a:extLst>
              <a:ext uri="{FF2B5EF4-FFF2-40B4-BE49-F238E27FC236}">
                <a16:creationId xmlns:a16="http://schemas.microsoft.com/office/drawing/2014/main" id="{7318FB37-48C5-92C4-9C8A-CDAD6EC3E549}"/>
              </a:ext>
            </a:extLst>
          </p:cNvPr>
          <p:cNvSpPr>
            <a:spLocks noGrp="1"/>
          </p:cNvSpPr>
          <p:nvPr>
            <p:ph type="subTitle" idx="1" hasCustomPrompt="1"/>
          </p:nvPr>
        </p:nvSpPr>
        <p:spPr>
          <a:xfrm>
            <a:off x="611188" y="519113"/>
            <a:ext cx="3889375" cy="2592388"/>
          </a:xfrm>
        </p:spPr>
        <p:txBody>
          <a:bodyPr lIns="0" tIns="0" rIns="0" bIns="0" anchor="t">
            <a:noAutofit/>
          </a:bodyPr>
          <a:lstStyle>
            <a:lvl1pPr marL="0" indent="0" algn="l">
              <a:lnSpc>
                <a:spcPct val="120000"/>
              </a:lnSpc>
              <a:spcBef>
                <a:spcPts val="0"/>
              </a:spcBef>
              <a:buNone/>
              <a:defRPr sz="2400" b="0" i="0">
                <a:solidFill>
                  <a:schemeClr val="tx1"/>
                </a:solidFill>
                <a:latin typeface="Avenir Next Medium" panose="020B0503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Cover title aligned in 24pt text in Medium weight in long paragraph in the Avenir Next font</a:t>
            </a:r>
          </a:p>
        </p:txBody>
      </p:sp>
      <p:sp>
        <p:nvSpPr>
          <p:cNvPr id="10" name="內容版面配置區 17">
            <a:extLst>
              <a:ext uri="{FF2B5EF4-FFF2-40B4-BE49-F238E27FC236}">
                <a16:creationId xmlns:a16="http://schemas.microsoft.com/office/drawing/2014/main" id="{C53C2606-26D4-F81C-1F6A-1DF7FC84E87F}"/>
              </a:ext>
            </a:extLst>
          </p:cNvPr>
          <p:cNvSpPr>
            <a:spLocks noGrp="1"/>
          </p:cNvSpPr>
          <p:nvPr>
            <p:ph sz="quarter" idx="14" hasCustomPrompt="1"/>
          </p:nvPr>
        </p:nvSpPr>
        <p:spPr>
          <a:xfrm>
            <a:off x="611188" y="231775"/>
            <a:ext cx="1331912" cy="144463"/>
          </a:xfrm>
        </p:spPr>
        <p:txBody>
          <a:bodyPr>
            <a:normAutofit/>
          </a:bodyPr>
          <a:lstStyle>
            <a:lvl1pPr>
              <a:defRPr sz="800" b="0" i="0">
                <a:solidFill>
                  <a:schemeClr val="tx1"/>
                </a:solidFill>
                <a:latin typeface="Avenir Next" panose="020B0503020202020204" pitchFamily="34" charset="0"/>
              </a:defRPr>
            </a:lvl1pPr>
          </a:lstStyle>
          <a:p>
            <a:pPr lvl="0"/>
            <a:r>
              <a:rPr kumimoji="1" lang="en-US" altLang="zh-TW" dirty="0"/>
              <a:t>Enter the date here</a:t>
            </a:r>
            <a:endParaRPr kumimoji="1" lang="zh-HK" altLang="en-US" dirty="0"/>
          </a:p>
        </p:txBody>
      </p:sp>
      <p:sp>
        <p:nvSpPr>
          <p:cNvPr id="11" name="內容版面配置區 17">
            <a:extLst>
              <a:ext uri="{FF2B5EF4-FFF2-40B4-BE49-F238E27FC236}">
                <a16:creationId xmlns:a16="http://schemas.microsoft.com/office/drawing/2014/main" id="{80407631-089D-DC3C-609F-4CAC66900393}"/>
              </a:ext>
            </a:extLst>
          </p:cNvPr>
          <p:cNvSpPr>
            <a:spLocks noGrp="1"/>
          </p:cNvSpPr>
          <p:nvPr>
            <p:ph sz="quarter" idx="15" hasCustomPrompt="1"/>
          </p:nvPr>
        </p:nvSpPr>
        <p:spPr>
          <a:xfrm>
            <a:off x="611187" y="3111501"/>
            <a:ext cx="2555876" cy="1655762"/>
          </a:xfrm>
        </p:spPr>
        <p:txBody>
          <a:bodyPr anchor="b" anchorCtr="0">
            <a:normAutofit/>
          </a:bodyPr>
          <a:lstStyle>
            <a:lvl1pPr>
              <a:lnSpc>
                <a:spcPts val="960"/>
              </a:lnSpc>
              <a:defRPr sz="800" b="0" i="0">
                <a:solidFill>
                  <a:schemeClr val="tx1"/>
                </a:solidFill>
                <a:latin typeface="+mn-lt"/>
              </a:defRPr>
            </a:lvl1pPr>
          </a:lstStyle>
          <a:p>
            <a:pPr marL="0" marR="0" lvl="0" indent="0" algn="l" defTabSz="685800" rtl="0" eaLnBrk="1" fontAlgn="auto" latinLnBrk="0" hangingPunct="1">
              <a:lnSpc>
                <a:spcPct val="100000"/>
              </a:lnSpc>
              <a:spcBef>
                <a:spcPts val="0"/>
              </a:spcBef>
              <a:spcAft>
                <a:spcPts val="0"/>
              </a:spcAft>
              <a:buClrTx/>
              <a:buSzTx/>
              <a:buFontTx/>
              <a:buNone/>
              <a:tabLst/>
              <a:defRPr/>
            </a:pPr>
            <a:r>
              <a:rPr kumimoji="1" lang="en-US" altLang="zh-HK" sz="800" b="0" i="0" dirty="0">
                <a:solidFill>
                  <a:schemeClr val="bg1"/>
                </a:solidFill>
                <a:latin typeface="AvenirNext LT Pro Light" panose="020B0403020202020204" pitchFamily="34" charset="0"/>
              </a:rPr>
              <a:t>Enter the needed small text here : Lorem Ipsum is simply dummy text of the printing and typesetting industry. Lorem Ipsum has been the industry's standard dummy text ever since the 1500s.</a:t>
            </a:r>
            <a:endParaRPr kumimoji="1" lang="zh-HK" altLang="en-US" sz="800" b="0" i="0" dirty="0">
              <a:solidFill>
                <a:schemeClr val="bg1"/>
              </a:solidFill>
              <a:latin typeface="AvenirNext LT Pro Light" panose="020B0403020202020204" pitchFamily="34" charset="0"/>
            </a:endParaRPr>
          </a:p>
        </p:txBody>
      </p:sp>
      <p:sp>
        <p:nvSpPr>
          <p:cNvPr id="12" name="文字方塊 11">
            <a:extLst>
              <a:ext uri="{FF2B5EF4-FFF2-40B4-BE49-F238E27FC236}">
                <a16:creationId xmlns:a16="http://schemas.microsoft.com/office/drawing/2014/main" id="{B92F16EE-10F0-4688-EEF2-08BC468E1F8F}"/>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chemeClr val="tx1"/>
                </a:solidFill>
                <a:latin typeface="Avenir Next Demi Bold" panose="020B0503020202020204" pitchFamily="34" charset="0"/>
                <a:ea typeface="+mn-ea"/>
                <a:cs typeface="+mn-cs"/>
              </a:rPr>
              <a:t>CONFIDENTIAL &amp; RESTRICTED BY MRDI</a:t>
            </a:r>
            <a:endParaRPr kumimoji="1" lang="zh-HK" altLang="en-US" sz="700" b="1" i="0" kern="1200" dirty="0">
              <a:solidFill>
                <a:schemeClr val="tx1"/>
              </a:solidFill>
              <a:latin typeface="Avenir Next Demi Bold" panose="020B0503020202020204" pitchFamily="34" charset="0"/>
              <a:ea typeface="+mn-ea"/>
              <a:cs typeface="+mn-cs"/>
            </a:endParaRPr>
          </a:p>
        </p:txBody>
      </p:sp>
    </p:spTree>
    <p:extLst>
      <p:ext uri="{BB962C8B-B14F-4D97-AF65-F5344CB8AC3E}">
        <p14:creationId xmlns:p14="http://schemas.microsoft.com/office/powerpoint/2010/main" val="600990517"/>
      </p:ext>
    </p:extLst>
  </p:cSld>
  <p:clrMapOvr>
    <a:masterClrMapping/>
  </p:clrMapOvr>
  <p:extLst>
    <p:ext uri="{DCECCB84-F9BA-43D5-87BE-67443E8EF086}">
      <p15:sldGuideLst xmlns:p15="http://schemas.microsoft.com/office/powerpoint/2012/main">
        <p15:guide id="10" orient="horz" pos="3003" userDrawn="1">
          <p15:clr>
            <a:srgbClr val="FBAE40"/>
          </p15:clr>
        </p15:guide>
        <p15:guide id="11" orient="horz" pos="2913"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ivider page_1_White">
    <p:spTree>
      <p:nvGrpSpPr>
        <p:cNvPr id="1" name=""/>
        <p:cNvGrpSpPr/>
        <p:nvPr/>
      </p:nvGrpSpPr>
      <p:grpSpPr>
        <a:xfrm>
          <a:off x="0" y="0"/>
          <a:ext cx="0" cy="0"/>
          <a:chOff x="0" y="0"/>
          <a:chExt cx="0" cy="0"/>
        </a:xfrm>
      </p:grpSpPr>
      <p:sp>
        <p:nvSpPr>
          <p:cNvPr id="28" name="圖片版面配置區 27">
            <a:extLst>
              <a:ext uri="{FF2B5EF4-FFF2-40B4-BE49-F238E27FC236}">
                <a16:creationId xmlns:a16="http://schemas.microsoft.com/office/drawing/2014/main" id="{5AD4A29A-36AB-88C6-72EB-510912B80E38}"/>
              </a:ext>
            </a:extLst>
          </p:cNvPr>
          <p:cNvSpPr>
            <a:spLocks noGrp="1"/>
          </p:cNvSpPr>
          <p:nvPr>
            <p:ph type="pic" sz="quarter" idx="17"/>
          </p:nvPr>
        </p:nvSpPr>
        <p:spPr>
          <a:xfrm>
            <a:off x="-1" y="0"/>
            <a:ext cx="9144001" cy="2247900"/>
          </a:xfrm>
          <a:solidFill>
            <a:srgbClr val="000000"/>
          </a:solidFill>
        </p:spPr>
        <p:txBody>
          <a:bodyPr/>
          <a:lstStyle/>
          <a:p>
            <a:endParaRPr kumimoji="1" lang="zh-HK" altLang="en-US"/>
          </a:p>
        </p:txBody>
      </p:sp>
      <p:sp>
        <p:nvSpPr>
          <p:cNvPr id="3" name="文字版面配置區 2">
            <a:extLst>
              <a:ext uri="{FF2B5EF4-FFF2-40B4-BE49-F238E27FC236}">
                <a16:creationId xmlns:a16="http://schemas.microsoft.com/office/drawing/2014/main" id="{62979131-0703-CCC4-9E2A-012D5FEEC7D4}"/>
              </a:ext>
            </a:extLst>
          </p:cNvPr>
          <p:cNvSpPr>
            <a:spLocks noGrp="1"/>
          </p:cNvSpPr>
          <p:nvPr>
            <p:ph type="body" idx="1" hasCustomPrompt="1"/>
          </p:nvPr>
        </p:nvSpPr>
        <p:spPr>
          <a:xfrm>
            <a:off x="7294563" y="2535238"/>
            <a:ext cx="1216023" cy="1441450"/>
          </a:xfrm>
          <a:prstGeom prst="rect">
            <a:avLst/>
          </a:prstGeom>
        </p:spPr>
        <p:txBody>
          <a:bodyPr>
            <a:normAutofit/>
          </a:bodyPr>
          <a:lstStyle>
            <a:lvl1pPr marL="0" indent="0" algn="r">
              <a:buNone/>
              <a:defRPr sz="3600">
                <a:solidFill>
                  <a:schemeClr val="bg1"/>
                </a:solidFill>
                <a:latin typeface="Avenir Next"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01</a:t>
            </a:r>
            <a:endParaRPr kumimoji="1" lang="zh-TW" altLang="en-US" dirty="0"/>
          </a:p>
        </p:txBody>
      </p:sp>
      <p:sp>
        <p:nvSpPr>
          <p:cNvPr id="10" name="Page #">
            <a:extLst>
              <a:ext uri="{FF2B5EF4-FFF2-40B4-BE49-F238E27FC236}">
                <a16:creationId xmlns:a16="http://schemas.microsoft.com/office/drawing/2014/main" id="{4D8D19EA-DAEA-03BF-0D3F-A113C459ABCA}"/>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latin typeface="+mj-lt"/>
                <a:ea typeface="Arial" charset="0"/>
                <a:cs typeface="Arial" panose="020B0604020202020204" pitchFamily="34" charset="0"/>
              </a:rPr>
              <a:pPr lvl="0" algn="l">
                <a:lnSpc>
                  <a:spcPts val="1000"/>
                </a:lnSpc>
              </a:pPr>
              <a:t>‹#›</a:t>
            </a:fld>
            <a:endParaRPr lang="en-GB" sz="600" b="0" i="0" dirty="0">
              <a:latin typeface="+mj-lt"/>
              <a:ea typeface="Arial" charset="0"/>
              <a:cs typeface="Arial" panose="020B0604020202020204" pitchFamily="34" charset="0"/>
            </a:endParaRPr>
          </a:p>
        </p:txBody>
      </p:sp>
      <p:pic>
        <p:nvPicPr>
          <p:cNvPr id="11" name="圖片 10">
            <a:extLst>
              <a:ext uri="{FF2B5EF4-FFF2-40B4-BE49-F238E27FC236}">
                <a16:creationId xmlns:a16="http://schemas.microsoft.com/office/drawing/2014/main" id="{0301543E-412F-7691-223E-80B81B09684D}"/>
              </a:ext>
            </a:extLst>
          </p:cNvPr>
          <p:cNvPicPr>
            <a:picLocks noChangeAspect="1"/>
          </p:cNvPicPr>
          <p:nvPr userDrawn="1"/>
        </p:nvPicPr>
        <p:blipFill>
          <a:blip r:embed="rId2"/>
          <a:stretch>
            <a:fillRect/>
          </a:stretch>
        </p:blipFill>
        <p:spPr>
          <a:xfrm>
            <a:off x="7858340" y="4691044"/>
            <a:ext cx="684000" cy="222153"/>
          </a:xfrm>
          <a:prstGeom prst="rect">
            <a:avLst/>
          </a:prstGeom>
        </p:spPr>
      </p:pic>
      <p:sp>
        <p:nvSpPr>
          <p:cNvPr id="12" name="矩形 11">
            <a:extLst>
              <a:ext uri="{FF2B5EF4-FFF2-40B4-BE49-F238E27FC236}">
                <a16:creationId xmlns:a16="http://schemas.microsoft.com/office/drawing/2014/main" id="{EA484396-0A2F-34D8-51C3-09CE14E09782}"/>
              </a:ext>
            </a:extLst>
          </p:cNvPr>
          <p:cNvSpPr/>
          <p:nvPr userDrawn="1"/>
        </p:nvSpPr>
        <p:spPr>
          <a:xfrm>
            <a:off x="8677275" y="4838905"/>
            <a:ext cx="72820" cy="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p>
        </p:txBody>
      </p:sp>
      <p:sp>
        <p:nvSpPr>
          <p:cNvPr id="21" name="標題 20">
            <a:extLst>
              <a:ext uri="{FF2B5EF4-FFF2-40B4-BE49-F238E27FC236}">
                <a16:creationId xmlns:a16="http://schemas.microsoft.com/office/drawing/2014/main" id="{3438006E-39DA-77DE-022C-26B36043041E}"/>
              </a:ext>
            </a:extLst>
          </p:cNvPr>
          <p:cNvSpPr>
            <a:spLocks noGrp="1"/>
          </p:cNvSpPr>
          <p:nvPr>
            <p:ph type="title" hasCustomPrompt="1"/>
          </p:nvPr>
        </p:nvSpPr>
        <p:spPr>
          <a:xfrm>
            <a:off x="611188" y="2535238"/>
            <a:ext cx="6553199" cy="1441450"/>
          </a:xfrm>
        </p:spPr>
        <p:txBody>
          <a:bodyPr>
            <a:noAutofit/>
          </a:bodyPr>
          <a:lstStyle>
            <a:lvl1pPr>
              <a:lnSpc>
                <a:spcPct val="100000"/>
              </a:lnSpc>
              <a:defRPr sz="3500" b="0" i="0">
                <a:latin typeface="Avenir Next" panose="020B0503020202020204" pitchFamily="34" charset="0"/>
              </a:defRPr>
            </a:lvl1pPr>
          </a:lstStyle>
          <a:p>
            <a:r>
              <a:rPr kumimoji="1" lang="en-US" altLang="zh-TW" dirty="0"/>
              <a:t>CHAPTER TITLE USING REGULAR WEIGHT IN 35PT</a:t>
            </a:r>
            <a:endParaRPr kumimoji="1" lang="zh-HK" altLang="en-US" dirty="0"/>
          </a:p>
        </p:txBody>
      </p:sp>
      <p:sp>
        <p:nvSpPr>
          <p:cNvPr id="24" name="文字版面配置區 23">
            <a:extLst>
              <a:ext uri="{FF2B5EF4-FFF2-40B4-BE49-F238E27FC236}">
                <a16:creationId xmlns:a16="http://schemas.microsoft.com/office/drawing/2014/main" id="{59DE0CA9-BB64-664E-B948-F09A3B775BCC}"/>
              </a:ext>
            </a:extLst>
          </p:cNvPr>
          <p:cNvSpPr>
            <a:spLocks noGrp="1"/>
          </p:cNvSpPr>
          <p:nvPr>
            <p:ph type="body" sz="quarter" idx="14" hasCustomPrompt="1"/>
          </p:nvPr>
        </p:nvSpPr>
        <p:spPr>
          <a:xfrm>
            <a:off x="466725" y="231775"/>
            <a:ext cx="1476375" cy="287338"/>
          </a:xfrm>
        </p:spPr>
        <p:txBody>
          <a:bodyPr>
            <a:noAutofit/>
          </a:bodyPr>
          <a:lstStyle>
            <a:lvl1pPr>
              <a:defRPr sz="1000" b="1" i="0">
                <a:solidFill>
                  <a:schemeClr val="tx1"/>
                </a:solidFill>
                <a:latin typeface="Avenir Next Demi Bold"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TW" dirty="0"/>
              <a:t>SECTION CONTENT</a:t>
            </a:r>
            <a:endParaRPr kumimoji="1" lang="zh-HK" altLang="en-US" dirty="0"/>
          </a:p>
        </p:txBody>
      </p:sp>
      <p:sp>
        <p:nvSpPr>
          <p:cNvPr id="25" name="文字版面配置區 23">
            <a:extLst>
              <a:ext uri="{FF2B5EF4-FFF2-40B4-BE49-F238E27FC236}">
                <a16:creationId xmlns:a16="http://schemas.microsoft.com/office/drawing/2014/main" id="{15C74A27-FDA8-9432-E114-713E450B5659}"/>
              </a:ext>
            </a:extLst>
          </p:cNvPr>
          <p:cNvSpPr>
            <a:spLocks noGrp="1"/>
          </p:cNvSpPr>
          <p:nvPr>
            <p:ph type="body" sz="quarter" idx="15" hasCustomPrompt="1"/>
          </p:nvPr>
        </p:nvSpPr>
        <p:spPr>
          <a:xfrm>
            <a:off x="3276601" y="231775"/>
            <a:ext cx="2555874" cy="287338"/>
          </a:xfrm>
        </p:spPr>
        <p:txBody>
          <a:bodyPr>
            <a:noAutofit/>
          </a:bodyPr>
          <a:lstStyle>
            <a:lvl1pPr algn="ctr">
              <a:defRPr sz="1000" b="1" i="0">
                <a:solidFill>
                  <a:schemeClr val="tx1"/>
                </a:solidFill>
                <a:latin typeface="Avenir Next Demi Bold"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TW" dirty="0"/>
              <a:t>SECTION CONTENT</a:t>
            </a:r>
            <a:endParaRPr kumimoji="1" lang="zh-HK" altLang="en-US" dirty="0"/>
          </a:p>
        </p:txBody>
      </p:sp>
      <p:sp>
        <p:nvSpPr>
          <p:cNvPr id="26" name="文字版面配置區 23">
            <a:extLst>
              <a:ext uri="{FF2B5EF4-FFF2-40B4-BE49-F238E27FC236}">
                <a16:creationId xmlns:a16="http://schemas.microsoft.com/office/drawing/2014/main" id="{5C5716F0-EAC9-944F-F9BF-F905AE507578}"/>
              </a:ext>
            </a:extLst>
          </p:cNvPr>
          <p:cNvSpPr>
            <a:spLocks noGrp="1"/>
          </p:cNvSpPr>
          <p:nvPr>
            <p:ph type="body" sz="quarter" idx="16" hasCustomPrompt="1"/>
          </p:nvPr>
        </p:nvSpPr>
        <p:spPr>
          <a:xfrm>
            <a:off x="7199120" y="231775"/>
            <a:ext cx="1476375" cy="287338"/>
          </a:xfrm>
        </p:spPr>
        <p:txBody>
          <a:bodyPr>
            <a:noAutofit/>
          </a:bodyPr>
          <a:lstStyle>
            <a:lvl1pPr algn="r">
              <a:defRPr sz="1000" b="1" i="0">
                <a:solidFill>
                  <a:schemeClr val="tx1"/>
                </a:solidFill>
                <a:latin typeface="Avenir Next Demi Bold"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TW" dirty="0"/>
              <a:t>SECTION CONTENT</a:t>
            </a:r>
            <a:endParaRPr kumimoji="1" lang="zh-HK" altLang="en-US" dirty="0"/>
          </a:p>
        </p:txBody>
      </p:sp>
    </p:spTree>
    <p:extLst>
      <p:ext uri="{BB962C8B-B14F-4D97-AF65-F5344CB8AC3E}">
        <p14:creationId xmlns:p14="http://schemas.microsoft.com/office/powerpoint/2010/main" val="119931788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Divider page_1_Black">
    <p:bg>
      <p:bgPr>
        <a:solidFill>
          <a:srgbClr val="000000"/>
        </a:solidFill>
        <a:effectLst/>
      </p:bgPr>
    </p:bg>
    <p:spTree>
      <p:nvGrpSpPr>
        <p:cNvPr id="1" name=""/>
        <p:cNvGrpSpPr/>
        <p:nvPr/>
      </p:nvGrpSpPr>
      <p:grpSpPr>
        <a:xfrm>
          <a:off x="0" y="0"/>
          <a:ext cx="0" cy="0"/>
          <a:chOff x="0" y="0"/>
          <a:chExt cx="0" cy="0"/>
        </a:xfrm>
      </p:grpSpPr>
      <p:sp>
        <p:nvSpPr>
          <p:cNvPr id="5" name="圖片版面配置區 27">
            <a:extLst>
              <a:ext uri="{FF2B5EF4-FFF2-40B4-BE49-F238E27FC236}">
                <a16:creationId xmlns:a16="http://schemas.microsoft.com/office/drawing/2014/main" id="{6CE141C8-D1D2-E862-44AA-9998F44B342B}"/>
              </a:ext>
            </a:extLst>
          </p:cNvPr>
          <p:cNvSpPr>
            <a:spLocks noGrp="1"/>
          </p:cNvSpPr>
          <p:nvPr>
            <p:ph type="pic" sz="quarter" idx="17"/>
          </p:nvPr>
        </p:nvSpPr>
        <p:spPr>
          <a:xfrm>
            <a:off x="-1" y="0"/>
            <a:ext cx="9144001" cy="2247900"/>
          </a:xfrm>
          <a:solidFill>
            <a:schemeClr val="tx1"/>
          </a:solidFill>
        </p:spPr>
        <p:txBody>
          <a:bodyPr/>
          <a:lstStyle/>
          <a:p>
            <a:endParaRPr kumimoji="1" lang="zh-HK" altLang="en-US" dirty="0"/>
          </a:p>
        </p:txBody>
      </p:sp>
      <p:sp>
        <p:nvSpPr>
          <p:cNvPr id="3" name="文字版面配置區 2">
            <a:extLst>
              <a:ext uri="{FF2B5EF4-FFF2-40B4-BE49-F238E27FC236}">
                <a16:creationId xmlns:a16="http://schemas.microsoft.com/office/drawing/2014/main" id="{62979131-0703-CCC4-9E2A-012D5FEEC7D4}"/>
              </a:ext>
            </a:extLst>
          </p:cNvPr>
          <p:cNvSpPr>
            <a:spLocks noGrp="1"/>
          </p:cNvSpPr>
          <p:nvPr>
            <p:ph type="body" idx="1" hasCustomPrompt="1"/>
          </p:nvPr>
        </p:nvSpPr>
        <p:spPr>
          <a:xfrm>
            <a:off x="7294563" y="2535238"/>
            <a:ext cx="1216023" cy="1441450"/>
          </a:xfrm>
          <a:prstGeom prst="rect">
            <a:avLst/>
          </a:prstGeom>
        </p:spPr>
        <p:txBody>
          <a:bodyPr>
            <a:normAutofit/>
          </a:bodyPr>
          <a:lstStyle>
            <a:lvl1pPr marL="0" indent="0" algn="r">
              <a:buNone/>
              <a:defRPr sz="3600">
                <a:solidFill>
                  <a:schemeClr val="tx1"/>
                </a:solidFill>
                <a:latin typeface="Avenir Next"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01</a:t>
            </a:r>
            <a:endParaRPr kumimoji="1" lang="zh-TW" altLang="en-US" dirty="0"/>
          </a:p>
        </p:txBody>
      </p:sp>
      <p:sp>
        <p:nvSpPr>
          <p:cNvPr id="10" name="Page #">
            <a:extLst>
              <a:ext uri="{FF2B5EF4-FFF2-40B4-BE49-F238E27FC236}">
                <a16:creationId xmlns:a16="http://schemas.microsoft.com/office/drawing/2014/main" id="{4D8D19EA-DAEA-03BF-0D3F-A113C459ABCA}"/>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solidFill>
                  <a:schemeClr val="tx1"/>
                </a:solidFill>
                <a:latin typeface="+mj-lt"/>
                <a:ea typeface="Arial" charset="0"/>
                <a:cs typeface="Arial" panose="020B0604020202020204" pitchFamily="34" charset="0"/>
              </a:rPr>
              <a:pPr lvl="0" algn="l">
                <a:lnSpc>
                  <a:spcPts val="1000"/>
                </a:lnSpc>
              </a:pPr>
              <a:t>‹#›</a:t>
            </a:fld>
            <a:endParaRPr lang="en-GB" sz="600" b="0" i="0" dirty="0">
              <a:solidFill>
                <a:schemeClr val="tx1"/>
              </a:solidFill>
              <a:latin typeface="+mj-lt"/>
              <a:ea typeface="Arial" charset="0"/>
              <a:cs typeface="Arial" panose="020B0604020202020204" pitchFamily="34" charset="0"/>
            </a:endParaRPr>
          </a:p>
        </p:txBody>
      </p:sp>
      <p:sp>
        <p:nvSpPr>
          <p:cNvPr id="12" name="矩形 11">
            <a:extLst>
              <a:ext uri="{FF2B5EF4-FFF2-40B4-BE49-F238E27FC236}">
                <a16:creationId xmlns:a16="http://schemas.microsoft.com/office/drawing/2014/main" id="{EA484396-0A2F-34D8-51C3-09CE14E09782}"/>
              </a:ext>
            </a:extLst>
          </p:cNvPr>
          <p:cNvSpPr/>
          <p:nvPr userDrawn="1"/>
        </p:nvSpPr>
        <p:spPr>
          <a:xfrm>
            <a:off x="8677275" y="4838905"/>
            <a:ext cx="72820" cy="7282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chemeClr val="tx1"/>
              </a:solidFill>
            </a:endParaRPr>
          </a:p>
        </p:txBody>
      </p:sp>
      <p:sp>
        <p:nvSpPr>
          <p:cNvPr id="21" name="標題 20">
            <a:extLst>
              <a:ext uri="{FF2B5EF4-FFF2-40B4-BE49-F238E27FC236}">
                <a16:creationId xmlns:a16="http://schemas.microsoft.com/office/drawing/2014/main" id="{3438006E-39DA-77DE-022C-26B36043041E}"/>
              </a:ext>
            </a:extLst>
          </p:cNvPr>
          <p:cNvSpPr>
            <a:spLocks noGrp="1"/>
          </p:cNvSpPr>
          <p:nvPr>
            <p:ph type="title" hasCustomPrompt="1"/>
          </p:nvPr>
        </p:nvSpPr>
        <p:spPr>
          <a:xfrm>
            <a:off x="611188" y="2535238"/>
            <a:ext cx="6553199" cy="1441450"/>
          </a:xfrm>
        </p:spPr>
        <p:txBody>
          <a:bodyPr>
            <a:noAutofit/>
          </a:bodyPr>
          <a:lstStyle>
            <a:lvl1pPr>
              <a:defRPr sz="3500"/>
            </a:lvl1pPr>
          </a:lstStyle>
          <a:p>
            <a:r>
              <a:rPr kumimoji="1" lang="en-US" altLang="zh-TW" dirty="0"/>
              <a:t>CHAPTER TITLE USING REGULAR WEIGHT IN 35PT</a:t>
            </a:r>
            <a:endParaRPr kumimoji="1" lang="zh-HK" altLang="en-US" dirty="0"/>
          </a:p>
        </p:txBody>
      </p:sp>
      <p:pic>
        <p:nvPicPr>
          <p:cNvPr id="4" name="圖形 3">
            <a:extLst>
              <a:ext uri="{FF2B5EF4-FFF2-40B4-BE49-F238E27FC236}">
                <a16:creationId xmlns:a16="http://schemas.microsoft.com/office/drawing/2014/main" id="{A029FFD5-0156-69AB-8923-624A983E06F3}"/>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7845213" y="4690148"/>
            <a:ext cx="687600" cy="224217"/>
          </a:xfrm>
          <a:prstGeom prst="rect">
            <a:avLst/>
          </a:prstGeom>
        </p:spPr>
      </p:pic>
      <p:sp>
        <p:nvSpPr>
          <p:cNvPr id="7" name="文字版面配置區 23">
            <a:extLst>
              <a:ext uri="{FF2B5EF4-FFF2-40B4-BE49-F238E27FC236}">
                <a16:creationId xmlns:a16="http://schemas.microsoft.com/office/drawing/2014/main" id="{081D180A-C354-8015-4ABF-53BC5C3B054E}"/>
              </a:ext>
            </a:extLst>
          </p:cNvPr>
          <p:cNvSpPr>
            <a:spLocks noGrp="1"/>
          </p:cNvSpPr>
          <p:nvPr>
            <p:ph type="body" sz="quarter" idx="14" hasCustomPrompt="1"/>
          </p:nvPr>
        </p:nvSpPr>
        <p:spPr>
          <a:xfrm>
            <a:off x="466725" y="231775"/>
            <a:ext cx="1476375" cy="287338"/>
          </a:xfrm>
        </p:spPr>
        <p:txBody>
          <a:bodyPr>
            <a:noAutofit/>
          </a:bodyPr>
          <a:lstStyle>
            <a:lvl1pPr>
              <a:defRPr sz="1000" b="1" i="0">
                <a:solidFill>
                  <a:schemeClr val="tx1"/>
                </a:solidFill>
                <a:latin typeface="Avenir Next Demi Bold"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TW" dirty="0"/>
              <a:t>SECTION CONTENT</a:t>
            </a:r>
            <a:endParaRPr kumimoji="1" lang="zh-HK" altLang="en-US" dirty="0"/>
          </a:p>
        </p:txBody>
      </p:sp>
      <p:sp>
        <p:nvSpPr>
          <p:cNvPr id="9" name="文字版面配置區 23">
            <a:extLst>
              <a:ext uri="{FF2B5EF4-FFF2-40B4-BE49-F238E27FC236}">
                <a16:creationId xmlns:a16="http://schemas.microsoft.com/office/drawing/2014/main" id="{ECF415F2-E461-2B3D-9A37-306DE48780C3}"/>
              </a:ext>
            </a:extLst>
          </p:cNvPr>
          <p:cNvSpPr>
            <a:spLocks noGrp="1"/>
          </p:cNvSpPr>
          <p:nvPr>
            <p:ph type="body" sz="quarter" idx="16" hasCustomPrompt="1"/>
          </p:nvPr>
        </p:nvSpPr>
        <p:spPr>
          <a:xfrm>
            <a:off x="7199120" y="231775"/>
            <a:ext cx="1476375" cy="287338"/>
          </a:xfrm>
        </p:spPr>
        <p:txBody>
          <a:bodyPr>
            <a:noAutofit/>
          </a:bodyPr>
          <a:lstStyle>
            <a:lvl1pPr algn="r">
              <a:defRPr sz="1000" b="1" i="0">
                <a:solidFill>
                  <a:schemeClr val="tx1"/>
                </a:solidFill>
                <a:latin typeface="Avenir Next Demi Bold"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TW" dirty="0"/>
              <a:t>SECTION CONTENT</a:t>
            </a:r>
            <a:endParaRPr kumimoji="1" lang="zh-HK" altLang="en-US" dirty="0"/>
          </a:p>
        </p:txBody>
      </p:sp>
      <p:sp>
        <p:nvSpPr>
          <p:cNvPr id="13" name="文字版面配置區 23">
            <a:extLst>
              <a:ext uri="{FF2B5EF4-FFF2-40B4-BE49-F238E27FC236}">
                <a16:creationId xmlns:a16="http://schemas.microsoft.com/office/drawing/2014/main" id="{3EB5D96A-7062-C8EB-7906-B02A9C46C703}"/>
              </a:ext>
            </a:extLst>
          </p:cNvPr>
          <p:cNvSpPr>
            <a:spLocks noGrp="1"/>
          </p:cNvSpPr>
          <p:nvPr>
            <p:ph type="body" sz="quarter" idx="15" hasCustomPrompt="1"/>
          </p:nvPr>
        </p:nvSpPr>
        <p:spPr>
          <a:xfrm>
            <a:off x="3276601" y="231775"/>
            <a:ext cx="2555874" cy="287338"/>
          </a:xfrm>
        </p:spPr>
        <p:txBody>
          <a:bodyPr>
            <a:noAutofit/>
          </a:bodyPr>
          <a:lstStyle>
            <a:lvl1pPr algn="ctr">
              <a:defRPr sz="1000" b="1" i="0">
                <a:solidFill>
                  <a:schemeClr val="tx1"/>
                </a:solidFill>
                <a:latin typeface="Avenir Next Demi Bold"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TW" dirty="0"/>
              <a:t>SECTION CONTENT</a:t>
            </a:r>
            <a:endParaRPr kumimoji="1" lang="zh-HK" altLang="en-US" dirty="0"/>
          </a:p>
        </p:txBody>
      </p:sp>
    </p:spTree>
    <p:extLst>
      <p:ext uri="{BB962C8B-B14F-4D97-AF65-F5344CB8AC3E}">
        <p14:creationId xmlns:p14="http://schemas.microsoft.com/office/powerpoint/2010/main" val="32640667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Divider page_2_White">
    <p:bg>
      <p:bgPr>
        <a:solidFill>
          <a:schemeClr val="tx1"/>
        </a:solidFill>
        <a:effectLst/>
      </p:bgPr>
    </p:bg>
    <p:spTree>
      <p:nvGrpSpPr>
        <p:cNvPr id="1" name=""/>
        <p:cNvGrpSpPr/>
        <p:nvPr/>
      </p:nvGrpSpPr>
      <p:grpSpPr>
        <a:xfrm>
          <a:off x="0" y="0"/>
          <a:ext cx="0" cy="0"/>
          <a:chOff x="0" y="0"/>
          <a:chExt cx="0" cy="0"/>
        </a:xfrm>
      </p:grpSpPr>
      <p:sp>
        <p:nvSpPr>
          <p:cNvPr id="30" name="矩形 29">
            <a:extLst>
              <a:ext uri="{FF2B5EF4-FFF2-40B4-BE49-F238E27FC236}">
                <a16:creationId xmlns:a16="http://schemas.microsoft.com/office/drawing/2014/main" id="{086E51BE-E42B-1F37-5595-9018C4D06EE8}"/>
              </a:ext>
            </a:extLst>
          </p:cNvPr>
          <p:cNvSpPr>
            <a:spLocks noChangeAspect="1"/>
          </p:cNvSpPr>
          <p:nvPr userDrawn="1"/>
        </p:nvSpPr>
        <p:spPr>
          <a:xfrm>
            <a:off x="401514" y="4846519"/>
            <a:ext cx="64800" cy="648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pic>
        <p:nvPicPr>
          <p:cNvPr id="3" name="圖片 2">
            <a:extLst>
              <a:ext uri="{FF2B5EF4-FFF2-40B4-BE49-F238E27FC236}">
                <a16:creationId xmlns:a16="http://schemas.microsoft.com/office/drawing/2014/main" id="{70B4D4B6-3459-07C8-D1F7-C6FBB5F56E2C}"/>
              </a:ext>
            </a:extLst>
          </p:cNvPr>
          <p:cNvPicPr>
            <a:picLocks noChangeAspect="1"/>
          </p:cNvPicPr>
          <p:nvPr userDrawn="1"/>
        </p:nvPicPr>
        <p:blipFill>
          <a:blip r:embed="rId2"/>
          <a:stretch>
            <a:fillRect/>
          </a:stretch>
        </p:blipFill>
        <p:spPr>
          <a:xfrm>
            <a:off x="7858340" y="4691044"/>
            <a:ext cx="684000" cy="222153"/>
          </a:xfrm>
          <a:prstGeom prst="rect">
            <a:avLst/>
          </a:prstGeom>
        </p:spPr>
      </p:pic>
      <p:sp>
        <p:nvSpPr>
          <p:cNvPr id="5" name="矩形 4">
            <a:extLst>
              <a:ext uri="{FF2B5EF4-FFF2-40B4-BE49-F238E27FC236}">
                <a16:creationId xmlns:a16="http://schemas.microsoft.com/office/drawing/2014/main" id="{BA408AE3-F917-5BAF-47F3-29076DEE5FFC}"/>
              </a:ext>
            </a:extLst>
          </p:cNvPr>
          <p:cNvSpPr/>
          <p:nvPr userDrawn="1"/>
        </p:nvSpPr>
        <p:spPr>
          <a:xfrm>
            <a:off x="8677275" y="4838905"/>
            <a:ext cx="72820" cy="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sp>
        <p:nvSpPr>
          <p:cNvPr id="6" name="文字版面配置區 2">
            <a:extLst>
              <a:ext uri="{FF2B5EF4-FFF2-40B4-BE49-F238E27FC236}">
                <a16:creationId xmlns:a16="http://schemas.microsoft.com/office/drawing/2014/main" id="{20ED683C-5DF9-DFC2-2DFF-12C44F1241AE}"/>
              </a:ext>
            </a:extLst>
          </p:cNvPr>
          <p:cNvSpPr>
            <a:spLocks noGrp="1"/>
          </p:cNvSpPr>
          <p:nvPr>
            <p:ph type="body" idx="1" hasCustomPrompt="1"/>
          </p:nvPr>
        </p:nvSpPr>
        <p:spPr>
          <a:xfrm>
            <a:off x="619127" y="543606"/>
            <a:ext cx="1216023" cy="790766"/>
          </a:xfrm>
          <a:prstGeom prst="rect">
            <a:avLst/>
          </a:prstGeom>
        </p:spPr>
        <p:txBody>
          <a:bodyPr>
            <a:noAutofit/>
          </a:bodyPr>
          <a:lstStyle>
            <a:lvl1pPr marL="0" indent="0" algn="l">
              <a:buNone/>
              <a:defRPr sz="6000">
                <a:solidFill>
                  <a:srgbClr val="000000"/>
                </a:solidFill>
                <a:latin typeface="Avenir Next"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01</a:t>
            </a:r>
            <a:endParaRPr kumimoji="1" lang="zh-TW" altLang="en-US" dirty="0"/>
          </a:p>
        </p:txBody>
      </p:sp>
      <p:sp>
        <p:nvSpPr>
          <p:cNvPr id="7" name="標題 20">
            <a:extLst>
              <a:ext uri="{FF2B5EF4-FFF2-40B4-BE49-F238E27FC236}">
                <a16:creationId xmlns:a16="http://schemas.microsoft.com/office/drawing/2014/main" id="{CE5B448E-310C-CF84-3B52-AAD54FDEBA34}"/>
              </a:ext>
            </a:extLst>
          </p:cNvPr>
          <p:cNvSpPr>
            <a:spLocks noGrp="1"/>
          </p:cNvSpPr>
          <p:nvPr>
            <p:ph type="title" hasCustomPrompt="1"/>
          </p:nvPr>
        </p:nvSpPr>
        <p:spPr>
          <a:xfrm>
            <a:off x="3167062" y="543606"/>
            <a:ext cx="5375277" cy="2423432"/>
          </a:xfrm>
        </p:spPr>
        <p:txBody>
          <a:bodyPr>
            <a:noAutofit/>
          </a:bodyPr>
          <a:lstStyle>
            <a:lvl1pPr>
              <a:defRPr sz="3500"/>
            </a:lvl1pPr>
          </a:lstStyle>
          <a:p>
            <a:r>
              <a:rPr kumimoji="1" lang="en-US" altLang="zh-TW" dirty="0"/>
              <a:t>Chapter title using regular weight in 35pt</a:t>
            </a:r>
            <a:endParaRPr kumimoji="1" lang="zh-HK" altLang="en-US" dirty="0"/>
          </a:p>
        </p:txBody>
      </p:sp>
      <p:sp>
        <p:nvSpPr>
          <p:cNvPr id="8" name="Page #">
            <a:extLst>
              <a:ext uri="{FF2B5EF4-FFF2-40B4-BE49-F238E27FC236}">
                <a16:creationId xmlns:a16="http://schemas.microsoft.com/office/drawing/2014/main" id="{084B327D-0E66-3835-97CA-88654A7F38E2}"/>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latin typeface="+mj-lt"/>
                <a:ea typeface="Arial" charset="0"/>
                <a:cs typeface="Arial" panose="020B0604020202020204" pitchFamily="34" charset="0"/>
              </a:rPr>
              <a:pPr lvl="0" algn="l">
                <a:lnSpc>
                  <a:spcPts val="1000"/>
                </a:lnSpc>
              </a:pPr>
              <a:t>‹#›</a:t>
            </a:fld>
            <a:endParaRPr lang="en-GB" sz="600" b="0" i="0" dirty="0">
              <a:latin typeface="+mj-lt"/>
              <a:ea typeface="Arial" charset="0"/>
              <a:cs typeface="Arial" panose="020B0604020202020204" pitchFamily="34" charset="0"/>
            </a:endParaRPr>
          </a:p>
        </p:txBody>
      </p:sp>
      <p:sp>
        <p:nvSpPr>
          <p:cNvPr id="9" name="文字方塊 8">
            <a:extLst>
              <a:ext uri="{FF2B5EF4-FFF2-40B4-BE49-F238E27FC236}">
                <a16:creationId xmlns:a16="http://schemas.microsoft.com/office/drawing/2014/main" id="{83E01C9C-90B1-27E4-D20C-58433B65DEC8}"/>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rgbClr val="000000"/>
                </a:solidFill>
                <a:latin typeface="Avenir Next Demi Bold" panose="020B0503020202020204" pitchFamily="34" charset="0"/>
                <a:ea typeface="+mn-ea"/>
                <a:cs typeface="+mn-cs"/>
              </a:rPr>
              <a:t>CONFIDENTIAL &amp; RESTRICTED BY MRDI</a:t>
            </a:r>
            <a:endParaRPr kumimoji="1" lang="zh-HK" altLang="en-US" sz="700" b="1" i="0" kern="1200" dirty="0">
              <a:solidFill>
                <a:srgbClr val="000000"/>
              </a:solidFill>
              <a:latin typeface="Avenir Next Demi Bold" panose="020B0503020202020204" pitchFamily="34" charset="0"/>
              <a:ea typeface="+mn-ea"/>
              <a:cs typeface="+mn-cs"/>
            </a:endParaRPr>
          </a:p>
        </p:txBody>
      </p:sp>
    </p:spTree>
    <p:extLst>
      <p:ext uri="{BB962C8B-B14F-4D97-AF65-F5344CB8AC3E}">
        <p14:creationId xmlns:p14="http://schemas.microsoft.com/office/powerpoint/2010/main" val="3888709353"/>
      </p:ext>
    </p:extLst>
  </p:cSld>
  <p:clrMapOvr>
    <a:masterClrMapping/>
  </p:clrMapOvr>
  <p:extLst>
    <p:ext uri="{DCECCB84-F9BA-43D5-87BE-67443E8EF086}">
      <p15:sldGuideLst xmlns:p15="http://schemas.microsoft.com/office/powerpoint/2012/main">
        <p15:guide id="10" orient="horz" pos="3003" userDrawn="1">
          <p15:clr>
            <a:srgbClr val="FBAE40"/>
          </p15:clr>
        </p15:guide>
        <p15:guide id="11" orient="horz" pos="2913"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Divider page_2_Black">
    <p:bg>
      <p:bgPr>
        <a:solidFill>
          <a:srgbClr val="000000"/>
        </a:solidFill>
        <a:effectLst/>
      </p:bgPr>
    </p:bg>
    <p:spTree>
      <p:nvGrpSpPr>
        <p:cNvPr id="1" name=""/>
        <p:cNvGrpSpPr/>
        <p:nvPr/>
      </p:nvGrpSpPr>
      <p:grpSpPr>
        <a:xfrm>
          <a:off x="0" y="0"/>
          <a:ext cx="0" cy="0"/>
          <a:chOff x="0" y="0"/>
          <a:chExt cx="0" cy="0"/>
        </a:xfrm>
      </p:grpSpPr>
      <p:sp>
        <p:nvSpPr>
          <p:cNvPr id="2" name="Page #">
            <a:extLst>
              <a:ext uri="{FF2B5EF4-FFF2-40B4-BE49-F238E27FC236}">
                <a16:creationId xmlns:a16="http://schemas.microsoft.com/office/drawing/2014/main" id="{8298A78F-A90C-A756-7FF0-9C2E4136D977}"/>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solidFill>
                  <a:schemeClr val="tx1"/>
                </a:solidFill>
                <a:latin typeface="+mj-lt"/>
                <a:ea typeface="Arial" charset="0"/>
                <a:cs typeface="Arial" panose="020B0604020202020204" pitchFamily="34" charset="0"/>
              </a:rPr>
              <a:pPr lvl="0" algn="l">
                <a:lnSpc>
                  <a:spcPts val="1000"/>
                </a:lnSpc>
              </a:pPr>
              <a:t>‹#›</a:t>
            </a:fld>
            <a:endParaRPr lang="en-GB" sz="600" b="0" i="0" dirty="0">
              <a:solidFill>
                <a:schemeClr val="tx1"/>
              </a:solidFill>
              <a:latin typeface="+mj-lt"/>
              <a:ea typeface="Arial" charset="0"/>
              <a:cs typeface="Arial" panose="020B0604020202020204" pitchFamily="34" charset="0"/>
            </a:endParaRPr>
          </a:p>
        </p:txBody>
      </p:sp>
      <p:sp>
        <p:nvSpPr>
          <p:cNvPr id="5" name="矩形 4">
            <a:extLst>
              <a:ext uri="{FF2B5EF4-FFF2-40B4-BE49-F238E27FC236}">
                <a16:creationId xmlns:a16="http://schemas.microsoft.com/office/drawing/2014/main" id="{BA408AE3-F917-5BAF-47F3-29076DEE5FFC}"/>
              </a:ext>
            </a:extLst>
          </p:cNvPr>
          <p:cNvSpPr/>
          <p:nvPr userDrawn="1"/>
        </p:nvSpPr>
        <p:spPr>
          <a:xfrm>
            <a:off x="8677275" y="4838905"/>
            <a:ext cx="72820" cy="7282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p>
        </p:txBody>
      </p:sp>
      <p:pic>
        <p:nvPicPr>
          <p:cNvPr id="8" name="圖形 7">
            <a:extLst>
              <a:ext uri="{FF2B5EF4-FFF2-40B4-BE49-F238E27FC236}">
                <a16:creationId xmlns:a16="http://schemas.microsoft.com/office/drawing/2014/main" id="{0AEEF68F-A6F6-CB7D-1367-1FAC34923CF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7845213" y="4690148"/>
            <a:ext cx="687600" cy="224217"/>
          </a:xfrm>
          <a:prstGeom prst="rect">
            <a:avLst/>
          </a:prstGeom>
        </p:spPr>
      </p:pic>
      <p:sp>
        <p:nvSpPr>
          <p:cNvPr id="9" name="文字版面配置區 2">
            <a:extLst>
              <a:ext uri="{FF2B5EF4-FFF2-40B4-BE49-F238E27FC236}">
                <a16:creationId xmlns:a16="http://schemas.microsoft.com/office/drawing/2014/main" id="{2ACB8503-F428-445F-42F2-1157052FF9E6}"/>
              </a:ext>
            </a:extLst>
          </p:cNvPr>
          <p:cNvSpPr>
            <a:spLocks noGrp="1"/>
          </p:cNvSpPr>
          <p:nvPr>
            <p:ph type="body" idx="1" hasCustomPrompt="1"/>
          </p:nvPr>
        </p:nvSpPr>
        <p:spPr>
          <a:xfrm>
            <a:off x="619127" y="543606"/>
            <a:ext cx="1216023" cy="790766"/>
          </a:xfrm>
          <a:prstGeom prst="rect">
            <a:avLst/>
          </a:prstGeom>
        </p:spPr>
        <p:txBody>
          <a:bodyPr>
            <a:noAutofit/>
          </a:bodyPr>
          <a:lstStyle>
            <a:lvl1pPr marL="0" indent="0" algn="l">
              <a:buNone/>
              <a:defRPr sz="6000">
                <a:solidFill>
                  <a:schemeClr val="tx1"/>
                </a:solidFill>
                <a:latin typeface="Avenir Next"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01</a:t>
            </a:r>
            <a:endParaRPr kumimoji="1" lang="zh-TW" altLang="en-US" dirty="0"/>
          </a:p>
        </p:txBody>
      </p:sp>
      <p:sp>
        <p:nvSpPr>
          <p:cNvPr id="10" name="標題 20">
            <a:extLst>
              <a:ext uri="{FF2B5EF4-FFF2-40B4-BE49-F238E27FC236}">
                <a16:creationId xmlns:a16="http://schemas.microsoft.com/office/drawing/2014/main" id="{ECD24D39-E2A2-4245-DF0D-3FAF82C93BE6}"/>
              </a:ext>
            </a:extLst>
          </p:cNvPr>
          <p:cNvSpPr>
            <a:spLocks noGrp="1"/>
          </p:cNvSpPr>
          <p:nvPr>
            <p:ph type="title" hasCustomPrompt="1"/>
          </p:nvPr>
        </p:nvSpPr>
        <p:spPr>
          <a:xfrm>
            <a:off x="3167062" y="543606"/>
            <a:ext cx="5375277" cy="2423432"/>
          </a:xfrm>
        </p:spPr>
        <p:txBody>
          <a:bodyPr>
            <a:noAutofit/>
          </a:bodyPr>
          <a:lstStyle>
            <a:lvl1pPr>
              <a:defRPr sz="3500"/>
            </a:lvl1pPr>
          </a:lstStyle>
          <a:p>
            <a:r>
              <a:rPr kumimoji="1" lang="en-US" altLang="zh-TW" dirty="0"/>
              <a:t>Chapter title using regular weight in 35pt</a:t>
            </a:r>
            <a:endParaRPr kumimoji="1" lang="zh-HK" altLang="en-US" dirty="0"/>
          </a:p>
        </p:txBody>
      </p:sp>
      <p:sp>
        <p:nvSpPr>
          <p:cNvPr id="11" name="矩形 10">
            <a:extLst>
              <a:ext uri="{FF2B5EF4-FFF2-40B4-BE49-F238E27FC236}">
                <a16:creationId xmlns:a16="http://schemas.microsoft.com/office/drawing/2014/main" id="{F990E2FA-822A-82E0-D2F9-3E0ECEAD7573}"/>
              </a:ext>
            </a:extLst>
          </p:cNvPr>
          <p:cNvSpPr>
            <a:spLocks noChangeAspect="1"/>
          </p:cNvSpPr>
          <p:nvPr userDrawn="1"/>
        </p:nvSpPr>
        <p:spPr>
          <a:xfrm>
            <a:off x="401514" y="4846519"/>
            <a:ext cx="64800" cy="648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chemeClr val="tx1"/>
              </a:solidFill>
            </a:endParaRPr>
          </a:p>
        </p:txBody>
      </p:sp>
      <p:sp>
        <p:nvSpPr>
          <p:cNvPr id="12" name="文字方塊 11">
            <a:extLst>
              <a:ext uri="{FF2B5EF4-FFF2-40B4-BE49-F238E27FC236}">
                <a16:creationId xmlns:a16="http://schemas.microsoft.com/office/drawing/2014/main" id="{B07D5A4E-0A57-1B85-B0FC-660949D519F9}"/>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chemeClr val="tx1"/>
                </a:solidFill>
                <a:latin typeface="Avenir Next Demi Bold" panose="020B0503020202020204" pitchFamily="34" charset="0"/>
                <a:ea typeface="+mn-ea"/>
                <a:cs typeface="+mn-cs"/>
              </a:rPr>
              <a:t>CONFIDENTIAL &amp; RESTRICTED BY MRDI</a:t>
            </a:r>
            <a:endParaRPr kumimoji="1" lang="zh-HK" altLang="en-US" sz="700" b="1" i="0" kern="1200" dirty="0">
              <a:solidFill>
                <a:schemeClr val="tx1"/>
              </a:solidFill>
              <a:latin typeface="Avenir Next Demi Bold" panose="020B0503020202020204" pitchFamily="34" charset="0"/>
              <a:ea typeface="+mn-ea"/>
              <a:cs typeface="+mn-cs"/>
            </a:endParaRPr>
          </a:p>
        </p:txBody>
      </p:sp>
    </p:spTree>
    <p:extLst>
      <p:ext uri="{BB962C8B-B14F-4D97-AF65-F5344CB8AC3E}">
        <p14:creationId xmlns:p14="http://schemas.microsoft.com/office/powerpoint/2010/main" val="1922990694"/>
      </p:ext>
    </p:extLst>
  </p:cSld>
  <p:clrMapOvr>
    <a:masterClrMapping/>
  </p:clrMapOvr>
  <p:extLst>
    <p:ext uri="{DCECCB84-F9BA-43D5-87BE-67443E8EF086}">
      <p15:sldGuideLst xmlns:p15="http://schemas.microsoft.com/office/powerpoint/2012/main">
        <p15:guide id="10" orient="horz" pos="3003" userDrawn="1">
          <p15:clr>
            <a:srgbClr val="FBAE40"/>
          </p15:clr>
        </p15:guide>
        <p15:guide id="11" orient="horz" pos="2913"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Agenda_White">
    <p:bg>
      <p:bgPr>
        <a:solidFill>
          <a:schemeClr val="tx1"/>
        </a:solidFill>
        <a:effectLst/>
      </p:bgPr>
    </p:bg>
    <p:spTree>
      <p:nvGrpSpPr>
        <p:cNvPr id="1" name=""/>
        <p:cNvGrpSpPr/>
        <p:nvPr/>
      </p:nvGrpSpPr>
      <p:grpSpPr>
        <a:xfrm>
          <a:off x="0" y="0"/>
          <a:ext cx="0" cy="0"/>
          <a:chOff x="0" y="0"/>
          <a:chExt cx="0" cy="0"/>
        </a:xfrm>
      </p:grpSpPr>
      <p:sp>
        <p:nvSpPr>
          <p:cNvPr id="30" name="矩形 29">
            <a:extLst>
              <a:ext uri="{FF2B5EF4-FFF2-40B4-BE49-F238E27FC236}">
                <a16:creationId xmlns:a16="http://schemas.microsoft.com/office/drawing/2014/main" id="{086E51BE-E42B-1F37-5595-9018C4D06EE8}"/>
              </a:ext>
            </a:extLst>
          </p:cNvPr>
          <p:cNvSpPr>
            <a:spLocks noChangeAspect="1"/>
          </p:cNvSpPr>
          <p:nvPr userDrawn="1"/>
        </p:nvSpPr>
        <p:spPr>
          <a:xfrm>
            <a:off x="401514" y="4846519"/>
            <a:ext cx="64800" cy="648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pic>
        <p:nvPicPr>
          <p:cNvPr id="3" name="圖片 2">
            <a:extLst>
              <a:ext uri="{FF2B5EF4-FFF2-40B4-BE49-F238E27FC236}">
                <a16:creationId xmlns:a16="http://schemas.microsoft.com/office/drawing/2014/main" id="{70B4D4B6-3459-07C8-D1F7-C6FBB5F56E2C}"/>
              </a:ext>
            </a:extLst>
          </p:cNvPr>
          <p:cNvPicPr>
            <a:picLocks noChangeAspect="1"/>
          </p:cNvPicPr>
          <p:nvPr userDrawn="1"/>
        </p:nvPicPr>
        <p:blipFill>
          <a:blip r:embed="rId2"/>
          <a:stretch>
            <a:fillRect/>
          </a:stretch>
        </p:blipFill>
        <p:spPr>
          <a:xfrm>
            <a:off x="7858340" y="4691044"/>
            <a:ext cx="684000" cy="222153"/>
          </a:xfrm>
          <a:prstGeom prst="rect">
            <a:avLst/>
          </a:prstGeom>
        </p:spPr>
      </p:pic>
      <p:sp>
        <p:nvSpPr>
          <p:cNvPr id="5" name="矩形 4">
            <a:extLst>
              <a:ext uri="{FF2B5EF4-FFF2-40B4-BE49-F238E27FC236}">
                <a16:creationId xmlns:a16="http://schemas.microsoft.com/office/drawing/2014/main" id="{BA408AE3-F917-5BAF-47F3-29076DEE5FFC}"/>
              </a:ext>
            </a:extLst>
          </p:cNvPr>
          <p:cNvSpPr/>
          <p:nvPr userDrawn="1"/>
        </p:nvSpPr>
        <p:spPr>
          <a:xfrm>
            <a:off x="8677275" y="4838905"/>
            <a:ext cx="72820" cy="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sp>
        <p:nvSpPr>
          <p:cNvPr id="6" name="文字版面配置區 2">
            <a:extLst>
              <a:ext uri="{FF2B5EF4-FFF2-40B4-BE49-F238E27FC236}">
                <a16:creationId xmlns:a16="http://schemas.microsoft.com/office/drawing/2014/main" id="{20ED683C-5DF9-DFC2-2DFF-12C44F1241AE}"/>
              </a:ext>
            </a:extLst>
          </p:cNvPr>
          <p:cNvSpPr>
            <a:spLocks noGrp="1"/>
          </p:cNvSpPr>
          <p:nvPr>
            <p:ph type="body" idx="1" hasCustomPrompt="1"/>
          </p:nvPr>
        </p:nvSpPr>
        <p:spPr>
          <a:xfrm>
            <a:off x="611188" y="521272"/>
            <a:ext cx="2826717" cy="790766"/>
          </a:xfrm>
          <a:prstGeom prst="rect">
            <a:avLst/>
          </a:prstGeom>
        </p:spPr>
        <p:txBody>
          <a:bodyPr>
            <a:noAutofit/>
          </a:bodyPr>
          <a:lstStyle>
            <a:lvl1pPr marL="0" indent="0" algn="l">
              <a:buNone/>
              <a:defRPr sz="5500">
                <a:solidFill>
                  <a:srgbClr val="000000"/>
                </a:solidFill>
                <a:latin typeface="Avenir Next"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Agenda</a:t>
            </a:r>
            <a:endParaRPr kumimoji="1" lang="zh-TW" altLang="en-US" dirty="0"/>
          </a:p>
        </p:txBody>
      </p:sp>
      <p:sp>
        <p:nvSpPr>
          <p:cNvPr id="39" name="Page #">
            <a:extLst>
              <a:ext uri="{FF2B5EF4-FFF2-40B4-BE49-F238E27FC236}">
                <a16:creationId xmlns:a16="http://schemas.microsoft.com/office/drawing/2014/main" id="{D7494D87-8B33-584F-0F36-E598F1EA03C3}"/>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latin typeface="+mj-lt"/>
                <a:ea typeface="Arial" charset="0"/>
                <a:cs typeface="Arial" panose="020B0604020202020204" pitchFamily="34" charset="0"/>
              </a:rPr>
              <a:pPr lvl="0" algn="l">
                <a:lnSpc>
                  <a:spcPts val="1000"/>
                </a:lnSpc>
              </a:pPr>
              <a:t>‹#›</a:t>
            </a:fld>
            <a:endParaRPr lang="en-GB" sz="600" b="0" i="0" dirty="0">
              <a:latin typeface="+mj-lt"/>
              <a:ea typeface="Arial" charset="0"/>
              <a:cs typeface="Arial" panose="020B0604020202020204" pitchFamily="34" charset="0"/>
            </a:endParaRPr>
          </a:p>
        </p:txBody>
      </p:sp>
      <p:sp>
        <p:nvSpPr>
          <p:cNvPr id="40" name="文字版面配置區 2">
            <a:extLst>
              <a:ext uri="{FF2B5EF4-FFF2-40B4-BE49-F238E27FC236}">
                <a16:creationId xmlns:a16="http://schemas.microsoft.com/office/drawing/2014/main" id="{78BAD94F-1FD1-9B6E-FF55-866E082CFD94}"/>
              </a:ext>
            </a:extLst>
          </p:cNvPr>
          <p:cNvSpPr>
            <a:spLocks noGrp="1"/>
          </p:cNvSpPr>
          <p:nvPr>
            <p:ph type="body" idx="10" hasCustomPrompt="1"/>
          </p:nvPr>
        </p:nvSpPr>
        <p:spPr>
          <a:xfrm>
            <a:off x="4500563" y="521272"/>
            <a:ext cx="540000" cy="540000"/>
          </a:xfrm>
          <a:prstGeom prst="rect">
            <a:avLst/>
          </a:prstGeom>
        </p:spPr>
        <p:txBody>
          <a:bodyPr>
            <a:noAutofit/>
          </a:bodyPr>
          <a:lstStyle>
            <a:lvl1pPr marL="0" indent="0" algn="l">
              <a:buNone/>
              <a:defRPr lang="zh-TW" altLang="en-US" sz="3000" b="0" kern="1200" dirty="0">
                <a:solidFill>
                  <a:srgbClr val="000000"/>
                </a:solidFill>
                <a:latin typeface="Avenir Next" panose="020B0503020202020204" pitchFamily="34" charset="0"/>
                <a:ea typeface="+mn-ea"/>
                <a:cs typeface="+mn-cs"/>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01</a:t>
            </a:r>
            <a:endParaRPr kumimoji="1" lang="zh-TW" altLang="en-US" dirty="0"/>
          </a:p>
        </p:txBody>
      </p:sp>
      <p:sp>
        <p:nvSpPr>
          <p:cNvPr id="41" name="文字版面配置區 23">
            <a:extLst>
              <a:ext uri="{FF2B5EF4-FFF2-40B4-BE49-F238E27FC236}">
                <a16:creationId xmlns:a16="http://schemas.microsoft.com/office/drawing/2014/main" id="{2B2A1E93-B938-6657-A176-48DFB88F3B78}"/>
              </a:ext>
            </a:extLst>
          </p:cNvPr>
          <p:cNvSpPr>
            <a:spLocks noGrp="1"/>
          </p:cNvSpPr>
          <p:nvPr>
            <p:ph type="body" sz="quarter" idx="15" hasCustomPrompt="1"/>
          </p:nvPr>
        </p:nvSpPr>
        <p:spPr>
          <a:xfrm>
            <a:off x="5106988" y="528638"/>
            <a:ext cx="2738225" cy="195261"/>
          </a:xfrm>
        </p:spPr>
        <p:txBody>
          <a:bodyPr>
            <a:noAutofit/>
          </a:bodyPr>
          <a:lstStyle>
            <a:lvl1pPr algn="l">
              <a:spcBef>
                <a:spcPts val="0"/>
              </a:spcBef>
              <a:defRPr sz="1000" b="1" i="0">
                <a:solidFill>
                  <a:srgbClr val="000000"/>
                </a:solidFill>
                <a:latin typeface="Avenir Next Demi Bold"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TW" dirty="0"/>
              <a:t>Section subtitle</a:t>
            </a:r>
          </a:p>
        </p:txBody>
      </p:sp>
      <p:sp>
        <p:nvSpPr>
          <p:cNvPr id="42" name="文字版面配置區 23">
            <a:extLst>
              <a:ext uri="{FF2B5EF4-FFF2-40B4-BE49-F238E27FC236}">
                <a16:creationId xmlns:a16="http://schemas.microsoft.com/office/drawing/2014/main" id="{3FC23BC5-536C-896B-A1F5-DEDF5C4AE9D0}"/>
              </a:ext>
            </a:extLst>
          </p:cNvPr>
          <p:cNvSpPr>
            <a:spLocks noGrp="1"/>
          </p:cNvSpPr>
          <p:nvPr>
            <p:ph type="body" sz="quarter" idx="25" hasCustomPrompt="1"/>
          </p:nvPr>
        </p:nvSpPr>
        <p:spPr>
          <a:xfrm>
            <a:off x="5106988" y="731839"/>
            <a:ext cx="2738225" cy="329433"/>
          </a:xfrm>
        </p:spPr>
        <p:txBody>
          <a:bodyPr>
            <a:noAutofit/>
          </a:bodyPr>
          <a:lstStyle>
            <a:lvl1pPr algn="l">
              <a:spcBef>
                <a:spcPts val="0"/>
              </a:spcBef>
              <a:defRPr sz="10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HK" dirty="0"/>
              <a:t>Section Subtitle</a:t>
            </a:r>
            <a:endParaRPr kumimoji="1" lang="zh-HK" altLang="en-US" dirty="0"/>
          </a:p>
        </p:txBody>
      </p:sp>
      <p:sp>
        <p:nvSpPr>
          <p:cNvPr id="43" name="文字版面配置區 2">
            <a:extLst>
              <a:ext uri="{FF2B5EF4-FFF2-40B4-BE49-F238E27FC236}">
                <a16:creationId xmlns:a16="http://schemas.microsoft.com/office/drawing/2014/main" id="{496F94C7-535E-8E46-F157-3B84E9A1F3FE}"/>
              </a:ext>
            </a:extLst>
          </p:cNvPr>
          <p:cNvSpPr>
            <a:spLocks noGrp="1"/>
          </p:cNvSpPr>
          <p:nvPr>
            <p:ph type="body" idx="26" hasCustomPrompt="1"/>
          </p:nvPr>
        </p:nvSpPr>
        <p:spPr>
          <a:xfrm>
            <a:off x="4500563" y="1386245"/>
            <a:ext cx="540000" cy="540000"/>
          </a:xfrm>
          <a:prstGeom prst="rect">
            <a:avLst/>
          </a:prstGeom>
        </p:spPr>
        <p:txBody>
          <a:bodyPr>
            <a:noAutofit/>
          </a:bodyPr>
          <a:lstStyle>
            <a:lvl1pPr marL="0" indent="0" algn="l">
              <a:buNone/>
              <a:defRPr lang="zh-TW" altLang="en-US" sz="3000" b="0" kern="1200" dirty="0">
                <a:solidFill>
                  <a:srgbClr val="000000"/>
                </a:solidFill>
                <a:latin typeface="Avenir Next" panose="020B0503020202020204" pitchFamily="34" charset="0"/>
                <a:ea typeface="+mn-ea"/>
                <a:cs typeface="+mn-cs"/>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01</a:t>
            </a:r>
            <a:endParaRPr kumimoji="1" lang="zh-TW" altLang="en-US" dirty="0"/>
          </a:p>
        </p:txBody>
      </p:sp>
      <p:sp>
        <p:nvSpPr>
          <p:cNvPr id="44" name="文字版面配置區 23">
            <a:extLst>
              <a:ext uri="{FF2B5EF4-FFF2-40B4-BE49-F238E27FC236}">
                <a16:creationId xmlns:a16="http://schemas.microsoft.com/office/drawing/2014/main" id="{B3FC2589-EE45-03C0-9318-F1C563D60548}"/>
              </a:ext>
            </a:extLst>
          </p:cNvPr>
          <p:cNvSpPr>
            <a:spLocks noGrp="1"/>
          </p:cNvSpPr>
          <p:nvPr>
            <p:ph type="body" sz="quarter" idx="28" hasCustomPrompt="1"/>
          </p:nvPr>
        </p:nvSpPr>
        <p:spPr>
          <a:xfrm>
            <a:off x="5106988" y="1393611"/>
            <a:ext cx="2738225" cy="195261"/>
          </a:xfrm>
        </p:spPr>
        <p:txBody>
          <a:bodyPr>
            <a:noAutofit/>
          </a:bodyPr>
          <a:lstStyle>
            <a:lvl1pPr algn="l">
              <a:spcBef>
                <a:spcPts val="0"/>
              </a:spcBef>
              <a:defRPr kumimoji="1" lang="en-US" altLang="zh-TW" sz="1000" b="1" i="0" kern="1200" dirty="0" smtClean="0">
                <a:solidFill>
                  <a:srgbClr val="000000"/>
                </a:solidFill>
                <a:latin typeface="Avenir Next Demi Bold" panose="020B0503020202020204" pitchFamily="34" charset="0"/>
                <a:ea typeface="+mj-ea"/>
                <a:cs typeface="+mn-cs"/>
              </a:defRPr>
            </a:lvl1pPr>
            <a:lvl3pPr>
              <a:defRPr sz="800">
                <a:solidFill>
                  <a:schemeClr val="tx1"/>
                </a:solidFill>
              </a:defRPr>
            </a:lvl3pPr>
            <a:lvl4pPr>
              <a:defRPr sz="800">
                <a:solidFill>
                  <a:schemeClr val="tx1"/>
                </a:solidFill>
              </a:defRPr>
            </a:lvl4pPr>
            <a:lvl5pPr>
              <a:defRPr sz="800">
                <a:solidFill>
                  <a:schemeClr val="tx1"/>
                </a:solidFill>
              </a:defRPr>
            </a:lvl5pPr>
          </a:lstStyle>
          <a:p>
            <a:pPr marL="0" lvl="0" indent="0" algn="l" defTabSz="685800" rtl="0" eaLnBrk="1" latinLnBrk="0" hangingPunct="1">
              <a:lnSpc>
                <a:spcPct val="100000"/>
              </a:lnSpc>
              <a:spcBef>
                <a:spcPts val="0"/>
              </a:spcBef>
              <a:buFont typeface="Arial" panose="020B0604020202020204" pitchFamily="34" charset="0"/>
              <a:buNone/>
            </a:pPr>
            <a:r>
              <a:rPr kumimoji="1" lang="en-US" altLang="zh-TW" dirty="0"/>
              <a:t>Section subtitle</a:t>
            </a:r>
          </a:p>
        </p:txBody>
      </p:sp>
      <p:sp>
        <p:nvSpPr>
          <p:cNvPr id="45" name="文字版面配置區 23">
            <a:extLst>
              <a:ext uri="{FF2B5EF4-FFF2-40B4-BE49-F238E27FC236}">
                <a16:creationId xmlns:a16="http://schemas.microsoft.com/office/drawing/2014/main" id="{60F07436-A38C-F74A-BEE8-568686B086C2}"/>
              </a:ext>
            </a:extLst>
          </p:cNvPr>
          <p:cNvSpPr>
            <a:spLocks noGrp="1"/>
          </p:cNvSpPr>
          <p:nvPr>
            <p:ph type="body" sz="quarter" idx="29" hasCustomPrompt="1"/>
          </p:nvPr>
        </p:nvSpPr>
        <p:spPr>
          <a:xfrm>
            <a:off x="5106988" y="1596812"/>
            <a:ext cx="2738225" cy="329433"/>
          </a:xfrm>
        </p:spPr>
        <p:txBody>
          <a:bodyPr>
            <a:noAutofit/>
          </a:bodyPr>
          <a:lstStyle>
            <a:lvl1pPr algn="l">
              <a:spcBef>
                <a:spcPts val="0"/>
              </a:spcBef>
              <a:defRPr sz="10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HK" dirty="0"/>
              <a:t>Section Subtitle</a:t>
            </a:r>
            <a:endParaRPr kumimoji="1" lang="zh-HK" altLang="en-US" dirty="0"/>
          </a:p>
        </p:txBody>
      </p:sp>
      <p:sp>
        <p:nvSpPr>
          <p:cNvPr id="46" name="文字版面配置區 2">
            <a:extLst>
              <a:ext uri="{FF2B5EF4-FFF2-40B4-BE49-F238E27FC236}">
                <a16:creationId xmlns:a16="http://schemas.microsoft.com/office/drawing/2014/main" id="{EAF427C1-75AF-D573-4FC5-09304C95DF34}"/>
              </a:ext>
            </a:extLst>
          </p:cNvPr>
          <p:cNvSpPr>
            <a:spLocks noGrp="1"/>
          </p:cNvSpPr>
          <p:nvPr>
            <p:ph type="body" idx="30" hasCustomPrompt="1"/>
          </p:nvPr>
        </p:nvSpPr>
        <p:spPr>
          <a:xfrm>
            <a:off x="4500563" y="2259455"/>
            <a:ext cx="540000" cy="540000"/>
          </a:xfrm>
          <a:prstGeom prst="rect">
            <a:avLst/>
          </a:prstGeom>
        </p:spPr>
        <p:txBody>
          <a:bodyPr>
            <a:noAutofit/>
          </a:bodyPr>
          <a:lstStyle>
            <a:lvl1pPr marL="0" indent="0" algn="l">
              <a:buNone/>
              <a:defRPr lang="zh-TW" altLang="en-US" sz="3000" b="0" kern="1200" dirty="0">
                <a:solidFill>
                  <a:srgbClr val="000000"/>
                </a:solidFill>
                <a:latin typeface="Avenir Next" panose="020B0503020202020204" pitchFamily="34" charset="0"/>
                <a:ea typeface="+mn-ea"/>
                <a:cs typeface="+mn-cs"/>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01</a:t>
            </a:r>
            <a:endParaRPr kumimoji="1" lang="zh-TW" altLang="en-US" dirty="0"/>
          </a:p>
        </p:txBody>
      </p:sp>
      <p:sp>
        <p:nvSpPr>
          <p:cNvPr id="47" name="文字版面配置區 23">
            <a:extLst>
              <a:ext uri="{FF2B5EF4-FFF2-40B4-BE49-F238E27FC236}">
                <a16:creationId xmlns:a16="http://schemas.microsoft.com/office/drawing/2014/main" id="{7500E522-9E9E-9BA4-C59D-A86E52C5129B}"/>
              </a:ext>
            </a:extLst>
          </p:cNvPr>
          <p:cNvSpPr>
            <a:spLocks noGrp="1"/>
          </p:cNvSpPr>
          <p:nvPr>
            <p:ph type="body" sz="quarter" idx="32" hasCustomPrompt="1"/>
          </p:nvPr>
        </p:nvSpPr>
        <p:spPr>
          <a:xfrm>
            <a:off x="5106988" y="2266821"/>
            <a:ext cx="2738225" cy="195261"/>
          </a:xfrm>
        </p:spPr>
        <p:txBody>
          <a:bodyPr>
            <a:noAutofit/>
          </a:bodyPr>
          <a:lstStyle>
            <a:lvl1pPr algn="l">
              <a:spcBef>
                <a:spcPts val="0"/>
              </a:spcBef>
              <a:defRPr kumimoji="1" lang="en-US" altLang="zh-TW" sz="1000" b="1" i="0" kern="1200" dirty="0" smtClean="0">
                <a:solidFill>
                  <a:srgbClr val="000000"/>
                </a:solidFill>
                <a:latin typeface="Avenir Next Demi Bold" panose="020B0503020202020204" pitchFamily="34" charset="0"/>
                <a:ea typeface="+mj-ea"/>
                <a:cs typeface="+mn-cs"/>
              </a:defRPr>
            </a:lvl1pPr>
            <a:lvl3pPr>
              <a:defRPr sz="800">
                <a:solidFill>
                  <a:schemeClr val="tx1"/>
                </a:solidFill>
              </a:defRPr>
            </a:lvl3pPr>
            <a:lvl4pPr>
              <a:defRPr sz="800">
                <a:solidFill>
                  <a:schemeClr val="tx1"/>
                </a:solidFill>
              </a:defRPr>
            </a:lvl4pPr>
            <a:lvl5pPr>
              <a:defRPr sz="800">
                <a:solidFill>
                  <a:schemeClr val="tx1"/>
                </a:solidFill>
              </a:defRPr>
            </a:lvl5pPr>
          </a:lstStyle>
          <a:p>
            <a:pPr marL="0" lvl="0" indent="0" algn="l" defTabSz="685800" rtl="0" eaLnBrk="1" latinLnBrk="0" hangingPunct="1">
              <a:lnSpc>
                <a:spcPct val="100000"/>
              </a:lnSpc>
              <a:spcBef>
                <a:spcPts val="0"/>
              </a:spcBef>
              <a:buFont typeface="Arial" panose="020B0604020202020204" pitchFamily="34" charset="0"/>
              <a:buNone/>
            </a:pPr>
            <a:r>
              <a:rPr kumimoji="1" lang="en-US" altLang="zh-TW" dirty="0"/>
              <a:t>Section subtitle</a:t>
            </a:r>
          </a:p>
        </p:txBody>
      </p:sp>
      <p:sp>
        <p:nvSpPr>
          <p:cNvPr id="48" name="文字版面配置區 23">
            <a:extLst>
              <a:ext uri="{FF2B5EF4-FFF2-40B4-BE49-F238E27FC236}">
                <a16:creationId xmlns:a16="http://schemas.microsoft.com/office/drawing/2014/main" id="{6207FEBE-F0BD-7DA7-5AFA-D50F5098F0F3}"/>
              </a:ext>
            </a:extLst>
          </p:cNvPr>
          <p:cNvSpPr>
            <a:spLocks noGrp="1"/>
          </p:cNvSpPr>
          <p:nvPr>
            <p:ph type="body" sz="quarter" idx="33" hasCustomPrompt="1"/>
          </p:nvPr>
        </p:nvSpPr>
        <p:spPr>
          <a:xfrm>
            <a:off x="5106988" y="2470022"/>
            <a:ext cx="2738225" cy="329433"/>
          </a:xfrm>
        </p:spPr>
        <p:txBody>
          <a:bodyPr>
            <a:noAutofit/>
          </a:bodyPr>
          <a:lstStyle>
            <a:lvl1pPr algn="l">
              <a:spcBef>
                <a:spcPts val="0"/>
              </a:spcBef>
              <a:defRPr sz="10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HK" dirty="0"/>
              <a:t>Section Subtitle</a:t>
            </a:r>
            <a:endParaRPr kumimoji="1" lang="zh-HK" altLang="en-US" dirty="0"/>
          </a:p>
        </p:txBody>
      </p:sp>
      <p:sp>
        <p:nvSpPr>
          <p:cNvPr id="49" name="文字版面配置區 23">
            <a:extLst>
              <a:ext uri="{FF2B5EF4-FFF2-40B4-BE49-F238E27FC236}">
                <a16:creationId xmlns:a16="http://schemas.microsoft.com/office/drawing/2014/main" id="{C49F334E-10E6-B0C3-87D8-360C528CA84C}"/>
              </a:ext>
            </a:extLst>
          </p:cNvPr>
          <p:cNvSpPr>
            <a:spLocks noGrp="1"/>
          </p:cNvSpPr>
          <p:nvPr>
            <p:ph type="body" sz="quarter" idx="34" hasCustomPrompt="1"/>
          </p:nvPr>
        </p:nvSpPr>
        <p:spPr>
          <a:xfrm>
            <a:off x="7911638" y="528638"/>
            <a:ext cx="757359" cy="224217"/>
          </a:xfrm>
        </p:spPr>
        <p:txBody>
          <a:bodyPr>
            <a:noAutofit/>
          </a:bodyPr>
          <a:lstStyle>
            <a:lvl1pPr algn="r">
              <a:spcBef>
                <a:spcPts val="0"/>
              </a:spcBef>
              <a:defRPr sz="10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TW" dirty="0"/>
              <a:t>Time</a:t>
            </a:r>
          </a:p>
        </p:txBody>
      </p:sp>
      <p:sp>
        <p:nvSpPr>
          <p:cNvPr id="50" name="文字版面配置區 23">
            <a:extLst>
              <a:ext uri="{FF2B5EF4-FFF2-40B4-BE49-F238E27FC236}">
                <a16:creationId xmlns:a16="http://schemas.microsoft.com/office/drawing/2014/main" id="{A31A87C5-5C46-6395-5529-87BF624AC6D5}"/>
              </a:ext>
            </a:extLst>
          </p:cNvPr>
          <p:cNvSpPr>
            <a:spLocks noGrp="1"/>
          </p:cNvSpPr>
          <p:nvPr>
            <p:ph type="body" sz="quarter" idx="35" hasCustomPrompt="1"/>
          </p:nvPr>
        </p:nvSpPr>
        <p:spPr>
          <a:xfrm>
            <a:off x="7911638" y="1393611"/>
            <a:ext cx="757359" cy="224217"/>
          </a:xfrm>
        </p:spPr>
        <p:txBody>
          <a:bodyPr>
            <a:noAutofit/>
          </a:bodyPr>
          <a:lstStyle>
            <a:lvl1pPr algn="r">
              <a:spcBef>
                <a:spcPts val="0"/>
              </a:spcBef>
              <a:defRPr sz="10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TW" dirty="0"/>
              <a:t>Time</a:t>
            </a:r>
          </a:p>
        </p:txBody>
      </p:sp>
      <p:sp>
        <p:nvSpPr>
          <p:cNvPr id="51" name="文字版面配置區 23">
            <a:extLst>
              <a:ext uri="{FF2B5EF4-FFF2-40B4-BE49-F238E27FC236}">
                <a16:creationId xmlns:a16="http://schemas.microsoft.com/office/drawing/2014/main" id="{E2D2274F-7160-D299-5C95-9CDF4861D0DC}"/>
              </a:ext>
            </a:extLst>
          </p:cNvPr>
          <p:cNvSpPr>
            <a:spLocks noGrp="1"/>
          </p:cNvSpPr>
          <p:nvPr>
            <p:ph type="body" sz="quarter" idx="36" hasCustomPrompt="1"/>
          </p:nvPr>
        </p:nvSpPr>
        <p:spPr>
          <a:xfrm>
            <a:off x="7911638" y="2258584"/>
            <a:ext cx="757359" cy="224217"/>
          </a:xfrm>
        </p:spPr>
        <p:txBody>
          <a:bodyPr>
            <a:noAutofit/>
          </a:bodyPr>
          <a:lstStyle>
            <a:lvl1pPr algn="r">
              <a:spcBef>
                <a:spcPts val="0"/>
              </a:spcBef>
              <a:defRPr sz="10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TW" dirty="0"/>
              <a:t>Time</a:t>
            </a:r>
          </a:p>
        </p:txBody>
      </p:sp>
      <p:sp>
        <p:nvSpPr>
          <p:cNvPr id="52" name="文字方塊 51">
            <a:extLst>
              <a:ext uri="{FF2B5EF4-FFF2-40B4-BE49-F238E27FC236}">
                <a16:creationId xmlns:a16="http://schemas.microsoft.com/office/drawing/2014/main" id="{6925B1E3-D27B-4D10-04D6-B8CEF88173BC}"/>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rgbClr val="000000"/>
                </a:solidFill>
                <a:latin typeface="Avenir Next Demi Bold" panose="020B0503020202020204" pitchFamily="34" charset="0"/>
                <a:ea typeface="+mn-ea"/>
                <a:cs typeface="+mn-cs"/>
              </a:rPr>
              <a:t>CONFIDENTIAL &amp; RESTRICTED BY MRDI</a:t>
            </a:r>
            <a:endParaRPr kumimoji="1" lang="zh-HK" altLang="en-US" sz="700" b="1" i="0" kern="1200" dirty="0">
              <a:solidFill>
                <a:srgbClr val="000000"/>
              </a:solidFill>
              <a:latin typeface="Avenir Next Demi Bold" panose="020B0503020202020204" pitchFamily="34" charset="0"/>
              <a:ea typeface="+mn-ea"/>
              <a:cs typeface="+mn-cs"/>
            </a:endParaRPr>
          </a:p>
        </p:txBody>
      </p:sp>
    </p:spTree>
    <p:extLst>
      <p:ext uri="{BB962C8B-B14F-4D97-AF65-F5344CB8AC3E}">
        <p14:creationId xmlns:p14="http://schemas.microsoft.com/office/powerpoint/2010/main" val="2186309452"/>
      </p:ext>
    </p:extLst>
  </p:cSld>
  <p:clrMapOvr>
    <a:masterClrMapping/>
  </p:clrMapOvr>
  <p:extLst>
    <p:ext uri="{DCECCB84-F9BA-43D5-87BE-67443E8EF086}">
      <p15:sldGuideLst xmlns:p15="http://schemas.microsoft.com/office/powerpoint/2012/main">
        <p15:guide id="10" orient="horz" pos="3003" userDrawn="1">
          <p15:clr>
            <a:srgbClr val="FBAE40"/>
          </p15:clr>
        </p15:guide>
        <p15:guide id="11" orient="horz" pos="2913"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Agenda_Black">
    <p:bg>
      <p:bgPr>
        <a:solidFill>
          <a:srgbClr val="000000"/>
        </a:solidFill>
        <a:effectLst/>
      </p:bgPr>
    </p:bg>
    <p:spTree>
      <p:nvGrpSpPr>
        <p:cNvPr id="1" name=""/>
        <p:cNvGrpSpPr/>
        <p:nvPr/>
      </p:nvGrpSpPr>
      <p:grpSpPr>
        <a:xfrm>
          <a:off x="0" y="0"/>
          <a:ext cx="0" cy="0"/>
          <a:chOff x="0" y="0"/>
          <a:chExt cx="0" cy="0"/>
        </a:xfrm>
      </p:grpSpPr>
      <p:sp>
        <p:nvSpPr>
          <p:cNvPr id="30" name="矩形 29">
            <a:extLst>
              <a:ext uri="{FF2B5EF4-FFF2-40B4-BE49-F238E27FC236}">
                <a16:creationId xmlns:a16="http://schemas.microsoft.com/office/drawing/2014/main" id="{086E51BE-E42B-1F37-5595-9018C4D06EE8}"/>
              </a:ext>
            </a:extLst>
          </p:cNvPr>
          <p:cNvSpPr>
            <a:spLocks noChangeAspect="1"/>
          </p:cNvSpPr>
          <p:nvPr userDrawn="1"/>
        </p:nvSpPr>
        <p:spPr>
          <a:xfrm>
            <a:off x="401514" y="4846519"/>
            <a:ext cx="64800" cy="648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p>
        </p:txBody>
      </p:sp>
      <p:sp>
        <p:nvSpPr>
          <p:cNvPr id="2" name="Page #">
            <a:extLst>
              <a:ext uri="{FF2B5EF4-FFF2-40B4-BE49-F238E27FC236}">
                <a16:creationId xmlns:a16="http://schemas.microsoft.com/office/drawing/2014/main" id="{8298A78F-A90C-A756-7FF0-9C2E4136D977}"/>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solidFill>
                  <a:schemeClr val="tx1"/>
                </a:solidFill>
                <a:latin typeface="+mj-lt"/>
                <a:ea typeface="Arial" charset="0"/>
                <a:cs typeface="Arial" panose="020B0604020202020204" pitchFamily="34" charset="0"/>
              </a:rPr>
              <a:pPr lvl="0" algn="l">
                <a:lnSpc>
                  <a:spcPts val="1000"/>
                </a:lnSpc>
              </a:pPr>
              <a:t>‹#›</a:t>
            </a:fld>
            <a:endParaRPr lang="en-GB" sz="600" b="0" i="0" dirty="0">
              <a:solidFill>
                <a:schemeClr val="tx1"/>
              </a:solidFill>
              <a:latin typeface="+mj-lt"/>
              <a:ea typeface="Arial" charset="0"/>
              <a:cs typeface="Arial" panose="020B0604020202020204" pitchFamily="34" charset="0"/>
            </a:endParaRPr>
          </a:p>
        </p:txBody>
      </p:sp>
      <p:sp>
        <p:nvSpPr>
          <p:cNvPr id="5" name="矩形 4">
            <a:extLst>
              <a:ext uri="{FF2B5EF4-FFF2-40B4-BE49-F238E27FC236}">
                <a16:creationId xmlns:a16="http://schemas.microsoft.com/office/drawing/2014/main" id="{BA408AE3-F917-5BAF-47F3-29076DEE5FFC}"/>
              </a:ext>
            </a:extLst>
          </p:cNvPr>
          <p:cNvSpPr/>
          <p:nvPr userDrawn="1"/>
        </p:nvSpPr>
        <p:spPr>
          <a:xfrm>
            <a:off x="8677275" y="4838905"/>
            <a:ext cx="72820" cy="7282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p>
        </p:txBody>
      </p:sp>
      <p:pic>
        <p:nvPicPr>
          <p:cNvPr id="8" name="圖形 7">
            <a:extLst>
              <a:ext uri="{FF2B5EF4-FFF2-40B4-BE49-F238E27FC236}">
                <a16:creationId xmlns:a16="http://schemas.microsoft.com/office/drawing/2014/main" id="{0AEEF68F-A6F6-CB7D-1367-1FAC34923CF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7845213" y="4690148"/>
            <a:ext cx="687600" cy="224217"/>
          </a:xfrm>
          <a:prstGeom prst="rect">
            <a:avLst/>
          </a:prstGeom>
        </p:spPr>
      </p:pic>
      <p:sp>
        <p:nvSpPr>
          <p:cNvPr id="33" name="文字版面配置區 2">
            <a:extLst>
              <a:ext uri="{FF2B5EF4-FFF2-40B4-BE49-F238E27FC236}">
                <a16:creationId xmlns:a16="http://schemas.microsoft.com/office/drawing/2014/main" id="{45AD4C69-2630-EDB1-9791-0505DB4BB16E}"/>
              </a:ext>
            </a:extLst>
          </p:cNvPr>
          <p:cNvSpPr>
            <a:spLocks noGrp="1"/>
          </p:cNvSpPr>
          <p:nvPr>
            <p:ph type="body" idx="1" hasCustomPrompt="1"/>
          </p:nvPr>
        </p:nvSpPr>
        <p:spPr>
          <a:xfrm>
            <a:off x="611188" y="521272"/>
            <a:ext cx="2826717" cy="790766"/>
          </a:xfrm>
          <a:prstGeom prst="rect">
            <a:avLst/>
          </a:prstGeom>
        </p:spPr>
        <p:txBody>
          <a:bodyPr>
            <a:noAutofit/>
          </a:bodyPr>
          <a:lstStyle>
            <a:lvl1pPr marL="0" indent="0" algn="l">
              <a:buNone/>
              <a:defRPr sz="5500">
                <a:solidFill>
                  <a:schemeClr val="tx1"/>
                </a:solidFill>
                <a:latin typeface="Avenir Next"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Agenda</a:t>
            </a:r>
            <a:endParaRPr kumimoji="1" lang="zh-TW" altLang="en-US" dirty="0"/>
          </a:p>
        </p:txBody>
      </p:sp>
      <p:sp>
        <p:nvSpPr>
          <p:cNvPr id="34" name="文字版面配置區 2">
            <a:extLst>
              <a:ext uri="{FF2B5EF4-FFF2-40B4-BE49-F238E27FC236}">
                <a16:creationId xmlns:a16="http://schemas.microsoft.com/office/drawing/2014/main" id="{A43A166C-FEC3-80B1-39FB-51F6F6E56C0A}"/>
              </a:ext>
            </a:extLst>
          </p:cNvPr>
          <p:cNvSpPr>
            <a:spLocks noGrp="1"/>
          </p:cNvSpPr>
          <p:nvPr>
            <p:ph type="body" idx="10" hasCustomPrompt="1"/>
          </p:nvPr>
        </p:nvSpPr>
        <p:spPr>
          <a:xfrm>
            <a:off x="4500563" y="521272"/>
            <a:ext cx="540000" cy="540000"/>
          </a:xfrm>
          <a:prstGeom prst="rect">
            <a:avLst/>
          </a:prstGeom>
        </p:spPr>
        <p:txBody>
          <a:bodyPr>
            <a:noAutofit/>
          </a:bodyPr>
          <a:lstStyle>
            <a:lvl1pPr marL="0" indent="0" algn="l">
              <a:buNone/>
              <a:defRPr lang="zh-TW" altLang="en-US" sz="3000" b="0" kern="1200" dirty="0">
                <a:solidFill>
                  <a:schemeClr val="tx1"/>
                </a:solidFill>
                <a:latin typeface="Avenir Next" panose="020B0503020202020204" pitchFamily="34" charset="0"/>
                <a:ea typeface="+mn-ea"/>
                <a:cs typeface="+mn-cs"/>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01</a:t>
            </a:r>
            <a:endParaRPr kumimoji="1" lang="zh-TW" altLang="en-US" dirty="0"/>
          </a:p>
        </p:txBody>
      </p:sp>
      <p:sp>
        <p:nvSpPr>
          <p:cNvPr id="35" name="文字版面配置區 23">
            <a:extLst>
              <a:ext uri="{FF2B5EF4-FFF2-40B4-BE49-F238E27FC236}">
                <a16:creationId xmlns:a16="http://schemas.microsoft.com/office/drawing/2014/main" id="{C4F278EB-D23A-D470-8982-E8B73619A7E5}"/>
              </a:ext>
            </a:extLst>
          </p:cNvPr>
          <p:cNvSpPr>
            <a:spLocks noGrp="1"/>
          </p:cNvSpPr>
          <p:nvPr>
            <p:ph type="body" sz="quarter" idx="15" hasCustomPrompt="1"/>
          </p:nvPr>
        </p:nvSpPr>
        <p:spPr>
          <a:xfrm>
            <a:off x="5106988" y="528638"/>
            <a:ext cx="2738225" cy="195261"/>
          </a:xfrm>
        </p:spPr>
        <p:txBody>
          <a:bodyPr>
            <a:noAutofit/>
          </a:bodyPr>
          <a:lstStyle>
            <a:lvl1pPr algn="l">
              <a:spcBef>
                <a:spcPts val="0"/>
              </a:spcBef>
              <a:defRPr sz="1000" b="1" i="0">
                <a:solidFill>
                  <a:schemeClr val="tx1"/>
                </a:solidFill>
                <a:latin typeface="Avenir Next Demi Bold"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TW" dirty="0"/>
              <a:t>Section subtitle</a:t>
            </a:r>
          </a:p>
        </p:txBody>
      </p:sp>
      <p:sp>
        <p:nvSpPr>
          <p:cNvPr id="36" name="文字版面配置區 23">
            <a:extLst>
              <a:ext uri="{FF2B5EF4-FFF2-40B4-BE49-F238E27FC236}">
                <a16:creationId xmlns:a16="http://schemas.microsoft.com/office/drawing/2014/main" id="{88775B95-EA19-00B9-AE11-F925C6BA8B1C}"/>
              </a:ext>
            </a:extLst>
          </p:cNvPr>
          <p:cNvSpPr>
            <a:spLocks noGrp="1"/>
          </p:cNvSpPr>
          <p:nvPr>
            <p:ph type="body" sz="quarter" idx="25" hasCustomPrompt="1"/>
          </p:nvPr>
        </p:nvSpPr>
        <p:spPr>
          <a:xfrm>
            <a:off x="5106988" y="731839"/>
            <a:ext cx="2738225" cy="329433"/>
          </a:xfrm>
        </p:spPr>
        <p:txBody>
          <a:bodyPr>
            <a:noAutofit/>
          </a:bodyPr>
          <a:lstStyle>
            <a:lvl1pPr algn="l">
              <a:spcBef>
                <a:spcPts val="0"/>
              </a:spcBef>
              <a:defRPr sz="1000" b="0" i="0">
                <a:solidFill>
                  <a:schemeClr val="tx1"/>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HK" dirty="0"/>
              <a:t>Section Subtitle</a:t>
            </a:r>
            <a:endParaRPr kumimoji="1" lang="zh-HK" altLang="en-US" dirty="0"/>
          </a:p>
        </p:txBody>
      </p:sp>
      <p:sp>
        <p:nvSpPr>
          <p:cNvPr id="37" name="文字版面配置區 2">
            <a:extLst>
              <a:ext uri="{FF2B5EF4-FFF2-40B4-BE49-F238E27FC236}">
                <a16:creationId xmlns:a16="http://schemas.microsoft.com/office/drawing/2014/main" id="{85D39E71-88D0-9F58-9791-81A27246A49E}"/>
              </a:ext>
            </a:extLst>
          </p:cNvPr>
          <p:cNvSpPr>
            <a:spLocks noGrp="1"/>
          </p:cNvSpPr>
          <p:nvPr>
            <p:ph type="body" idx="26" hasCustomPrompt="1"/>
          </p:nvPr>
        </p:nvSpPr>
        <p:spPr>
          <a:xfrm>
            <a:off x="4500563" y="1386245"/>
            <a:ext cx="540000" cy="540000"/>
          </a:xfrm>
          <a:prstGeom prst="rect">
            <a:avLst/>
          </a:prstGeom>
        </p:spPr>
        <p:txBody>
          <a:bodyPr>
            <a:noAutofit/>
          </a:bodyPr>
          <a:lstStyle>
            <a:lvl1pPr marL="0" indent="0" algn="l">
              <a:buNone/>
              <a:defRPr lang="zh-TW" altLang="en-US" sz="3000" b="0" kern="1200" dirty="0">
                <a:solidFill>
                  <a:schemeClr val="tx1"/>
                </a:solidFill>
                <a:latin typeface="Avenir Next" panose="020B0503020202020204" pitchFamily="34" charset="0"/>
                <a:ea typeface="+mn-ea"/>
                <a:cs typeface="+mn-cs"/>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01</a:t>
            </a:r>
            <a:endParaRPr kumimoji="1" lang="zh-TW" altLang="en-US" dirty="0"/>
          </a:p>
        </p:txBody>
      </p:sp>
      <p:sp>
        <p:nvSpPr>
          <p:cNvPr id="38" name="文字版面配置區 23">
            <a:extLst>
              <a:ext uri="{FF2B5EF4-FFF2-40B4-BE49-F238E27FC236}">
                <a16:creationId xmlns:a16="http://schemas.microsoft.com/office/drawing/2014/main" id="{37A300AC-0D8C-C1D0-974E-7DAD5A221321}"/>
              </a:ext>
            </a:extLst>
          </p:cNvPr>
          <p:cNvSpPr>
            <a:spLocks noGrp="1"/>
          </p:cNvSpPr>
          <p:nvPr>
            <p:ph type="body" sz="quarter" idx="28" hasCustomPrompt="1"/>
          </p:nvPr>
        </p:nvSpPr>
        <p:spPr>
          <a:xfrm>
            <a:off x="5106988" y="1393611"/>
            <a:ext cx="2738225" cy="195261"/>
          </a:xfrm>
        </p:spPr>
        <p:txBody>
          <a:bodyPr>
            <a:noAutofit/>
          </a:bodyPr>
          <a:lstStyle>
            <a:lvl1pPr algn="l">
              <a:spcBef>
                <a:spcPts val="0"/>
              </a:spcBef>
              <a:defRPr kumimoji="1" lang="en-US" altLang="zh-TW" sz="1000" b="1" i="0" kern="1200" dirty="0" smtClean="0">
                <a:solidFill>
                  <a:schemeClr val="tx1"/>
                </a:solidFill>
                <a:latin typeface="Avenir Next Demi Bold" panose="020B0503020202020204" pitchFamily="34" charset="0"/>
                <a:ea typeface="+mj-ea"/>
                <a:cs typeface="+mn-cs"/>
              </a:defRPr>
            </a:lvl1pPr>
            <a:lvl3pPr>
              <a:defRPr sz="800">
                <a:solidFill>
                  <a:schemeClr val="tx1"/>
                </a:solidFill>
              </a:defRPr>
            </a:lvl3pPr>
            <a:lvl4pPr>
              <a:defRPr sz="800">
                <a:solidFill>
                  <a:schemeClr val="tx1"/>
                </a:solidFill>
              </a:defRPr>
            </a:lvl4pPr>
            <a:lvl5pPr>
              <a:defRPr sz="800">
                <a:solidFill>
                  <a:schemeClr val="tx1"/>
                </a:solidFill>
              </a:defRPr>
            </a:lvl5pPr>
          </a:lstStyle>
          <a:p>
            <a:pPr marL="0" lvl="0" indent="0" algn="l" defTabSz="685800" rtl="0" eaLnBrk="1" latinLnBrk="0" hangingPunct="1">
              <a:lnSpc>
                <a:spcPct val="100000"/>
              </a:lnSpc>
              <a:spcBef>
                <a:spcPts val="0"/>
              </a:spcBef>
              <a:buFont typeface="Arial" panose="020B0604020202020204" pitchFamily="34" charset="0"/>
              <a:buNone/>
            </a:pPr>
            <a:r>
              <a:rPr kumimoji="1" lang="en-US" altLang="zh-TW" dirty="0"/>
              <a:t>Section subtitle</a:t>
            </a:r>
          </a:p>
        </p:txBody>
      </p:sp>
      <p:sp>
        <p:nvSpPr>
          <p:cNvPr id="39" name="文字版面配置區 23">
            <a:extLst>
              <a:ext uri="{FF2B5EF4-FFF2-40B4-BE49-F238E27FC236}">
                <a16:creationId xmlns:a16="http://schemas.microsoft.com/office/drawing/2014/main" id="{9981C551-91C1-0543-1540-C9D35CF4B80D}"/>
              </a:ext>
            </a:extLst>
          </p:cNvPr>
          <p:cNvSpPr>
            <a:spLocks noGrp="1"/>
          </p:cNvSpPr>
          <p:nvPr>
            <p:ph type="body" sz="quarter" idx="29" hasCustomPrompt="1"/>
          </p:nvPr>
        </p:nvSpPr>
        <p:spPr>
          <a:xfrm>
            <a:off x="5106988" y="1596812"/>
            <a:ext cx="2738225" cy="329433"/>
          </a:xfrm>
        </p:spPr>
        <p:txBody>
          <a:bodyPr>
            <a:noAutofit/>
          </a:bodyPr>
          <a:lstStyle>
            <a:lvl1pPr algn="l">
              <a:spcBef>
                <a:spcPts val="0"/>
              </a:spcBef>
              <a:defRPr sz="1000" b="0" i="0">
                <a:solidFill>
                  <a:schemeClr val="tx1"/>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HK" dirty="0"/>
              <a:t>Section Subtitle</a:t>
            </a:r>
            <a:endParaRPr kumimoji="1" lang="zh-HK" altLang="en-US" dirty="0"/>
          </a:p>
        </p:txBody>
      </p:sp>
      <p:sp>
        <p:nvSpPr>
          <p:cNvPr id="40" name="文字版面配置區 2">
            <a:extLst>
              <a:ext uri="{FF2B5EF4-FFF2-40B4-BE49-F238E27FC236}">
                <a16:creationId xmlns:a16="http://schemas.microsoft.com/office/drawing/2014/main" id="{5C3FF703-B1BE-070B-4F93-63C0D71D1A71}"/>
              </a:ext>
            </a:extLst>
          </p:cNvPr>
          <p:cNvSpPr>
            <a:spLocks noGrp="1"/>
          </p:cNvSpPr>
          <p:nvPr>
            <p:ph type="body" idx="30" hasCustomPrompt="1"/>
          </p:nvPr>
        </p:nvSpPr>
        <p:spPr>
          <a:xfrm>
            <a:off x="4500563" y="2259455"/>
            <a:ext cx="540000" cy="540000"/>
          </a:xfrm>
          <a:prstGeom prst="rect">
            <a:avLst/>
          </a:prstGeom>
        </p:spPr>
        <p:txBody>
          <a:bodyPr>
            <a:noAutofit/>
          </a:bodyPr>
          <a:lstStyle>
            <a:lvl1pPr marL="0" indent="0" algn="l">
              <a:buNone/>
              <a:defRPr lang="zh-TW" altLang="en-US" sz="3000" b="0" kern="1200" dirty="0">
                <a:solidFill>
                  <a:schemeClr val="tx1"/>
                </a:solidFill>
                <a:latin typeface="Avenir Next" panose="020B0503020202020204" pitchFamily="34" charset="0"/>
                <a:ea typeface="+mn-ea"/>
                <a:cs typeface="+mn-cs"/>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01</a:t>
            </a:r>
            <a:endParaRPr kumimoji="1" lang="zh-TW" altLang="en-US" dirty="0"/>
          </a:p>
        </p:txBody>
      </p:sp>
      <p:sp>
        <p:nvSpPr>
          <p:cNvPr id="41" name="文字版面配置區 23">
            <a:extLst>
              <a:ext uri="{FF2B5EF4-FFF2-40B4-BE49-F238E27FC236}">
                <a16:creationId xmlns:a16="http://schemas.microsoft.com/office/drawing/2014/main" id="{954E49BA-B676-B055-1949-5AE60F0589AB}"/>
              </a:ext>
            </a:extLst>
          </p:cNvPr>
          <p:cNvSpPr>
            <a:spLocks noGrp="1"/>
          </p:cNvSpPr>
          <p:nvPr>
            <p:ph type="body" sz="quarter" idx="32" hasCustomPrompt="1"/>
          </p:nvPr>
        </p:nvSpPr>
        <p:spPr>
          <a:xfrm>
            <a:off x="5106988" y="2266821"/>
            <a:ext cx="2738225" cy="195261"/>
          </a:xfrm>
        </p:spPr>
        <p:txBody>
          <a:bodyPr>
            <a:noAutofit/>
          </a:bodyPr>
          <a:lstStyle>
            <a:lvl1pPr algn="l">
              <a:spcBef>
                <a:spcPts val="0"/>
              </a:spcBef>
              <a:defRPr kumimoji="1" lang="en-US" altLang="zh-TW" sz="1000" b="1" i="0" kern="1200" dirty="0" smtClean="0">
                <a:solidFill>
                  <a:schemeClr val="tx1"/>
                </a:solidFill>
                <a:latin typeface="Avenir Next Demi Bold" panose="020B0503020202020204" pitchFamily="34" charset="0"/>
                <a:ea typeface="+mj-ea"/>
                <a:cs typeface="+mn-cs"/>
              </a:defRPr>
            </a:lvl1pPr>
            <a:lvl3pPr>
              <a:defRPr sz="800">
                <a:solidFill>
                  <a:schemeClr val="tx1"/>
                </a:solidFill>
              </a:defRPr>
            </a:lvl3pPr>
            <a:lvl4pPr>
              <a:defRPr sz="800">
                <a:solidFill>
                  <a:schemeClr val="tx1"/>
                </a:solidFill>
              </a:defRPr>
            </a:lvl4pPr>
            <a:lvl5pPr>
              <a:defRPr sz="800">
                <a:solidFill>
                  <a:schemeClr val="tx1"/>
                </a:solidFill>
              </a:defRPr>
            </a:lvl5pPr>
          </a:lstStyle>
          <a:p>
            <a:pPr marL="0" lvl="0" indent="0" algn="l" defTabSz="685800" rtl="0" eaLnBrk="1" latinLnBrk="0" hangingPunct="1">
              <a:lnSpc>
                <a:spcPct val="100000"/>
              </a:lnSpc>
              <a:spcBef>
                <a:spcPts val="0"/>
              </a:spcBef>
              <a:buFont typeface="Arial" panose="020B0604020202020204" pitchFamily="34" charset="0"/>
              <a:buNone/>
            </a:pPr>
            <a:r>
              <a:rPr kumimoji="1" lang="en-US" altLang="zh-TW" dirty="0"/>
              <a:t>Section subtitle</a:t>
            </a:r>
          </a:p>
        </p:txBody>
      </p:sp>
      <p:sp>
        <p:nvSpPr>
          <p:cNvPr id="42" name="文字版面配置區 23">
            <a:extLst>
              <a:ext uri="{FF2B5EF4-FFF2-40B4-BE49-F238E27FC236}">
                <a16:creationId xmlns:a16="http://schemas.microsoft.com/office/drawing/2014/main" id="{8642E889-23D2-828B-DC8B-2CC7AE7C3D4B}"/>
              </a:ext>
            </a:extLst>
          </p:cNvPr>
          <p:cNvSpPr>
            <a:spLocks noGrp="1"/>
          </p:cNvSpPr>
          <p:nvPr>
            <p:ph type="body" sz="quarter" idx="33" hasCustomPrompt="1"/>
          </p:nvPr>
        </p:nvSpPr>
        <p:spPr>
          <a:xfrm>
            <a:off x="5106988" y="2470022"/>
            <a:ext cx="2738225" cy="329433"/>
          </a:xfrm>
        </p:spPr>
        <p:txBody>
          <a:bodyPr>
            <a:noAutofit/>
          </a:bodyPr>
          <a:lstStyle>
            <a:lvl1pPr algn="l">
              <a:spcBef>
                <a:spcPts val="0"/>
              </a:spcBef>
              <a:defRPr sz="1000" b="0" i="0">
                <a:solidFill>
                  <a:schemeClr val="tx1"/>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HK" dirty="0"/>
              <a:t>Section Subtitle</a:t>
            </a:r>
            <a:endParaRPr kumimoji="1" lang="zh-HK" altLang="en-US" dirty="0"/>
          </a:p>
        </p:txBody>
      </p:sp>
      <p:sp>
        <p:nvSpPr>
          <p:cNvPr id="43" name="文字版面配置區 23">
            <a:extLst>
              <a:ext uri="{FF2B5EF4-FFF2-40B4-BE49-F238E27FC236}">
                <a16:creationId xmlns:a16="http://schemas.microsoft.com/office/drawing/2014/main" id="{476BC270-46C9-4C6E-C713-7AEBD2A63FF8}"/>
              </a:ext>
            </a:extLst>
          </p:cNvPr>
          <p:cNvSpPr>
            <a:spLocks noGrp="1"/>
          </p:cNvSpPr>
          <p:nvPr>
            <p:ph type="body" sz="quarter" idx="34" hasCustomPrompt="1"/>
          </p:nvPr>
        </p:nvSpPr>
        <p:spPr>
          <a:xfrm>
            <a:off x="7911638" y="528638"/>
            <a:ext cx="757359" cy="224217"/>
          </a:xfrm>
        </p:spPr>
        <p:txBody>
          <a:bodyPr>
            <a:noAutofit/>
          </a:bodyPr>
          <a:lstStyle>
            <a:lvl1pPr algn="r">
              <a:spcBef>
                <a:spcPts val="0"/>
              </a:spcBef>
              <a:defRPr sz="1000" b="0" i="0">
                <a:solidFill>
                  <a:schemeClr val="tx1"/>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TW" dirty="0"/>
              <a:t>Time</a:t>
            </a:r>
          </a:p>
        </p:txBody>
      </p:sp>
      <p:sp>
        <p:nvSpPr>
          <p:cNvPr id="44" name="文字版面配置區 23">
            <a:extLst>
              <a:ext uri="{FF2B5EF4-FFF2-40B4-BE49-F238E27FC236}">
                <a16:creationId xmlns:a16="http://schemas.microsoft.com/office/drawing/2014/main" id="{A50535C0-9E49-3A89-E277-A7FE875C1568}"/>
              </a:ext>
            </a:extLst>
          </p:cNvPr>
          <p:cNvSpPr>
            <a:spLocks noGrp="1"/>
          </p:cNvSpPr>
          <p:nvPr>
            <p:ph type="body" sz="quarter" idx="35" hasCustomPrompt="1"/>
          </p:nvPr>
        </p:nvSpPr>
        <p:spPr>
          <a:xfrm>
            <a:off x="7911638" y="1393611"/>
            <a:ext cx="757359" cy="224217"/>
          </a:xfrm>
        </p:spPr>
        <p:txBody>
          <a:bodyPr>
            <a:noAutofit/>
          </a:bodyPr>
          <a:lstStyle>
            <a:lvl1pPr algn="r">
              <a:spcBef>
                <a:spcPts val="0"/>
              </a:spcBef>
              <a:defRPr sz="1000" b="0" i="0">
                <a:solidFill>
                  <a:schemeClr val="tx1"/>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TW" dirty="0"/>
              <a:t>Time</a:t>
            </a:r>
          </a:p>
        </p:txBody>
      </p:sp>
      <p:sp>
        <p:nvSpPr>
          <p:cNvPr id="45" name="文字版面配置區 23">
            <a:extLst>
              <a:ext uri="{FF2B5EF4-FFF2-40B4-BE49-F238E27FC236}">
                <a16:creationId xmlns:a16="http://schemas.microsoft.com/office/drawing/2014/main" id="{7BDE7614-D635-41C7-E84F-3561A881C0BF}"/>
              </a:ext>
            </a:extLst>
          </p:cNvPr>
          <p:cNvSpPr>
            <a:spLocks noGrp="1"/>
          </p:cNvSpPr>
          <p:nvPr>
            <p:ph type="body" sz="quarter" idx="36" hasCustomPrompt="1"/>
          </p:nvPr>
        </p:nvSpPr>
        <p:spPr>
          <a:xfrm>
            <a:off x="7911638" y="2258584"/>
            <a:ext cx="757359" cy="224217"/>
          </a:xfrm>
        </p:spPr>
        <p:txBody>
          <a:bodyPr>
            <a:noAutofit/>
          </a:bodyPr>
          <a:lstStyle>
            <a:lvl1pPr algn="r">
              <a:spcBef>
                <a:spcPts val="0"/>
              </a:spcBef>
              <a:defRPr sz="1000" b="0" i="0">
                <a:solidFill>
                  <a:schemeClr val="tx1"/>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TW" dirty="0"/>
              <a:t>Time</a:t>
            </a:r>
          </a:p>
        </p:txBody>
      </p:sp>
      <p:sp>
        <p:nvSpPr>
          <p:cNvPr id="46" name="文字方塊 45">
            <a:extLst>
              <a:ext uri="{FF2B5EF4-FFF2-40B4-BE49-F238E27FC236}">
                <a16:creationId xmlns:a16="http://schemas.microsoft.com/office/drawing/2014/main" id="{D102D6CF-D4C1-43A8-52E6-F584E6A065CE}"/>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chemeClr val="tx1"/>
                </a:solidFill>
                <a:latin typeface="Avenir Next Demi Bold" panose="020B0503020202020204" pitchFamily="34" charset="0"/>
                <a:ea typeface="+mn-ea"/>
                <a:cs typeface="+mn-cs"/>
              </a:rPr>
              <a:t>CONFIDENTIAL &amp; RESTRICTED BY MRDI</a:t>
            </a:r>
            <a:endParaRPr kumimoji="1" lang="zh-HK" altLang="en-US" sz="700" b="1" i="0" kern="1200" dirty="0">
              <a:solidFill>
                <a:schemeClr val="tx1"/>
              </a:solidFill>
              <a:latin typeface="Avenir Next Demi Bold" panose="020B0503020202020204" pitchFamily="34" charset="0"/>
              <a:ea typeface="+mn-ea"/>
              <a:cs typeface="+mn-cs"/>
            </a:endParaRPr>
          </a:p>
        </p:txBody>
      </p:sp>
    </p:spTree>
    <p:extLst>
      <p:ext uri="{BB962C8B-B14F-4D97-AF65-F5344CB8AC3E}">
        <p14:creationId xmlns:p14="http://schemas.microsoft.com/office/powerpoint/2010/main" val="1353666384"/>
      </p:ext>
    </p:extLst>
  </p:cSld>
  <p:clrMapOvr>
    <a:masterClrMapping/>
  </p:clrMapOvr>
  <p:extLst>
    <p:ext uri="{DCECCB84-F9BA-43D5-87BE-67443E8EF086}">
      <p15:sldGuideLst xmlns:p15="http://schemas.microsoft.com/office/powerpoint/2012/main">
        <p15:guide id="10" orient="horz" pos="3003" userDrawn="1">
          <p15:clr>
            <a:srgbClr val="FBAE40"/>
          </p15:clr>
        </p15:guide>
        <p15:guide id="11" orient="horz" pos="2913"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Powerful Qutoe ">
    <p:bg>
      <p:bgPr>
        <a:blipFill dpi="0" rotWithShape="1">
          <a:blip r:embed="rId2" cstate="hqprint">
            <a:lum/>
            <a:extLst>
              <a:ext uri="{28A0092B-C50C-407E-A947-70E740481C1C}">
                <a14:useLocalDpi xmlns:a14="http://schemas.microsoft.com/office/drawing/2010/main"/>
              </a:ext>
            </a:extLst>
          </a:blip>
          <a:srcRect/>
          <a:stretch>
            <a:fillRect t="-35000" b="-35000"/>
          </a:stretch>
        </a:blipFill>
        <a:effectLst/>
      </p:bgPr>
    </p:bg>
    <p:spTree>
      <p:nvGrpSpPr>
        <p:cNvPr id="1" name=""/>
        <p:cNvGrpSpPr/>
        <p:nvPr/>
      </p:nvGrpSpPr>
      <p:grpSpPr>
        <a:xfrm>
          <a:off x="0" y="0"/>
          <a:ext cx="0" cy="0"/>
          <a:chOff x="0" y="0"/>
          <a:chExt cx="0" cy="0"/>
        </a:xfrm>
      </p:grpSpPr>
      <p:sp>
        <p:nvSpPr>
          <p:cNvPr id="7" name="標題 20">
            <a:extLst>
              <a:ext uri="{FF2B5EF4-FFF2-40B4-BE49-F238E27FC236}">
                <a16:creationId xmlns:a16="http://schemas.microsoft.com/office/drawing/2014/main" id="{CE5B448E-310C-CF84-3B52-AAD54FDEBA34}"/>
              </a:ext>
            </a:extLst>
          </p:cNvPr>
          <p:cNvSpPr>
            <a:spLocks noGrp="1"/>
          </p:cNvSpPr>
          <p:nvPr>
            <p:ph type="title" hasCustomPrompt="1"/>
          </p:nvPr>
        </p:nvSpPr>
        <p:spPr>
          <a:xfrm>
            <a:off x="611189" y="1388512"/>
            <a:ext cx="6553199" cy="3226350"/>
          </a:xfrm>
        </p:spPr>
        <p:txBody>
          <a:bodyPr>
            <a:noAutofit/>
          </a:bodyPr>
          <a:lstStyle>
            <a:lvl1pPr>
              <a:defRPr sz="3500">
                <a:solidFill>
                  <a:schemeClr val="tx1"/>
                </a:solidFill>
              </a:defRPr>
            </a:lvl1pPr>
          </a:lstStyle>
          <a:p>
            <a:r>
              <a:rPr kumimoji="1" lang="en-US" altLang="zh-TW" dirty="0"/>
              <a:t>POWERFUL QUOTE OR STATEMENT IS HERE WITH REGULAR IN 120PT</a:t>
            </a:r>
            <a:endParaRPr kumimoji="1" lang="zh-HK" altLang="en-US" dirty="0"/>
          </a:p>
        </p:txBody>
      </p:sp>
      <p:pic>
        <p:nvPicPr>
          <p:cNvPr id="9" name="圖形 8">
            <a:extLst>
              <a:ext uri="{FF2B5EF4-FFF2-40B4-BE49-F238E27FC236}">
                <a16:creationId xmlns:a16="http://schemas.microsoft.com/office/drawing/2014/main" id="{DE294D31-FCB4-8FC2-3897-B1F2B7ABCFA0}"/>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9002" y="519114"/>
            <a:ext cx="107723" cy="86988"/>
          </a:xfrm>
          <a:prstGeom prst="rect">
            <a:avLst/>
          </a:prstGeom>
        </p:spPr>
      </p:pic>
      <p:sp>
        <p:nvSpPr>
          <p:cNvPr id="14" name="矩形 13">
            <a:extLst>
              <a:ext uri="{FF2B5EF4-FFF2-40B4-BE49-F238E27FC236}">
                <a16:creationId xmlns:a16="http://schemas.microsoft.com/office/drawing/2014/main" id="{79F7E2A2-24F9-1442-DD4E-B7B20E326310}"/>
              </a:ext>
            </a:extLst>
          </p:cNvPr>
          <p:cNvSpPr>
            <a:spLocks noChangeAspect="1"/>
          </p:cNvSpPr>
          <p:nvPr userDrawn="1"/>
        </p:nvSpPr>
        <p:spPr>
          <a:xfrm>
            <a:off x="401514" y="4846519"/>
            <a:ext cx="64800" cy="648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p>
        </p:txBody>
      </p:sp>
      <p:sp>
        <p:nvSpPr>
          <p:cNvPr id="17" name="矩形 16">
            <a:extLst>
              <a:ext uri="{FF2B5EF4-FFF2-40B4-BE49-F238E27FC236}">
                <a16:creationId xmlns:a16="http://schemas.microsoft.com/office/drawing/2014/main" id="{3BA9BD74-992E-DF18-4EEA-13D0A6B5E35D}"/>
              </a:ext>
            </a:extLst>
          </p:cNvPr>
          <p:cNvSpPr/>
          <p:nvPr userDrawn="1"/>
        </p:nvSpPr>
        <p:spPr>
          <a:xfrm>
            <a:off x="8677275" y="4838905"/>
            <a:ext cx="72820" cy="7282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p>
        </p:txBody>
      </p:sp>
      <p:pic>
        <p:nvPicPr>
          <p:cNvPr id="19" name="圖形 18">
            <a:extLst>
              <a:ext uri="{FF2B5EF4-FFF2-40B4-BE49-F238E27FC236}">
                <a16:creationId xmlns:a16="http://schemas.microsoft.com/office/drawing/2014/main" id="{77DCDFA5-41D0-EF2D-3282-6FDBAE38F60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7845212" y="4687101"/>
            <a:ext cx="687601" cy="224218"/>
          </a:xfrm>
          <a:prstGeom prst="rect">
            <a:avLst/>
          </a:prstGeom>
        </p:spPr>
      </p:pic>
      <p:sp>
        <p:nvSpPr>
          <p:cNvPr id="24" name="文字版面配置區 23">
            <a:extLst>
              <a:ext uri="{FF2B5EF4-FFF2-40B4-BE49-F238E27FC236}">
                <a16:creationId xmlns:a16="http://schemas.microsoft.com/office/drawing/2014/main" id="{3EB17081-311F-1B39-99D0-2C7E9D22A871}"/>
              </a:ext>
            </a:extLst>
          </p:cNvPr>
          <p:cNvSpPr>
            <a:spLocks noGrp="1"/>
          </p:cNvSpPr>
          <p:nvPr>
            <p:ph type="body" sz="quarter" idx="15" hasCustomPrompt="1"/>
          </p:nvPr>
        </p:nvSpPr>
        <p:spPr>
          <a:xfrm>
            <a:off x="611189" y="528638"/>
            <a:ext cx="5220000" cy="162000"/>
          </a:xfrm>
        </p:spPr>
        <p:txBody>
          <a:bodyPr>
            <a:noAutofit/>
          </a:bodyPr>
          <a:lstStyle>
            <a:lvl1pPr algn="l">
              <a:spcBef>
                <a:spcPts val="0"/>
              </a:spcBef>
              <a:defRPr sz="1000" b="0" i="0">
                <a:solidFill>
                  <a:schemeClr val="tx1"/>
                </a:solidFill>
                <a:latin typeface="Avenir Next Medium"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TW" dirty="0"/>
              <a:t>Name of the speaker</a:t>
            </a:r>
          </a:p>
        </p:txBody>
      </p:sp>
      <p:sp>
        <p:nvSpPr>
          <p:cNvPr id="26" name="文字版面配置區 23">
            <a:extLst>
              <a:ext uri="{FF2B5EF4-FFF2-40B4-BE49-F238E27FC236}">
                <a16:creationId xmlns:a16="http://schemas.microsoft.com/office/drawing/2014/main" id="{A3414990-EB0E-B35C-6FFF-9619D7CC34C4}"/>
              </a:ext>
            </a:extLst>
          </p:cNvPr>
          <p:cNvSpPr>
            <a:spLocks noGrp="1"/>
          </p:cNvSpPr>
          <p:nvPr>
            <p:ph type="body" sz="quarter" idx="16" hasCustomPrompt="1"/>
          </p:nvPr>
        </p:nvSpPr>
        <p:spPr>
          <a:xfrm>
            <a:off x="611189" y="690638"/>
            <a:ext cx="5221286" cy="507999"/>
          </a:xfrm>
        </p:spPr>
        <p:txBody>
          <a:bodyPr>
            <a:noAutofit/>
          </a:bodyPr>
          <a:lstStyle>
            <a:lvl1pPr algn="l">
              <a:spcBef>
                <a:spcPts val="0"/>
              </a:spcBef>
              <a:defRPr sz="1000" b="0" i="0">
                <a:solidFill>
                  <a:schemeClr val="tx1"/>
                </a:solidFill>
                <a:latin typeface="+mn-lt"/>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HK" dirty="0"/>
              <a:t>Description</a:t>
            </a:r>
            <a:endParaRPr kumimoji="1" lang="zh-HK" altLang="en-US" dirty="0"/>
          </a:p>
        </p:txBody>
      </p:sp>
      <p:sp>
        <p:nvSpPr>
          <p:cNvPr id="27" name="Page #">
            <a:extLst>
              <a:ext uri="{FF2B5EF4-FFF2-40B4-BE49-F238E27FC236}">
                <a16:creationId xmlns:a16="http://schemas.microsoft.com/office/drawing/2014/main" id="{450DB25F-0F70-F131-0898-921B62FD8715}"/>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solidFill>
                  <a:schemeClr val="tx1"/>
                </a:solidFill>
                <a:latin typeface="+mj-lt"/>
                <a:ea typeface="Arial" charset="0"/>
                <a:cs typeface="Arial" panose="020B0604020202020204" pitchFamily="34" charset="0"/>
              </a:rPr>
              <a:pPr lvl="0" algn="l">
                <a:lnSpc>
                  <a:spcPts val="1000"/>
                </a:lnSpc>
              </a:pPr>
              <a:t>‹#›</a:t>
            </a:fld>
            <a:endParaRPr lang="en-GB" sz="600" b="0" i="0" dirty="0">
              <a:solidFill>
                <a:schemeClr val="tx1"/>
              </a:solidFill>
              <a:latin typeface="+mj-lt"/>
              <a:ea typeface="Arial" charset="0"/>
              <a:cs typeface="Arial" panose="020B0604020202020204" pitchFamily="34" charset="0"/>
            </a:endParaRPr>
          </a:p>
        </p:txBody>
      </p:sp>
      <p:sp>
        <p:nvSpPr>
          <p:cNvPr id="28" name="文字方塊 27">
            <a:extLst>
              <a:ext uri="{FF2B5EF4-FFF2-40B4-BE49-F238E27FC236}">
                <a16:creationId xmlns:a16="http://schemas.microsoft.com/office/drawing/2014/main" id="{98564C5D-4C5F-BC5D-D70A-AC00D079439C}"/>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chemeClr val="tx1"/>
                </a:solidFill>
                <a:latin typeface="Avenir Next Demi Bold" panose="020B0503020202020204" pitchFamily="34" charset="0"/>
                <a:ea typeface="+mn-ea"/>
                <a:cs typeface="+mn-cs"/>
              </a:rPr>
              <a:t>CONFIDENTIAL &amp; RESTRICTED BY MRDI</a:t>
            </a:r>
            <a:endParaRPr kumimoji="1" lang="zh-HK" altLang="en-US" sz="700" b="1" i="0" kern="1200" dirty="0">
              <a:solidFill>
                <a:schemeClr val="tx1"/>
              </a:solidFill>
              <a:latin typeface="Avenir Next Demi Bold" panose="020B0503020202020204" pitchFamily="34" charset="0"/>
              <a:ea typeface="+mn-ea"/>
              <a:cs typeface="+mn-cs"/>
            </a:endParaRPr>
          </a:p>
        </p:txBody>
      </p:sp>
    </p:spTree>
    <p:extLst>
      <p:ext uri="{BB962C8B-B14F-4D97-AF65-F5344CB8AC3E}">
        <p14:creationId xmlns:p14="http://schemas.microsoft.com/office/powerpoint/2010/main" val="632500305"/>
      </p:ext>
    </p:extLst>
  </p:cSld>
  <p:clrMapOvr>
    <a:masterClrMapping/>
  </p:clrMapOvr>
  <p:extLst>
    <p:ext uri="{DCECCB84-F9BA-43D5-87BE-67443E8EF086}">
      <p15:sldGuideLst xmlns:p15="http://schemas.microsoft.com/office/powerpoint/2012/main">
        <p15:guide id="10" orient="horz" pos="3003" userDrawn="1">
          <p15:clr>
            <a:srgbClr val="FBAE40"/>
          </p15:clr>
        </p15:guide>
        <p15:guide id="11" orient="horz" pos="2913"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page_1">
    <p:bg>
      <p:bgPr>
        <a:solidFill>
          <a:schemeClr val="tx1"/>
        </a:solidFill>
        <a:effectLst/>
      </p:bgPr>
    </p:bg>
    <p:spTree>
      <p:nvGrpSpPr>
        <p:cNvPr id="1" name=""/>
        <p:cNvGrpSpPr/>
        <p:nvPr/>
      </p:nvGrpSpPr>
      <p:grpSpPr>
        <a:xfrm>
          <a:off x="0" y="0"/>
          <a:ext cx="0" cy="0"/>
          <a:chOff x="0" y="0"/>
          <a:chExt cx="0" cy="0"/>
        </a:xfrm>
      </p:grpSpPr>
      <p:sp>
        <p:nvSpPr>
          <p:cNvPr id="13" name="矩形 12">
            <a:extLst>
              <a:ext uri="{FF2B5EF4-FFF2-40B4-BE49-F238E27FC236}">
                <a16:creationId xmlns:a16="http://schemas.microsoft.com/office/drawing/2014/main" id="{0D7EC9B8-2448-44D1-48FE-B874C292D767}"/>
              </a:ext>
            </a:extLst>
          </p:cNvPr>
          <p:cNvSpPr>
            <a:spLocks noChangeAspect="1"/>
          </p:cNvSpPr>
          <p:nvPr userDrawn="1"/>
        </p:nvSpPr>
        <p:spPr>
          <a:xfrm>
            <a:off x="401514" y="4846519"/>
            <a:ext cx="64800" cy="648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pic>
        <p:nvPicPr>
          <p:cNvPr id="15" name="圖片 14">
            <a:extLst>
              <a:ext uri="{FF2B5EF4-FFF2-40B4-BE49-F238E27FC236}">
                <a16:creationId xmlns:a16="http://schemas.microsoft.com/office/drawing/2014/main" id="{D7581C61-86A2-7ECE-B1AA-3B4253FE29FF}"/>
              </a:ext>
            </a:extLst>
          </p:cNvPr>
          <p:cNvPicPr>
            <a:picLocks noChangeAspect="1"/>
          </p:cNvPicPr>
          <p:nvPr userDrawn="1"/>
        </p:nvPicPr>
        <p:blipFill>
          <a:blip r:embed="rId2"/>
          <a:stretch>
            <a:fillRect/>
          </a:stretch>
        </p:blipFill>
        <p:spPr>
          <a:xfrm>
            <a:off x="7858340" y="4691044"/>
            <a:ext cx="684000" cy="222153"/>
          </a:xfrm>
          <a:prstGeom prst="rect">
            <a:avLst/>
          </a:prstGeom>
        </p:spPr>
      </p:pic>
      <p:sp>
        <p:nvSpPr>
          <p:cNvPr id="16" name="矩形 15">
            <a:extLst>
              <a:ext uri="{FF2B5EF4-FFF2-40B4-BE49-F238E27FC236}">
                <a16:creationId xmlns:a16="http://schemas.microsoft.com/office/drawing/2014/main" id="{9E07604B-DFAB-4F38-10F3-ED1484DD249A}"/>
              </a:ext>
            </a:extLst>
          </p:cNvPr>
          <p:cNvSpPr/>
          <p:nvPr userDrawn="1"/>
        </p:nvSpPr>
        <p:spPr>
          <a:xfrm>
            <a:off x="8677275" y="4838905"/>
            <a:ext cx="72820" cy="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sp>
        <p:nvSpPr>
          <p:cNvPr id="17" name="Page #">
            <a:extLst>
              <a:ext uri="{FF2B5EF4-FFF2-40B4-BE49-F238E27FC236}">
                <a16:creationId xmlns:a16="http://schemas.microsoft.com/office/drawing/2014/main" id="{CC2EF8B8-7DBD-003C-CEF2-54A1BC63357C}"/>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latin typeface="+mj-lt"/>
                <a:ea typeface="Arial" charset="0"/>
                <a:cs typeface="Arial" panose="020B0604020202020204" pitchFamily="34" charset="0"/>
              </a:rPr>
              <a:pPr lvl="0" algn="l">
                <a:lnSpc>
                  <a:spcPts val="1000"/>
                </a:lnSpc>
              </a:pPr>
              <a:t>‹#›</a:t>
            </a:fld>
            <a:endParaRPr lang="en-GB" sz="600" b="0" i="0" dirty="0">
              <a:latin typeface="+mj-lt"/>
              <a:ea typeface="Arial" charset="0"/>
              <a:cs typeface="Arial" panose="020B0604020202020204" pitchFamily="34" charset="0"/>
            </a:endParaRPr>
          </a:p>
        </p:txBody>
      </p:sp>
      <p:sp>
        <p:nvSpPr>
          <p:cNvPr id="18" name="文字版面配置區 2">
            <a:extLst>
              <a:ext uri="{FF2B5EF4-FFF2-40B4-BE49-F238E27FC236}">
                <a16:creationId xmlns:a16="http://schemas.microsoft.com/office/drawing/2014/main" id="{EE3B63F7-716B-480A-360A-C50E5597311D}"/>
              </a:ext>
            </a:extLst>
          </p:cNvPr>
          <p:cNvSpPr>
            <a:spLocks noGrp="1"/>
          </p:cNvSpPr>
          <p:nvPr>
            <p:ph type="body" idx="1" hasCustomPrompt="1"/>
          </p:nvPr>
        </p:nvSpPr>
        <p:spPr>
          <a:xfrm>
            <a:off x="611188" y="528638"/>
            <a:ext cx="6553200" cy="711200"/>
          </a:xfrm>
          <a:prstGeom prst="rect">
            <a:avLst/>
          </a:prstGeom>
        </p:spPr>
        <p:txBody>
          <a:bodyPr>
            <a:noAutofit/>
          </a:bodyPr>
          <a:lstStyle>
            <a:lvl1pPr marL="0" indent="0" algn="l">
              <a:spcBef>
                <a:spcPts val="0"/>
              </a:spcBef>
              <a:buNone/>
              <a:defRPr sz="2400" b="0" i="0">
                <a:solidFill>
                  <a:schemeClr val="bg2"/>
                </a:solidFill>
                <a:latin typeface="Avenir Next Medium"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Headline font in Avenir Next and </a:t>
            </a:r>
            <a:br>
              <a:rPr kumimoji="1" lang="en-US" altLang="zh-TW" dirty="0"/>
            </a:br>
            <a:r>
              <a:rPr kumimoji="1" lang="en-US" altLang="zh-TW" dirty="0"/>
              <a:t>24pt font size which is adjustable</a:t>
            </a:r>
            <a:endParaRPr kumimoji="1" lang="zh-TW" altLang="en-US" dirty="0"/>
          </a:p>
        </p:txBody>
      </p:sp>
      <p:sp>
        <p:nvSpPr>
          <p:cNvPr id="24" name="圖片版面配置區 23">
            <a:extLst>
              <a:ext uri="{FF2B5EF4-FFF2-40B4-BE49-F238E27FC236}">
                <a16:creationId xmlns:a16="http://schemas.microsoft.com/office/drawing/2014/main" id="{6749BF15-6C12-41D3-0D8A-CB70EA167EED}"/>
              </a:ext>
            </a:extLst>
          </p:cNvPr>
          <p:cNvSpPr>
            <a:spLocks noGrp="1"/>
          </p:cNvSpPr>
          <p:nvPr>
            <p:ph type="pic" sz="quarter" idx="18"/>
          </p:nvPr>
        </p:nvSpPr>
        <p:spPr>
          <a:xfrm>
            <a:off x="611187" y="1384300"/>
            <a:ext cx="2556000" cy="2439987"/>
          </a:xfrm>
        </p:spPr>
        <p:txBody>
          <a:bodyPr/>
          <a:lstStyle/>
          <a:p>
            <a:endParaRPr kumimoji="1" lang="zh-HK" altLang="en-US" dirty="0"/>
          </a:p>
        </p:txBody>
      </p:sp>
      <p:sp>
        <p:nvSpPr>
          <p:cNvPr id="27" name="圖片版面配置區 23">
            <a:extLst>
              <a:ext uri="{FF2B5EF4-FFF2-40B4-BE49-F238E27FC236}">
                <a16:creationId xmlns:a16="http://schemas.microsoft.com/office/drawing/2014/main" id="{11375CC6-A421-3A3A-F0C0-925E1F53BDD2}"/>
              </a:ext>
            </a:extLst>
          </p:cNvPr>
          <p:cNvSpPr>
            <a:spLocks noGrp="1"/>
          </p:cNvSpPr>
          <p:nvPr>
            <p:ph type="pic" sz="quarter" idx="19"/>
          </p:nvPr>
        </p:nvSpPr>
        <p:spPr>
          <a:xfrm>
            <a:off x="3283539" y="1392238"/>
            <a:ext cx="2555875" cy="2439987"/>
          </a:xfrm>
        </p:spPr>
        <p:txBody>
          <a:bodyPr/>
          <a:lstStyle/>
          <a:p>
            <a:endParaRPr kumimoji="1" lang="zh-HK" altLang="en-US" dirty="0"/>
          </a:p>
        </p:txBody>
      </p:sp>
      <p:sp>
        <p:nvSpPr>
          <p:cNvPr id="28" name="圖片版面配置區 23">
            <a:extLst>
              <a:ext uri="{FF2B5EF4-FFF2-40B4-BE49-F238E27FC236}">
                <a16:creationId xmlns:a16="http://schemas.microsoft.com/office/drawing/2014/main" id="{1D26FA89-4A9F-E81E-2042-FB3BAFBFB3E2}"/>
              </a:ext>
            </a:extLst>
          </p:cNvPr>
          <p:cNvSpPr>
            <a:spLocks noGrp="1"/>
          </p:cNvSpPr>
          <p:nvPr>
            <p:ph type="pic" sz="quarter" idx="20"/>
          </p:nvPr>
        </p:nvSpPr>
        <p:spPr>
          <a:xfrm>
            <a:off x="5949584" y="1392238"/>
            <a:ext cx="2592756" cy="2439987"/>
          </a:xfrm>
        </p:spPr>
        <p:txBody>
          <a:bodyPr/>
          <a:lstStyle/>
          <a:p>
            <a:endParaRPr kumimoji="1" lang="zh-HK" altLang="en-US" dirty="0"/>
          </a:p>
        </p:txBody>
      </p:sp>
      <p:sp>
        <p:nvSpPr>
          <p:cNvPr id="32" name="內容版面配置區 17">
            <a:extLst>
              <a:ext uri="{FF2B5EF4-FFF2-40B4-BE49-F238E27FC236}">
                <a16:creationId xmlns:a16="http://schemas.microsoft.com/office/drawing/2014/main" id="{F1E60AD7-0665-A0E5-872D-D5C83775D3A9}"/>
              </a:ext>
            </a:extLst>
          </p:cNvPr>
          <p:cNvSpPr>
            <a:spLocks noGrp="1"/>
          </p:cNvSpPr>
          <p:nvPr>
            <p:ph sz="quarter" idx="14" hasCustomPrompt="1"/>
          </p:nvPr>
        </p:nvSpPr>
        <p:spPr>
          <a:xfrm>
            <a:off x="611187" y="231775"/>
            <a:ext cx="3889375"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ALL CAP SUBHEADING GOES HERE IN 8PT</a:t>
            </a:r>
            <a:endParaRPr kumimoji="1" lang="zh-HK" altLang="en-US" dirty="0"/>
          </a:p>
        </p:txBody>
      </p:sp>
      <p:sp>
        <p:nvSpPr>
          <p:cNvPr id="33" name="內容版面配置區 17">
            <a:extLst>
              <a:ext uri="{FF2B5EF4-FFF2-40B4-BE49-F238E27FC236}">
                <a16:creationId xmlns:a16="http://schemas.microsoft.com/office/drawing/2014/main" id="{9F9023F6-A05A-B185-71E3-A161F582F947}"/>
              </a:ext>
            </a:extLst>
          </p:cNvPr>
          <p:cNvSpPr>
            <a:spLocks noGrp="1"/>
          </p:cNvSpPr>
          <p:nvPr>
            <p:ph sz="quarter" idx="31" hasCustomPrompt="1"/>
          </p:nvPr>
        </p:nvSpPr>
        <p:spPr>
          <a:xfrm>
            <a:off x="611186" y="1384300"/>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34" name="內容版面配置區 17">
            <a:extLst>
              <a:ext uri="{FF2B5EF4-FFF2-40B4-BE49-F238E27FC236}">
                <a16:creationId xmlns:a16="http://schemas.microsoft.com/office/drawing/2014/main" id="{BAB25912-FD56-1666-E81D-A06250C57BC8}"/>
              </a:ext>
            </a:extLst>
          </p:cNvPr>
          <p:cNvSpPr>
            <a:spLocks noGrp="1"/>
          </p:cNvSpPr>
          <p:nvPr>
            <p:ph sz="quarter" idx="32" hasCustomPrompt="1"/>
          </p:nvPr>
        </p:nvSpPr>
        <p:spPr>
          <a:xfrm>
            <a:off x="3283539" y="1384300"/>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35" name="內容版面配置區 17">
            <a:extLst>
              <a:ext uri="{FF2B5EF4-FFF2-40B4-BE49-F238E27FC236}">
                <a16:creationId xmlns:a16="http://schemas.microsoft.com/office/drawing/2014/main" id="{1419BA26-178A-3E55-274C-900D6872ECCE}"/>
              </a:ext>
            </a:extLst>
          </p:cNvPr>
          <p:cNvSpPr>
            <a:spLocks noGrp="1"/>
          </p:cNvSpPr>
          <p:nvPr>
            <p:ph sz="quarter" idx="33" hasCustomPrompt="1"/>
          </p:nvPr>
        </p:nvSpPr>
        <p:spPr>
          <a:xfrm>
            <a:off x="5949584" y="1384300"/>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36" name="文字方塊 35">
            <a:extLst>
              <a:ext uri="{FF2B5EF4-FFF2-40B4-BE49-F238E27FC236}">
                <a16:creationId xmlns:a16="http://schemas.microsoft.com/office/drawing/2014/main" id="{653BEAAB-08BE-0302-BD12-48081D51A775}"/>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rgbClr val="000000"/>
                </a:solidFill>
                <a:latin typeface="Avenir Next Demi Bold" panose="020B0503020202020204" pitchFamily="34" charset="0"/>
                <a:ea typeface="+mn-ea"/>
                <a:cs typeface="+mn-cs"/>
              </a:rPr>
              <a:t>CONFIDENTIAL &amp; RESTRICTED BY MRDI</a:t>
            </a:r>
            <a:endParaRPr kumimoji="1" lang="zh-HK" altLang="en-US" sz="700" b="1" i="0" kern="1200" dirty="0">
              <a:solidFill>
                <a:srgbClr val="000000"/>
              </a:solidFill>
              <a:latin typeface="Avenir Next Demi Bold" panose="020B0503020202020204" pitchFamily="34" charset="0"/>
              <a:ea typeface="+mn-ea"/>
              <a:cs typeface="+mn-cs"/>
            </a:endParaRPr>
          </a:p>
        </p:txBody>
      </p:sp>
      <p:sp>
        <p:nvSpPr>
          <p:cNvPr id="40" name="文字版面配置區 23">
            <a:extLst>
              <a:ext uri="{FF2B5EF4-FFF2-40B4-BE49-F238E27FC236}">
                <a16:creationId xmlns:a16="http://schemas.microsoft.com/office/drawing/2014/main" id="{DD1C196B-EAD6-83E3-6B29-49BEDB96C261}"/>
              </a:ext>
            </a:extLst>
          </p:cNvPr>
          <p:cNvSpPr>
            <a:spLocks noGrp="1"/>
          </p:cNvSpPr>
          <p:nvPr>
            <p:ph type="body" sz="quarter" idx="25" hasCustomPrompt="1"/>
          </p:nvPr>
        </p:nvSpPr>
        <p:spPr>
          <a:xfrm>
            <a:off x="611187" y="3984624"/>
            <a:ext cx="2555874" cy="565146"/>
          </a:xfrm>
        </p:spPr>
        <p:txBody>
          <a:bodyPr>
            <a:noAutofit/>
          </a:bodyPr>
          <a:lstStyle>
            <a:lvl1pPr algn="l">
              <a:spcBef>
                <a:spcPts val="0"/>
              </a:spcBef>
              <a:defRPr sz="8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HK" dirty="0"/>
              <a:t>Enter the needed small text here : Lorem Ipsum is simply dummy text of the printing and typesetting industry. Lorem Ipsum has been the industry's standard dummy text ever since the 1500s.</a:t>
            </a:r>
          </a:p>
        </p:txBody>
      </p:sp>
      <p:sp>
        <p:nvSpPr>
          <p:cNvPr id="41" name="文字版面配置區 23">
            <a:extLst>
              <a:ext uri="{FF2B5EF4-FFF2-40B4-BE49-F238E27FC236}">
                <a16:creationId xmlns:a16="http://schemas.microsoft.com/office/drawing/2014/main" id="{D71CA7C5-B15A-A599-0C94-4288A4EA0C3D}"/>
              </a:ext>
            </a:extLst>
          </p:cNvPr>
          <p:cNvSpPr>
            <a:spLocks noGrp="1"/>
          </p:cNvSpPr>
          <p:nvPr>
            <p:ph type="body" sz="quarter" idx="34" hasCustomPrompt="1"/>
          </p:nvPr>
        </p:nvSpPr>
        <p:spPr>
          <a:xfrm>
            <a:off x="3278187" y="3984624"/>
            <a:ext cx="2555874" cy="565146"/>
          </a:xfrm>
        </p:spPr>
        <p:txBody>
          <a:bodyPr>
            <a:noAutofit/>
          </a:bodyPr>
          <a:lstStyle>
            <a:lvl1pPr algn="l">
              <a:spcBef>
                <a:spcPts val="0"/>
              </a:spcBef>
              <a:defRPr sz="8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HK" dirty="0"/>
              <a:t>Enter the needed small text here : Lorem Ipsum is simply dummy text of the printing and typesetting industry. Lorem Ipsum has been the industry's standard dummy text ever since the 1500s.</a:t>
            </a:r>
          </a:p>
        </p:txBody>
      </p:sp>
      <p:sp>
        <p:nvSpPr>
          <p:cNvPr id="42" name="文字版面配置區 23">
            <a:extLst>
              <a:ext uri="{FF2B5EF4-FFF2-40B4-BE49-F238E27FC236}">
                <a16:creationId xmlns:a16="http://schemas.microsoft.com/office/drawing/2014/main" id="{165C4396-4302-88A4-BA10-86737AD5E104}"/>
              </a:ext>
            </a:extLst>
          </p:cNvPr>
          <p:cNvSpPr>
            <a:spLocks noGrp="1"/>
          </p:cNvSpPr>
          <p:nvPr>
            <p:ph type="body" sz="quarter" idx="35" hasCustomPrompt="1"/>
          </p:nvPr>
        </p:nvSpPr>
        <p:spPr>
          <a:xfrm>
            <a:off x="5945186" y="3984624"/>
            <a:ext cx="2597153" cy="565146"/>
          </a:xfrm>
        </p:spPr>
        <p:txBody>
          <a:bodyPr>
            <a:noAutofit/>
          </a:bodyPr>
          <a:lstStyle>
            <a:lvl1pPr algn="l">
              <a:spcBef>
                <a:spcPts val="0"/>
              </a:spcBef>
              <a:defRPr sz="8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HK" dirty="0"/>
              <a:t>Enter the needed small text here : Lorem Ipsum is simply dummy text of the printing and typesetting industry. Lorem Ipsum has been the industry's standard dummy text ever since the 1500s.</a:t>
            </a:r>
          </a:p>
        </p:txBody>
      </p:sp>
    </p:spTree>
    <p:extLst>
      <p:ext uri="{BB962C8B-B14F-4D97-AF65-F5344CB8AC3E}">
        <p14:creationId xmlns:p14="http://schemas.microsoft.com/office/powerpoint/2010/main" val="4579947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_Content page_1">
    <p:bg>
      <p:bgPr>
        <a:solidFill>
          <a:schemeClr val="tx1"/>
        </a:solidFill>
        <a:effectLst/>
      </p:bgPr>
    </p:bg>
    <p:spTree>
      <p:nvGrpSpPr>
        <p:cNvPr id="1" name=""/>
        <p:cNvGrpSpPr/>
        <p:nvPr/>
      </p:nvGrpSpPr>
      <p:grpSpPr>
        <a:xfrm>
          <a:off x="0" y="0"/>
          <a:ext cx="0" cy="0"/>
          <a:chOff x="0" y="0"/>
          <a:chExt cx="0" cy="0"/>
        </a:xfrm>
      </p:grpSpPr>
      <p:sp>
        <p:nvSpPr>
          <p:cNvPr id="13" name="矩形 12">
            <a:extLst>
              <a:ext uri="{FF2B5EF4-FFF2-40B4-BE49-F238E27FC236}">
                <a16:creationId xmlns:a16="http://schemas.microsoft.com/office/drawing/2014/main" id="{0D7EC9B8-2448-44D1-48FE-B874C292D767}"/>
              </a:ext>
            </a:extLst>
          </p:cNvPr>
          <p:cNvSpPr>
            <a:spLocks noChangeAspect="1"/>
          </p:cNvSpPr>
          <p:nvPr userDrawn="1"/>
        </p:nvSpPr>
        <p:spPr>
          <a:xfrm>
            <a:off x="401514" y="4846519"/>
            <a:ext cx="64800" cy="648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pic>
        <p:nvPicPr>
          <p:cNvPr id="15" name="圖片 14">
            <a:extLst>
              <a:ext uri="{FF2B5EF4-FFF2-40B4-BE49-F238E27FC236}">
                <a16:creationId xmlns:a16="http://schemas.microsoft.com/office/drawing/2014/main" id="{D7581C61-86A2-7ECE-B1AA-3B4253FE29FF}"/>
              </a:ext>
            </a:extLst>
          </p:cNvPr>
          <p:cNvPicPr>
            <a:picLocks noChangeAspect="1"/>
          </p:cNvPicPr>
          <p:nvPr userDrawn="1"/>
        </p:nvPicPr>
        <p:blipFill>
          <a:blip r:embed="rId2"/>
          <a:stretch>
            <a:fillRect/>
          </a:stretch>
        </p:blipFill>
        <p:spPr>
          <a:xfrm>
            <a:off x="7858340" y="4691044"/>
            <a:ext cx="684000" cy="222153"/>
          </a:xfrm>
          <a:prstGeom prst="rect">
            <a:avLst/>
          </a:prstGeom>
        </p:spPr>
      </p:pic>
      <p:sp>
        <p:nvSpPr>
          <p:cNvPr id="16" name="矩形 15">
            <a:extLst>
              <a:ext uri="{FF2B5EF4-FFF2-40B4-BE49-F238E27FC236}">
                <a16:creationId xmlns:a16="http://schemas.microsoft.com/office/drawing/2014/main" id="{9E07604B-DFAB-4F38-10F3-ED1484DD249A}"/>
              </a:ext>
            </a:extLst>
          </p:cNvPr>
          <p:cNvSpPr/>
          <p:nvPr userDrawn="1"/>
        </p:nvSpPr>
        <p:spPr>
          <a:xfrm>
            <a:off x="8677275" y="4838905"/>
            <a:ext cx="72820" cy="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sp>
        <p:nvSpPr>
          <p:cNvPr id="17" name="Page #">
            <a:extLst>
              <a:ext uri="{FF2B5EF4-FFF2-40B4-BE49-F238E27FC236}">
                <a16:creationId xmlns:a16="http://schemas.microsoft.com/office/drawing/2014/main" id="{CC2EF8B8-7DBD-003C-CEF2-54A1BC63357C}"/>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latin typeface="+mj-lt"/>
                <a:ea typeface="Arial" charset="0"/>
                <a:cs typeface="Arial" panose="020B0604020202020204" pitchFamily="34" charset="0"/>
              </a:rPr>
              <a:pPr lvl="0" algn="l">
                <a:lnSpc>
                  <a:spcPts val="1000"/>
                </a:lnSpc>
              </a:pPr>
              <a:t>‹#›</a:t>
            </a:fld>
            <a:endParaRPr lang="en-GB" sz="600" b="0" i="0" dirty="0">
              <a:latin typeface="+mj-lt"/>
              <a:ea typeface="Arial" charset="0"/>
              <a:cs typeface="Arial" panose="020B0604020202020204" pitchFamily="34" charset="0"/>
            </a:endParaRPr>
          </a:p>
        </p:txBody>
      </p:sp>
      <p:sp>
        <p:nvSpPr>
          <p:cNvPr id="24" name="圖片版面配置區 23">
            <a:extLst>
              <a:ext uri="{FF2B5EF4-FFF2-40B4-BE49-F238E27FC236}">
                <a16:creationId xmlns:a16="http://schemas.microsoft.com/office/drawing/2014/main" id="{6749BF15-6C12-41D3-0D8A-CB70EA167EED}"/>
              </a:ext>
            </a:extLst>
          </p:cNvPr>
          <p:cNvSpPr>
            <a:spLocks noGrp="1"/>
          </p:cNvSpPr>
          <p:nvPr>
            <p:ph type="pic" sz="quarter" idx="18"/>
          </p:nvPr>
        </p:nvSpPr>
        <p:spPr>
          <a:xfrm>
            <a:off x="611187" y="1384300"/>
            <a:ext cx="2556000" cy="1582737"/>
          </a:xfrm>
        </p:spPr>
        <p:txBody>
          <a:bodyPr/>
          <a:lstStyle/>
          <a:p>
            <a:endParaRPr kumimoji="1" lang="zh-HK" altLang="en-US" dirty="0"/>
          </a:p>
        </p:txBody>
      </p:sp>
      <p:sp>
        <p:nvSpPr>
          <p:cNvPr id="27" name="圖片版面配置區 23">
            <a:extLst>
              <a:ext uri="{FF2B5EF4-FFF2-40B4-BE49-F238E27FC236}">
                <a16:creationId xmlns:a16="http://schemas.microsoft.com/office/drawing/2014/main" id="{11375CC6-A421-3A3A-F0C0-925E1F53BDD2}"/>
              </a:ext>
            </a:extLst>
          </p:cNvPr>
          <p:cNvSpPr>
            <a:spLocks noGrp="1"/>
          </p:cNvSpPr>
          <p:nvPr>
            <p:ph type="pic" sz="quarter" idx="19"/>
          </p:nvPr>
        </p:nvSpPr>
        <p:spPr>
          <a:xfrm>
            <a:off x="3283539" y="1384300"/>
            <a:ext cx="2555875" cy="1582737"/>
          </a:xfrm>
        </p:spPr>
        <p:txBody>
          <a:bodyPr/>
          <a:lstStyle/>
          <a:p>
            <a:endParaRPr kumimoji="1" lang="zh-HK" altLang="en-US" dirty="0"/>
          </a:p>
        </p:txBody>
      </p:sp>
      <p:sp>
        <p:nvSpPr>
          <p:cNvPr id="28" name="圖片版面配置區 23">
            <a:extLst>
              <a:ext uri="{FF2B5EF4-FFF2-40B4-BE49-F238E27FC236}">
                <a16:creationId xmlns:a16="http://schemas.microsoft.com/office/drawing/2014/main" id="{1D26FA89-4A9F-E81E-2042-FB3BAFBFB3E2}"/>
              </a:ext>
            </a:extLst>
          </p:cNvPr>
          <p:cNvSpPr>
            <a:spLocks noGrp="1"/>
          </p:cNvSpPr>
          <p:nvPr>
            <p:ph type="pic" sz="quarter" idx="20"/>
          </p:nvPr>
        </p:nvSpPr>
        <p:spPr>
          <a:xfrm>
            <a:off x="5949583" y="1384300"/>
            <a:ext cx="2583229" cy="1582737"/>
          </a:xfrm>
        </p:spPr>
        <p:txBody>
          <a:bodyPr/>
          <a:lstStyle/>
          <a:p>
            <a:endParaRPr kumimoji="1" lang="zh-HK" altLang="en-US" dirty="0"/>
          </a:p>
        </p:txBody>
      </p:sp>
      <p:sp>
        <p:nvSpPr>
          <p:cNvPr id="8" name="圖片版面配置區 23">
            <a:extLst>
              <a:ext uri="{FF2B5EF4-FFF2-40B4-BE49-F238E27FC236}">
                <a16:creationId xmlns:a16="http://schemas.microsoft.com/office/drawing/2014/main" id="{C47A0C86-3B66-98C0-B75B-E0000F3A242C}"/>
              </a:ext>
            </a:extLst>
          </p:cNvPr>
          <p:cNvSpPr>
            <a:spLocks noGrp="1"/>
          </p:cNvSpPr>
          <p:nvPr>
            <p:ph type="pic" sz="quarter" idx="24"/>
          </p:nvPr>
        </p:nvSpPr>
        <p:spPr>
          <a:xfrm>
            <a:off x="611187" y="3116457"/>
            <a:ext cx="2556000" cy="1507932"/>
          </a:xfrm>
        </p:spPr>
        <p:txBody>
          <a:bodyPr/>
          <a:lstStyle/>
          <a:p>
            <a:endParaRPr kumimoji="1" lang="zh-HK" altLang="en-US" dirty="0"/>
          </a:p>
        </p:txBody>
      </p:sp>
      <p:sp>
        <p:nvSpPr>
          <p:cNvPr id="9" name="圖片版面配置區 23">
            <a:extLst>
              <a:ext uri="{FF2B5EF4-FFF2-40B4-BE49-F238E27FC236}">
                <a16:creationId xmlns:a16="http://schemas.microsoft.com/office/drawing/2014/main" id="{F0E5D29D-986E-C8F4-3E84-0F0384F9F563}"/>
              </a:ext>
            </a:extLst>
          </p:cNvPr>
          <p:cNvSpPr>
            <a:spLocks noGrp="1"/>
          </p:cNvSpPr>
          <p:nvPr>
            <p:ph type="pic" sz="quarter" idx="25"/>
          </p:nvPr>
        </p:nvSpPr>
        <p:spPr>
          <a:xfrm>
            <a:off x="3283539" y="3116457"/>
            <a:ext cx="2555875" cy="1507932"/>
          </a:xfrm>
        </p:spPr>
        <p:txBody>
          <a:bodyPr/>
          <a:lstStyle/>
          <a:p>
            <a:endParaRPr kumimoji="1" lang="zh-HK" altLang="en-US" dirty="0"/>
          </a:p>
        </p:txBody>
      </p:sp>
      <p:sp>
        <p:nvSpPr>
          <p:cNvPr id="10" name="圖片版面配置區 23">
            <a:extLst>
              <a:ext uri="{FF2B5EF4-FFF2-40B4-BE49-F238E27FC236}">
                <a16:creationId xmlns:a16="http://schemas.microsoft.com/office/drawing/2014/main" id="{8B86B866-5AAD-2156-4765-BE603AAAE092}"/>
              </a:ext>
            </a:extLst>
          </p:cNvPr>
          <p:cNvSpPr>
            <a:spLocks noGrp="1"/>
          </p:cNvSpPr>
          <p:nvPr>
            <p:ph type="pic" sz="quarter" idx="26"/>
          </p:nvPr>
        </p:nvSpPr>
        <p:spPr>
          <a:xfrm>
            <a:off x="5949584" y="3116457"/>
            <a:ext cx="2583228" cy="1507932"/>
          </a:xfrm>
        </p:spPr>
        <p:txBody>
          <a:bodyPr/>
          <a:lstStyle/>
          <a:p>
            <a:endParaRPr kumimoji="1" lang="zh-HK" altLang="en-US" dirty="0"/>
          </a:p>
        </p:txBody>
      </p:sp>
      <p:sp>
        <p:nvSpPr>
          <p:cNvPr id="40" name="文字版面配置區 2">
            <a:extLst>
              <a:ext uri="{FF2B5EF4-FFF2-40B4-BE49-F238E27FC236}">
                <a16:creationId xmlns:a16="http://schemas.microsoft.com/office/drawing/2014/main" id="{0A0BD4BD-F4E9-3718-DC4B-50D6DBC985FA}"/>
              </a:ext>
            </a:extLst>
          </p:cNvPr>
          <p:cNvSpPr>
            <a:spLocks noGrp="1"/>
          </p:cNvSpPr>
          <p:nvPr>
            <p:ph type="body" idx="1" hasCustomPrompt="1"/>
          </p:nvPr>
        </p:nvSpPr>
        <p:spPr>
          <a:xfrm>
            <a:off x="611188" y="528638"/>
            <a:ext cx="6553200" cy="711200"/>
          </a:xfrm>
          <a:prstGeom prst="rect">
            <a:avLst/>
          </a:prstGeom>
        </p:spPr>
        <p:txBody>
          <a:bodyPr>
            <a:noAutofit/>
          </a:bodyPr>
          <a:lstStyle>
            <a:lvl1pPr marL="0" indent="0" algn="l">
              <a:spcBef>
                <a:spcPts val="0"/>
              </a:spcBef>
              <a:buNone/>
              <a:defRPr sz="2400" b="0" i="0">
                <a:solidFill>
                  <a:schemeClr val="bg2"/>
                </a:solidFill>
                <a:latin typeface="Avenir Next Medium"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Headline font in Avenir Next and </a:t>
            </a:r>
            <a:br>
              <a:rPr kumimoji="1" lang="en-US" altLang="zh-TW" dirty="0"/>
            </a:br>
            <a:r>
              <a:rPr kumimoji="1" lang="en-US" altLang="zh-TW" dirty="0"/>
              <a:t>24pt font size which is adjustable</a:t>
            </a:r>
            <a:endParaRPr kumimoji="1" lang="zh-TW" altLang="en-US" dirty="0"/>
          </a:p>
        </p:txBody>
      </p:sp>
      <p:sp>
        <p:nvSpPr>
          <p:cNvPr id="41" name="內容版面配置區 17">
            <a:extLst>
              <a:ext uri="{FF2B5EF4-FFF2-40B4-BE49-F238E27FC236}">
                <a16:creationId xmlns:a16="http://schemas.microsoft.com/office/drawing/2014/main" id="{066E2BD4-2C16-AA8E-50BE-A92180BA4677}"/>
              </a:ext>
            </a:extLst>
          </p:cNvPr>
          <p:cNvSpPr>
            <a:spLocks noGrp="1"/>
          </p:cNvSpPr>
          <p:nvPr>
            <p:ph sz="quarter" idx="14" hasCustomPrompt="1"/>
          </p:nvPr>
        </p:nvSpPr>
        <p:spPr>
          <a:xfrm>
            <a:off x="611187" y="231775"/>
            <a:ext cx="3889375"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ALL CAP SUBHEADING GOES HERE IN 8PT</a:t>
            </a:r>
            <a:endParaRPr kumimoji="1" lang="zh-HK" altLang="en-US" dirty="0"/>
          </a:p>
        </p:txBody>
      </p:sp>
      <p:sp>
        <p:nvSpPr>
          <p:cNvPr id="42" name="內容版面配置區 17">
            <a:extLst>
              <a:ext uri="{FF2B5EF4-FFF2-40B4-BE49-F238E27FC236}">
                <a16:creationId xmlns:a16="http://schemas.microsoft.com/office/drawing/2014/main" id="{56F48387-F1C8-9187-E176-4421B357D24A}"/>
              </a:ext>
            </a:extLst>
          </p:cNvPr>
          <p:cNvSpPr>
            <a:spLocks noGrp="1"/>
          </p:cNvSpPr>
          <p:nvPr>
            <p:ph sz="quarter" idx="31" hasCustomPrompt="1"/>
          </p:nvPr>
        </p:nvSpPr>
        <p:spPr>
          <a:xfrm>
            <a:off x="611186" y="1384300"/>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43" name="內容版面配置區 17">
            <a:extLst>
              <a:ext uri="{FF2B5EF4-FFF2-40B4-BE49-F238E27FC236}">
                <a16:creationId xmlns:a16="http://schemas.microsoft.com/office/drawing/2014/main" id="{9805CE43-FBDC-2A97-D406-F642F5C4CF43}"/>
              </a:ext>
            </a:extLst>
          </p:cNvPr>
          <p:cNvSpPr>
            <a:spLocks noGrp="1"/>
          </p:cNvSpPr>
          <p:nvPr>
            <p:ph sz="quarter" idx="32" hasCustomPrompt="1"/>
          </p:nvPr>
        </p:nvSpPr>
        <p:spPr>
          <a:xfrm>
            <a:off x="3283539" y="1384300"/>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44" name="內容版面配置區 17">
            <a:extLst>
              <a:ext uri="{FF2B5EF4-FFF2-40B4-BE49-F238E27FC236}">
                <a16:creationId xmlns:a16="http://schemas.microsoft.com/office/drawing/2014/main" id="{486680C3-F920-B666-C97C-E02DFAE46D9D}"/>
              </a:ext>
            </a:extLst>
          </p:cNvPr>
          <p:cNvSpPr>
            <a:spLocks noGrp="1"/>
          </p:cNvSpPr>
          <p:nvPr>
            <p:ph sz="quarter" idx="33" hasCustomPrompt="1"/>
          </p:nvPr>
        </p:nvSpPr>
        <p:spPr>
          <a:xfrm>
            <a:off x="5949584" y="1384300"/>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45" name="內容版面配置區 17">
            <a:extLst>
              <a:ext uri="{FF2B5EF4-FFF2-40B4-BE49-F238E27FC236}">
                <a16:creationId xmlns:a16="http://schemas.microsoft.com/office/drawing/2014/main" id="{60216210-FA08-68B5-17E3-2D189A49FD3A}"/>
              </a:ext>
            </a:extLst>
          </p:cNvPr>
          <p:cNvSpPr>
            <a:spLocks noGrp="1"/>
          </p:cNvSpPr>
          <p:nvPr>
            <p:ph sz="quarter" idx="34" hasCustomPrompt="1"/>
          </p:nvPr>
        </p:nvSpPr>
        <p:spPr>
          <a:xfrm>
            <a:off x="611186" y="3116457"/>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46" name="內容版面配置區 17">
            <a:extLst>
              <a:ext uri="{FF2B5EF4-FFF2-40B4-BE49-F238E27FC236}">
                <a16:creationId xmlns:a16="http://schemas.microsoft.com/office/drawing/2014/main" id="{B30FAC14-1218-288C-181B-74076F8CA4E7}"/>
              </a:ext>
            </a:extLst>
          </p:cNvPr>
          <p:cNvSpPr>
            <a:spLocks noGrp="1"/>
          </p:cNvSpPr>
          <p:nvPr>
            <p:ph sz="quarter" idx="35" hasCustomPrompt="1"/>
          </p:nvPr>
        </p:nvSpPr>
        <p:spPr>
          <a:xfrm>
            <a:off x="3283539" y="3116457"/>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47" name="內容版面配置區 17">
            <a:extLst>
              <a:ext uri="{FF2B5EF4-FFF2-40B4-BE49-F238E27FC236}">
                <a16:creationId xmlns:a16="http://schemas.microsoft.com/office/drawing/2014/main" id="{B8A6919E-A968-BAE8-71A6-0BB0F7EAF168}"/>
              </a:ext>
            </a:extLst>
          </p:cNvPr>
          <p:cNvSpPr>
            <a:spLocks noGrp="1"/>
          </p:cNvSpPr>
          <p:nvPr>
            <p:ph sz="quarter" idx="36" hasCustomPrompt="1"/>
          </p:nvPr>
        </p:nvSpPr>
        <p:spPr>
          <a:xfrm>
            <a:off x="5949584" y="3116457"/>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48" name="文字方塊 47">
            <a:extLst>
              <a:ext uri="{FF2B5EF4-FFF2-40B4-BE49-F238E27FC236}">
                <a16:creationId xmlns:a16="http://schemas.microsoft.com/office/drawing/2014/main" id="{12D94B83-ED1C-6FAF-0509-B06484C9992C}"/>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rgbClr val="000000"/>
                </a:solidFill>
                <a:latin typeface="Avenir Next Demi Bold" panose="020B0503020202020204" pitchFamily="34" charset="0"/>
                <a:ea typeface="+mn-ea"/>
                <a:cs typeface="+mn-cs"/>
              </a:rPr>
              <a:t>CONFIDENTIAL &amp; RESTRICTED BY MRDI</a:t>
            </a:r>
            <a:endParaRPr kumimoji="1" lang="zh-HK" altLang="en-US" sz="700" b="1" i="0" kern="1200" dirty="0">
              <a:solidFill>
                <a:srgbClr val="000000"/>
              </a:solidFill>
              <a:latin typeface="Avenir Next Demi Bold" panose="020B0503020202020204" pitchFamily="34" charset="0"/>
              <a:ea typeface="+mn-ea"/>
              <a:cs typeface="+mn-cs"/>
            </a:endParaRPr>
          </a:p>
        </p:txBody>
      </p:sp>
    </p:spTree>
    <p:extLst>
      <p:ext uri="{BB962C8B-B14F-4D97-AF65-F5344CB8AC3E}">
        <p14:creationId xmlns:p14="http://schemas.microsoft.com/office/powerpoint/2010/main" val="254310018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7_Content page_1">
    <p:bg>
      <p:bgPr>
        <a:solidFill>
          <a:schemeClr val="tx1"/>
        </a:solidFill>
        <a:effectLst/>
      </p:bgPr>
    </p:bg>
    <p:spTree>
      <p:nvGrpSpPr>
        <p:cNvPr id="1" name=""/>
        <p:cNvGrpSpPr/>
        <p:nvPr/>
      </p:nvGrpSpPr>
      <p:grpSpPr>
        <a:xfrm>
          <a:off x="0" y="0"/>
          <a:ext cx="0" cy="0"/>
          <a:chOff x="0" y="0"/>
          <a:chExt cx="0" cy="0"/>
        </a:xfrm>
      </p:grpSpPr>
      <p:sp>
        <p:nvSpPr>
          <p:cNvPr id="13" name="矩形 12">
            <a:extLst>
              <a:ext uri="{FF2B5EF4-FFF2-40B4-BE49-F238E27FC236}">
                <a16:creationId xmlns:a16="http://schemas.microsoft.com/office/drawing/2014/main" id="{0D7EC9B8-2448-44D1-48FE-B874C292D767}"/>
              </a:ext>
            </a:extLst>
          </p:cNvPr>
          <p:cNvSpPr>
            <a:spLocks noChangeAspect="1"/>
          </p:cNvSpPr>
          <p:nvPr userDrawn="1"/>
        </p:nvSpPr>
        <p:spPr>
          <a:xfrm>
            <a:off x="401514" y="4846519"/>
            <a:ext cx="64800" cy="648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pic>
        <p:nvPicPr>
          <p:cNvPr id="15" name="圖片 14">
            <a:extLst>
              <a:ext uri="{FF2B5EF4-FFF2-40B4-BE49-F238E27FC236}">
                <a16:creationId xmlns:a16="http://schemas.microsoft.com/office/drawing/2014/main" id="{D7581C61-86A2-7ECE-B1AA-3B4253FE29FF}"/>
              </a:ext>
            </a:extLst>
          </p:cNvPr>
          <p:cNvPicPr>
            <a:picLocks noChangeAspect="1"/>
          </p:cNvPicPr>
          <p:nvPr userDrawn="1"/>
        </p:nvPicPr>
        <p:blipFill>
          <a:blip r:embed="rId2"/>
          <a:stretch>
            <a:fillRect/>
          </a:stretch>
        </p:blipFill>
        <p:spPr>
          <a:xfrm>
            <a:off x="7858340" y="4691044"/>
            <a:ext cx="684000" cy="222153"/>
          </a:xfrm>
          <a:prstGeom prst="rect">
            <a:avLst/>
          </a:prstGeom>
        </p:spPr>
      </p:pic>
      <p:sp>
        <p:nvSpPr>
          <p:cNvPr id="16" name="矩形 15">
            <a:extLst>
              <a:ext uri="{FF2B5EF4-FFF2-40B4-BE49-F238E27FC236}">
                <a16:creationId xmlns:a16="http://schemas.microsoft.com/office/drawing/2014/main" id="{9E07604B-DFAB-4F38-10F3-ED1484DD249A}"/>
              </a:ext>
            </a:extLst>
          </p:cNvPr>
          <p:cNvSpPr/>
          <p:nvPr userDrawn="1"/>
        </p:nvSpPr>
        <p:spPr>
          <a:xfrm>
            <a:off x="8677275" y="4838905"/>
            <a:ext cx="72820" cy="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sp>
        <p:nvSpPr>
          <p:cNvPr id="17" name="Page #">
            <a:extLst>
              <a:ext uri="{FF2B5EF4-FFF2-40B4-BE49-F238E27FC236}">
                <a16:creationId xmlns:a16="http://schemas.microsoft.com/office/drawing/2014/main" id="{CC2EF8B8-7DBD-003C-CEF2-54A1BC63357C}"/>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latin typeface="+mj-lt"/>
                <a:ea typeface="Arial" charset="0"/>
                <a:cs typeface="Arial" panose="020B0604020202020204" pitchFamily="34" charset="0"/>
              </a:rPr>
              <a:pPr lvl="0" algn="l">
                <a:lnSpc>
                  <a:spcPts val="1000"/>
                </a:lnSpc>
              </a:pPr>
              <a:t>‹#›</a:t>
            </a:fld>
            <a:endParaRPr lang="en-GB" sz="600" b="0" i="0" dirty="0">
              <a:latin typeface="+mj-lt"/>
              <a:ea typeface="Arial" charset="0"/>
              <a:cs typeface="Arial" panose="020B0604020202020204" pitchFamily="34" charset="0"/>
            </a:endParaRPr>
          </a:p>
        </p:txBody>
      </p:sp>
      <p:sp>
        <p:nvSpPr>
          <p:cNvPr id="24" name="圖片版面配置區 23">
            <a:extLst>
              <a:ext uri="{FF2B5EF4-FFF2-40B4-BE49-F238E27FC236}">
                <a16:creationId xmlns:a16="http://schemas.microsoft.com/office/drawing/2014/main" id="{6749BF15-6C12-41D3-0D8A-CB70EA167EED}"/>
              </a:ext>
            </a:extLst>
          </p:cNvPr>
          <p:cNvSpPr>
            <a:spLocks noGrp="1"/>
          </p:cNvSpPr>
          <p:nvPr>
            <p:ph type="pic" sz="quarter" idx="18"/>
          </p:nvPr>
        </p:nvSpPr>
        <p:spPr>
          <a:xfrm>
            <a:off x="611186" y="1384300"/>
            <a:ext cx="7921625" cy="3230562"/>
          </a:xfrm>
        </p:spPr>
        <p:txBody>
          <a:bodyPr/>
          <a:lstStyle/>
          <a:p>
            <a:endParaRPr kumimoji="1" lang="zh-HK" altLang="en-US" dirty="0"/>
          </a:p>
        </p:txBody>
      </p:sp>
      <p:sp>
        <p:nvSpPr>
          <p:cNvPr id="7" name="文字版面配置區 2">
            <a:extLst>
              <a:ext uri="{FF2B5EF4-FFF2-40B4-BE49-F238E27FC236}">
                <a16:creationId xmlns:a16="http://schemas.microsoft.com/office/drawing/2014/main" id="{9CC3E18B-E9A5-FCE4-20DD-7E61EB8C9D89}"/>
              </a:ext>
            </a:extLst>
          </p:cNvPr>
          <p:cNvSpPr>
            <a:spLocks noGrp="1"/>
          </p:cNvSpPr>
          <p:nvPr>
            <p:ph type="body" idx="1" hasCustomPrompt="1"/>
          </p:nvPr>
        </p:nvSpPr>
        <p:spPr>
          <a:xfrm>
            <a:off x="611188" y="528638"/>
            <a:ext cx="6553200" cy="711200"/>
          </a:xfrm>
          <a:prstGeom prst="rect">
            <a:avLst/>
          </a:prstGeom>
        </p:spPr>
        <p:txBody>
          <a:bodyPr>
            <a:noAutofit/>
          </a:bodyPr>
          <a:lstStyle>
            <a:lvl1pPr marL="0" indent="0" algn="l">
              <a:spcBef>
                <a:spcPts val="0"/>
              </a:spcBef>
              <a:buNone/>
              <a:defRPr sz="2400" b="0" i="0">
                <a:solidFill>
                  <a:schemeClr val="bg2"/>
                </a:solidFill>
                <a:latin typeface="Avenir Next Medium"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Headline font in Avenir Next and </a:t>
            </a:r>
            <a:br>
              <a:rPr kumimoji="1" lang="en-US" altLang="zh-TW" dirty="0"/>
            </a:br>
            <a:r>
              <a:rPr kumimoji="1" lang="en-US" altLang="zh-TW" dirty="0"/>
              <a:t>24pt font size which is adjustable</a:t>
            </a:r>
            <a:endParaRPr kumimoji="1" lang="zh-TW" altLang="en-US" dirty="0"/>
          </a:p>
        </p:txBody>
      </p:sp>
      <p:sp>
        <p:nvSpPr>
          <p:cNvPr id="20" name="內容版面配置區 17">
            <a:extLst>
              <a:ext uri="{FF2B5EF4-FFF2-40B4-BE49-F238E27FC236}">
                <a16:creationId xmlns:a16="http://schemas.microsoft.com/office/drawing/2014/main" id="{5DCDD6EF-9D20-828E-04FC-46245C199760}"/>
              </a:ext>
            </a:extLst>
          </p:cNvPr>
          <p:cNvSpPr>
            <a:spLocks noGrp="1"/>
          </p:cNvSpPr>
          <p:nvPr>
            <p:ph sz="quarter" idx="14" hasCustomPrompt="1"/>
          </p:nvPr>
        </p:nvSpPr>
        <p:spPr>
          <a:xfrm>
            <a:off x="611187" y="231775"/>
            <a:ext cx="3889375"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ALL CAP SUBHEADING GOES HERE IN 8PT</a:t>
            </a:r>
            <a:endParaRPr kumimoji="1" lang="zh-HK" altLang="en-US" dirty="0"/>
          </a:p>
        </p:txBody>
      </p:sp>
      <p:sp>
        <p:nvSpPr>
          <p:cNvPr id="21" name="內容版面配置區 17">
            <a:extLst>
              <a:ext uri="{FF2B5EF4-FFF2-40B4-BE49-F238E27FC236}">
                <a16:creationId xmlns:a16="http://schemas.microsoft.com/office/drawing/2014/main" id="{BE97CF67-A76D-8D9B-3C17-3F3279B7937A}"/>
              </a:ext>
            </a:extLst>
          </p:cNvPr>
          <p:cNvSpPr>
            <a:spLocks noGrp="1"/>
          </p:cNvSpPr>
          <p:nvPr>
            <p:ph sz="quarter" idx="31" hasCustomPrompt="1"/>
          </p:nvPr>
        </p:nvSpPr>
        <p:spPr>
          <a:xfrm>
            <a:off x="611186" y="1384300"/>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22" name="文字方塊 21">
            <a:extLst>
              <a:ext uri="{FF2B5EF4-FFF2-40B4-BE49-F238E27FC236}">
                <a16:creationId xmlns:a16="http://schemas.microsoft.com/office/drawing/2014/main" id="{FABE4217-8F66-2E01-24FA-4F7A53081E90}"/>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rgbClr val="000000"/>
                </a:solidFill>
                <a:latin typeface="Avenir Next Demi Bold" panose="020B0503020202020204" pitchFamily="34" charset="0"/>
                <a:ea typeface="+mn-ea"/>
                <a:cs typeface="+mn-cs"/>
              </a:rPr>
              <a:t>CONFIDENTIAL &amp; RESTRICTED BY MRDI</a:t>
            </a:r>
            <a:endParaRPr kumimoji="1" lang="zh-HK" altLang="en-US" sz="700" b="1" i="0" kern="1200" dirty="0">
              <a:solidFill>
                <a:srgbClr val="000000"/>
              </a:solidFill>
              <a:latin typeface="Avenir Next Demi Bold" panose="020B0503020202020204" pitchFamily="34" charset="0"/>
              <a:ea typeface="+mn-ea"/>
              <a:cs typeface="+mn-cs"/>
            </a:endParaRPr>
          </a:p>
        </p:txBody>
      </p:sp>
    </p:spTree>
    <p:extLst>
      <p:ext uri="{BB962C8B-B14F-4D97-AF65-F5344CB8AC3E}">
        <p14:creationId xmlns:p14="http://schemas.microsoft.com/office/powerpoint/2010/main" val="38788916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6_Content page_1">
    <p:bg>
      <p:bgPr>
        <a:solidFill>
          <a:schemeClr val="tx1"/>
        </a:solidFill>
        <a:effectLst/>
      </p:bgPr>
    </p:bg>
    <p:spTree>
      <p:nvGrpSpPr>
        <p:cNvPr id="1" name=""/>
        <p:cNvGrpSpPr/>
        <p:nvPr/>
      </p:nvGrpSpPr>
      <p:grpSpPr>
        <a:xfrm>
          <a:off x="0" y="0"/>
          <a:ext cx="0" cy="0"/>
          <a:chOff x="0" y="0"/>
          <a:chExt cx="0" cy="0"/>
        </a:xfrm>
      </p:grpSpPr>
      <p:sp>
        <p:nvSpPr>
          <p:cNvPr id="13" name="矩形 12">
            <a:extLst>
              <a:ext uri="{FF2B5EF4-FFF2-40B4-BE49-F238E27FC236}">
                <a16:creationId xmlns:a16="http://schemas.microsoft.com/office/drawing/2014/main" id="{0D7EC9B8-2448-44D1-48FE-B874C292D767}"/>
              </a:ext>
            </a:extLst>
          </p:cNvPr>
          <p:cNvSpPr>
            <a:spLocks noChangeAspect="1"/>
          </p:cNvSpPr>
          <p:nvPr userDrawn="1"/>
        </p:nvSpPr>
        <p:spPr>
          <a:xfrm>
            <a:off x="401514" y="4846519"/>
            <a:ext cx="64800" cy="648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pic>
        <p:nvPicPr>
          <p:cNvPr id="15" name="圖片 14">
            <a:extLst>
              <a:ext uri="{FF2B5EF4-FFF2-40B4-BE49-F238E27FC236}">
                <a16:creationId xmlns:a16="http://schemas.microsoft.com/office/drawing/2014/main" id="{D7581C61-86A2-7ECE-B1AA-3B4253FE29FF}"/>
              </a:ext>
            </a:extLst>
          </p:cNvPr>
          <p:cNvPicPr>
            <a:picLocks noChangeAspect="1"/>
          </p:cNvPicPr>
          <p:nvPr userDrawn="1"/>
        </p:nvPicPr>
        <p:blipFill>
          <a:blip r:embed="rId2"/>
          <a:stretch>
            <a:fillRect/>
          </a:stretch>
        </p:blipFill>
        <p:spPr>
          <a:xfrm>
            <a:off x="7858340" y="4691044"/>
            <a:ext cx="684000" cy="222153"/>
          </a:xfrm>
          <a:prstGeom prst="rect">
            <a:avLst/>
          </a:prstGeom>
        </p:spPr>
      </p:pic>
      <p:sp>
        <p:nvSpPr>
          <p:cNvPr id="16" name="矩形 15">
            <a:extLst>
              <a:ext uri="{FF2B5EF4-FFF2-40B4-BE49-F238E27FC236}">
                <a16:creationId xmlns:a16="http://schemas.microsoft.com/office/drawing/2014/main" id="{9E07604B-DFAB-4F38-10F3-ED1484DD249A}"/>
              </a:ext>
            </a:extLst>
          </p:cNvPr>
          <p:cNvSpPr/>
          <p:nvPr userDrawn="1"/>
        </p:nvSpPr>
        <p:spPr>
          <a:xfrm>
            <a:off x="8677275" y="4838905"/>
            <a:ext cx="72820" cy="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sp>
        <p:nvSpPr>
          <p:cNvPr id="17" name="Page #">
            <a:extLst>
              <a:ext uri="{FF2B5EF4-FFF2-40B4-BE49-F238E27FC236}">
                <a16:creationId xmlns:a16="http://schemas.microsoft.com/office/drawing/2014/main" id="{CC2EF8B8-7DBD-003C-CEF2-54A1BC63357C}"/>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latin typeface="+mj-lt"/>
                <a:ea typeface="Arial" charset="0"/>
                <a:cs typeface="Arial" panose="020B0604020202020204" pitchFamily="34" charset="0"/>
              </a:rPr>
              <a:pPr lvl="0" algn="l">
                <a:lnSpc>
                  <a:spcPts val="1000"/>
                </a:lnSpc>
              </a:pPr>
              <a:t>‹#›</a:t>
            </a:fld>
            <a:endParaRPr lang="en-GB" sz="600" b="0" i="0" dirty="0">
              <a:latin typeface="+mj-lt"/>
              <a:ea typeface="Arial" charset="0"/>
              <a:cs typeface="Arial" panose="020B0604020202020204" pitchFamily="34" charset="0"/>
            </a:endParaRPr>
          </a:p>
        </p:txBody>
      </p:sp>
      <p:sp>
        <p:nvSpPr>
          <p:cNvPr id="24" name="圖片版面配置區 23">
            <a:extLst>
              <a:ext uri="{FF2B5EF4-FFF2-40B4-BE49-F238E27FC236}">
                <a16:creationId xmlns:a16="http://schemas.microsoft.com/office/drawing/2014/main" id="{6749BF15-6C12-41D3-0D8A-CB70EA167EED}"/>
              </a:ext>
            </a:extLst>
          </p:cNvPr>
          <p:cNvSpPr>
            <a:spLocks noGrp="1"/>
          </p:cNvSpPr>
          <p:nvPr>
            <p:ph type="pic" sz="quarter" idx="18"/>
          </p:nvPr>
        </p:nvSpPr>
        <p:spPr>
          <a:xfrm>
            <a:off x="611187" y="1384300"/>
            <a:ext cx="2556000" cy="3230562"/>
          </a:xfrm>
        </p:spPr>
        <p:txBody>
          <a:bodyPr/>
          <a:lstStyle/>
          <a:p>
            <a:endParaRPr kumimoji="1" lang="zh-HK" altLang="en-US" dirty="0"/>
          </a:p>
        </p:txBody>
      </p:sp>
      <p:sp>
        <p:nvSpPr>
          <p:cNvPr id="27" name="圖片版面配置區 23">
            <a:extLst>
              <a:ext uri="{FF2B5EF4-FFF2-40B4-BE49-F238E27FC236}">
                <a16:creationId xmlns:a16="http://schemas.microsoft.com/office/drawing/2014/main" id="{11375CC6-A421-3A3A-F0C0-925E1F53BDD2}"/>
              </a:ext>
            </a:extLst>
          </p:cNvPr>
          <p:cNvSpPr>
            <a:spLocks noGrp="1"/>
          </p:cNvSpPr>
          <p:nvPr>
            <p:ph type="pic" sz="quarter" idx="19"/>
          </p:nvPr>
        </p:nvSpPr>
        <p:spPr>
          <a:xfrm>
            <a:off x="3283539" y="1384300"/>
            <a:ext cx="2555875" cy="1582737"/>
          </a:xfrm>
        </p:spPr>
        <p:txBody>
          <a:bodyPr/>
          <a:lstStyle/>
          <a:p>
            <a:endParaRPr kumimoji="1" lang="zh-HK" altLang="en-US" dirty="0"/>
          </a:p>
        </p:txBody>
      </p:sp>
      <p:sp>
        <p:nvSpPr>
          <p:cNvPr id="28" name="圖片版面配置區 23">
            <a:extLst>
              <a:ext uri="{FF2B5EF4-FFF2-40B4-BE49-F238E27FC236}">
                <a16:creationId xmlns:a16="http://schemas.microsoft.com/office/drawing/2014/main" id="{1D26FA89-4A9F-E81E-2042-FB3BAFBFB3E2}"/>
              </a:ext>
            </a:extLst>
          </p:cNvPr>
          <p:cNvSpPr>
            <a:spLocks noGrp="1"/>
          </p:cNvSpPr>
          <p:nvPr>
            <p:ph type="pic" sz="quarter" idx="20"/>
          </p:nvPr>
        </p:nvSpPr>
        <p:spPr>
          <a:xfrm>
            <a:off x="5949584" y="1384300"/>
            <a:ext cx="2592756" cy="1582737"/>
          </a:xfrm>
        </p:spPr>
        <p:txBody>
          <a:bodyPr/>
          <a:lstStyle/>
          <a:p>
            <a:endParaRPr kumimoji="1" lang="zh-HK" altLang="en-US" dirty="0"/>
          </a:p>
        </p:txBody>
      </p:sp>
      <p:sp>
        <p:nvSpPr>
          <p:cNvPr id="5" name="圖片版面配置區 23">
            <a:extLst>
              <a:ext uri="{FF2B5EF4-FFF2-40B4-BE49-F238E27FC236}">
                <a16:creationId xmlns:a16="http://schemas.microsoft.com/office/drawing/2014/main" id="{56AF7904-BDD8-A533-FA68-9BCFC9E54A93}"/>
              </a:ext>
            </a:extLst>
          </p:cNvPr>
          <p:cNvSpPr>
            <a:spLocks noGrp="1"/>
          </p:cNvSpPr>
          <p:nvPr>
            <p:ph type="pic" sz="quarter" idx="25"/>
          </p:nvPr>
        </p:nvSpPr>
        <p:spPr>
          <a:xfrm>
            <a:off x="3283539" y="3116457"/>
            <a:ext cx="5249274" cy="1507932"/>
          </a:xfrm>
        </p:spPr>
        <p:txBody>
          <a:bodyPr/>
          <a:lstStyle/>
          <a:p>
            <a:endParaRPr kumimoji="1" lang="zh-HK" altLang="en-US" dirty="0"/>
          </a:p>
        </p:txBody>
      </p:sp>
      <p:sp>
        <p:nvSpPr>
          <p:cNvPr id="21" name="文字方塊 20">
            <a:extLst>
              <a:ext uri="{FF2B5EF4-FFF2-40B4-BE49-F238E27FC236}">
                <a16:creationId xmlns:a16="http://schemas.microsoft.com/office/drawing/2014/main" id="{9FE704EF-E80B-5CF9-562E-C2194AED7289}"/>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rgbClr val="000000"/>
                </a:solidFill>
                <a:latin typeface="Avenir Next Demi Bold" panose="020B0503020202020204" pitchFamily="34" charset="0"/>
                <a:ea typeface="+mn-ea"/>
                <a:cs typeface="+mn-cs"/>
              </a:rPr>
              <a:t>CONFIDENTIAL &amp; RESTRICTED BY MRDI</a:t>
            </a:r>
            <a:endParaRPr kumimoji="1" lang="zh-HK" altLang="en-US" sz="700" b="1" i="0" kern="1200" dirty="0">
              <a:solidFill>
                <a:srgbClr val="000000"/>
              </a:solidFill>
              <a:latin typeface="Avenir Next Demi Bold" panose="020B0503020202020204" pitchFamily="34" charset="0"/>
              <a:ea typeface="+mn-ea"/>
              <a:cs typeface="+mn-cs"/>
            </a:endParaRPr>
          </a:p>
        </p:txBody>
      </p:sp>
      <p:sp>
        <p:nvSpPr>
          <p:cNvPr id="22" name="文字版面配置區 2">
            <a:extLst>
              <a:ext uri="{FF2B5EF4-FFF2-40B4-BE49-F238E27FC236}">
                <a16:creationId xmlns:a16="http://schemas.microsoft.com/office/drawing/2014/main" id="{805F145D-98ED-36C8-F562-811E3B1F38DC}"/>
              </a:ext>
            </a:extLst>
          </p:cNvPr>
          <p:cNvSpPr>
            <a:spLocks noGrp="1"/>
          </p:cNvSpPr>
          <p:nvPr>
            <p:ph type="body" idx="1" hasCustomPrompt="1"/>
          </p:nvPr>
        </p:nvSpPr>
        <p:spPr>
          <a:xfrm>
            <a:off x="611188" y="528638"/>
            <a:ext cx="6553200" cy="711200"/>
          </a:xfrm>
          <a:prstGeom prst="rect">
            <a:avLst/>
          </a:prstGeom>
        </p:spPr>
        <p:txBody>
          <a:bodyPr>
            <a:noAutofit/>
          </a:bodyPr>
          <a:lstStyle>
            <a:lvl1pPr marL="0" indent="0" algn="l">
              <a:spcBef>
                <a:spcPts val="0"/>
              </a:spcBef>
              <a:buNone/>
              <a:defRPr sz="2400" b="0" i="0">
                <a:solidFill>
                  <a:schemeClr val="bg2"/>
                </a:solidFill>
                <a:latin typeface="Avenir Next Medium"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Headline font in Avenir Next and </a:t>
            </a:r>
            <a:br>
              <a:rPr kumimoji="1" lang="en-US" altLang="zh-TW" dirty="0"/>
            </a:br>
            <a:r>
              <a:rPr kumimoji="1" lang="en-US" altLang="zh-TW" dirty="0"/>
              <a:t>24pt font size which is adjustable</a:t>
            </a:r>
            <a:endParaRPr kumimoji="1" lang="zh-TW" altLang="en-US" dirty="0"/>
          </a:p>
        </p:txBody>
      </p:sp>
      <p:sp>
        <p:nvSpPr>
          <p:cNvPr id="25" name="內容版面配置區 17">
            <a:extLst>
              <a:ext uri="{FF2B5EF4-FFF2-40B4-BE49-F238E27FC236}">
                <a16:creationId xmlns:a16="http://schemas.microsoft.com/office/drawing/2014/main" id="{F7CC7C33-DDE1-8C34-6412-D5E1B2AEE9AD}"/>
              </a:ext>
            </a:extLst>
          </p:cNvPr>
          <p:cNvSpPr>
            <a:spLocks noGrp="1"/>
          </p:cNvSpPr>
          <p:nvPr>
            <p:ph sz="quarter" idx="14" hasCustomPrompt="1"/>
          </p:nvPr>
        </p:nvSpPr>
        <p:spPr>
          <a:xfrm>
            <a:off x="611187" y="231775"/>
            <a:ext cx="3889375"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ALL CAP SUBHEADING GOES HERE IN 8PT</a:t>
            </a:r>
            <a:endParaRPr kumimoji="1" lang="zh-HK" altLang="en-US" dirty="0"/>
          </a:p>
        </p:txBody>
      </p:sp>
      <p:sp>
        <p:nvSpPr>
          <p:cNvPr id="32" name="內容版面配置區 17">
            <a:extLst>
              <a:ext uri="{FF2B5EF4-FFF2-40B4-BE49-F238E27FC236}">
                <a16:creationId xmlns:a16="http://schemas.microsoft.com/office/drawing/2014/main" id="{A99489E9-426F-901E-B301-FE64A83C7E8B}"/>
              </a:ext>
            </a:extLst>
          </p:cNvPr>
          <p:cNvSpPr>
            <a:spLocks noGrp="1"/>
          </p:cNvSpPr>
          <p:nvPr>
            <p:ph sz="quarter" idx="32" hasCustomPrompt="1"/>
          </p:nvPr>
        </p:nvSpPr>
        <p:spPr>
          <a:xfrm>
            <a:off x="3283539" y="1384300"/>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33" name="內容版面配置區 17">
            <a:extLst>
              <a:ext uri="{FF2B5EF4-FFF2-40B4-BE49-F238E27FC236}">
                <a16:creationId xmlns:a16="http://schemas.microsoft.com/office/drawing/2014/main" id="{4D42B2AE-BC4E-73F8-41EE-F70661872DA5}"/>
              </a:ext>
            </a:extLst>
          </p:cNvPr>
          <p:cNvSpPr>
            <a:spLocks noGrp="1"/>
          </p:cNvSpPr>
          <p:nvPr>
            <p:ph sz="quarter" idx="33" hasCustomPrompt="1"/>
          </p:nvPr>
        </p:nvSpPr>
        <p:spPr>
          <a:xfrm>
            <a:off x="5949584" y="1384300"/>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34" name="內容版面配置區 17">
            <a:extLst>
              <a:ext uri="{FF2B5EF4-FFF2-40B4-BE49-F238E27FC236}">
                <a16:creationId xmlns:a16="http://schemas.microsoft.com/office/drawing/2014/main" id="{7B38A2E5-0959-AB04-3D66-F0194796EFD7}"/>
              </a:ext>
            </a:extLst>
          </p:cNvPr>
          <p:cNvSpPr>
            <a:spLocks noGrp="1"/>
          </p:cNvSpPr>
          <p:nvPr>
            <p:ph sz="quarter" idx="34" hasCustomPrompt="1"/>
          </p:nvPr>
        </p:nvSpPr>
        <p:spPr>
          <a:xfrm>
            <a:off x="611186" y="1384300"/>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35" name="內容版面配置區 17">
            <a:extLst>
              <a:ext uri="{FF2B5EF4-FFF2-40B4-BE49-F238E27FC236}">
                <a16:creationId xmlns:a16="http://schemas.microsoft.com/office/drawing/2014/main" id="{15BFA2BF-15A2-4006-88AA-C3BE98F0EEC4}"/>
              </a:ext>
            </a:extLst>
          </p:cNvPr>
          <p:cNvSpPr>
            <a:spLocks noGrp="1"/>
          </p:cNvSpPr>
          <p:nvPr>
            <p:ph sz="quarter" idx="35" hasCustomPrompt="1"/>
          </p:nvPr>
        </p:nvSpPr>
        <p:spPr>
          <a:xfrm>
            <a:off x="3283539" y="3116457"/>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Tree>
    <p:extLst>
      <p:ext uri="{BB962C8B-B14F-4D97-AF65-F5344CB8AC3E}">
        <p14:creationId xmlns:p14="http://schemas.microsoft.com/office/powerpoint/2010/main" val="324022618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5_Content page_1">
    <p:bg>
      <p:bgPr>
        <a:solidFill>
          <a:schemeClr val="tx1"/>
        </a:solidFill>
        <a:effectLst/>
      </p:bgPr>
    </p:bg>
    <p:spTree>
      <p:nvGrpSpPr>
        <p:cNvPr id="1" name=""/>
        <p:cNvGrpSpPr/>
        <p:nvPr/>
      </p:nvGrpSpPr>
      <p:grpSpPr>
        <a:xfrm>
          <a:off x="0" y="0"/>
          <a:ext cx="0" cy="0"/>
          <a:chOff x="0" y="0"/>
          <a:chExt cx="0" cy="0"/>
        </a:xfrm>
      </p:grpSpPr>
      <p:sp>
        <p:nvSpPr>
          <p:cNvPr id="13" name="矩形 12">
            <a:extLst>
              <a:ext uri="{FF2B5EF4-FFF2-40B4-BE49-F238E27FC236}">
                <a16:creationId xmlns:a16="http://schemas.microsoft.com/office/drawing/2014/main" id="{0D7EC9B8-2448-44D1-48FE-B874C292D767}"/>
              </a:ext>
            </a:extLst>
          </p:cNvPr>
          <p:cNvSpPr>
            <a:spLocks noChangeAspect="1"/>
          </p:cNvSpPr>
          <p:nvPr userDrawn="1"/>
        </p:nvSpPr>
        <p:spPr>
          <a:xfrm>
            <a:off x="401514" y="4846519"/>
            <a:ext cx="64800" cy="648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pic>
        <p:nvPicPr>
          <p:cNvPr id="15" name="圖片 14">
            <a:extLst>
              <a:ext uri="{FF2B5EF4-FFF2-40B4-BE49-F238E27FC236}">
                <a16:creationId xmlns:a16="http://schemas.microsoft.com/office/drawing/2014/main" id="{D7581C61-86A2-7ECE-B1AA-3B4253FE29FF}"/>
              </a:ext>
            </a:extLst>
          </p:cNvPr>
          <p:cNvPicPr>
            <a:picLocks noChangeAspect="1"/>
          </p:cNvPicPr>
          <p:nvPr userDrawn="1"/>
        </p:nvPicPr>
        <p:blipFill>
          <a:blip r:embed="rId2"/>
          <a:stretch>
            <a:fillRect/>
          </a:stretch>
        </p:blipFill>
        <p:spPr>
          <a:xfrm>
            <a:off x="7858340" y="4691044"/>
            <a:ext cx="684000" cy="222153"/>
          </a:xfrm>
          <a:prstGeom prst="rect">
            <a:avLst/>
          </a:prstGeom>
        </p:spPr>
      </p:pic>
      <p:sp>
        <p:nvSpPr>
          <p:cNvPr id="16" name="矩形 15">
            <a:extLst>
              <a:ext uri="{FF2B5EF4-FFF2-40B4-BE49-F238E27FC236}">
                <a16:creationId xmlns:a16="http://schemas.microsoft.com/office/drawing/2014/main" id="{9E07604B-DFAB-4F38-10F3-ED1484DD249A}"/>
              </a:ext>
            </a:extLst>
          </p:cNvPr>
          <p:cNvSpPr/>
          <p:nvPr userDrawn="1"/>
        </p:nvSpPr>
        <p:spPr>
          <a:xfrm>
            <a:off x="8677275" y="4838905"/>
            <a:ext cx="72820" cy="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sp>
        <p:nvSpPr>
          <p:cNvPr id="17" name="Page #">
            <a:extLst>
              <a:ext uri="{FF2B5EF4-FFF2-40B4-BE49-F238E27FC236}">
                <a16:creationId xmlns:a16="http://schemas.microsoft.com/office/drawing/2014/main" id="{CC2EF8B8-7DBD-003C-CEF2-54A1BC63357C}"/>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latin typeface="+mj-lt"/>
                <a:ea typeface="Arial" charset="0"/>
                <a:cs typeface="Arial" panose="020B0604020202020204" pitchFamily="34" charset="0"/>
              </a:rPr>
              <a:pPr lvl="0" algn="l">
                <a:lnSpc>
                  <a:spcPts val="1000"/>
                </a:lnSpc>
              </a:pPr>
              <a:t>‹#›</a:t>
            </a:fld>
            <a:endParaRPr lang="en-GB" sz="600" b="0" i="0" dirty="0">
              <a:latin typeface="+mj-lt"/>
              <a:ea typeface="Arial" charset="0"/>
              <a:cs typeface="Arial" panose="020B0604020202020204" pitchFamily="34" charset="0"/>
            </a:endParaRPr>
          </a:p>
        </p:txBody>
      </p:sp>
      <p:sp>
        <p:nvSpPr>
          <p:cNvPr id="24" name="圖片版面配置區 23">
            <a:extLst>
              <a:ext uri="{FF2B5EF4-FFF2-40B4-BE49-F238E27FC236}">
                <a16:creationId xmlns:a16="http://schemas.microsoft.com/office/drawing/2014/main" id="{6749BF15-6C12-41D3-0D8A-CB70EA167EED}"/>
              </a:ext>
            </a:extLst>
          </p:cNvPr>
          <p:cNvSpPr>
            <a:spLocks noGrp="1"/>
          </p:cNvSpPr>
          <p:nvPr>
            <p:ph type="pic" sz="quarter" idx="18"/>
          </p:nvPr>
        </p:nvSpPr>
        <p:spPr>
          <a:xfrm>
            <a:off x="611186" y="1384300"/>
            <a:ext cx="5228227" cy="1582737"/>
          </a:xfrm>
        </p:spPr>
        <p:txBody>
          <a:bodyPr/>
          <a:lstStyle/>
          <a:p>
            <a:endParaRPr kumimoji="1" lang="zh-HK" altLang="en-US" dirty="0"/>
          </a:p>
        </p:txBody>
      </p:sp>
      <p:sp>
        <p:nvSpPr>
          <p:cNvPr id="28" name="圖片版面配置區 23">
            <a:extLst>
              <a:ext uri="{FF2B5EF4-FFF2-40B4-BE49-F238E27FC236}">
                <a16:creationId xmlns:a16="http://schemas.microsoft.com/office/drawing/2014/main" id="{1D26FA89-4A9F-E81E-2042-FB3BAFBFB3E2}"/>
              </a:ext>
            </a:extLst>
          </p:cNvPr>
          <p:cNvSpPr>
            <a:spLocks noGrp="1"/>
          </p:cNvSpPr>
          <p:nvPr>
            <p:ph type="pic" sz="quarter" idx="20"/>
          </p:nvPr>
        </p:nvSpPr>
        <p:spPr>
          <a:xfrm>
            <a:off x="5949584" y="1384300"/>
            <a:ext cx="2556000" cy="3230562"/>
          </a:xfrm>
        </p:spPr>
        <p:txBody>
          <a:bodyPr/>
          <a:lstStyle/>
          <a:p>
            <a:endParaRPr kumimoji="1" lang="zh-HK" altLang="en-US" dirty="0"/>
          </a:p>
        </p:txBody>
      </p:sp>
      <p:sp>
        <p:nvSpPr>
          <p:cNvPr id="3" name="圖片版面配置區 23">
            <a:extLst>
              <a:ext uri="{FF2B5EF4-FFF2-40B4-BE49-F238E27FC236}">
                <a16:creationId xmlns:a16="http://schemas.microsoft.com/office/drawing/2014/main" id="{B8FF59B4-9E85-175F-008F-69BCF730633D}"/>
              </a:ext>
            </a:extLst>
          </p:cNvPr>
          <p:cNvSpPr>
            <a:spLocks noGrp="1"/>
          </p:cNvSpPr>
          <p:nvPr>
            <p:ph type="pic" sz="quarter" idx="24"/>
          </p:nvPr>
        </p:nvSpPr>
        <p:spPr>
          <a:xfrm>
            <a:off x="611186" y="3116457"/>
            <a:ext cx="2556000" cy="1507932"/>
          </a:xfrm>
        </p:spPr>
        <p:txBody>
          <a:bodyPr/>
          <a:lstStyle/>
          <a:p>
            <a:endParaRPr kumimoji="1" lang="zh-HK" altLang="en-US" dirty="0"/>
          </a:p>
        </p:txBody>
      </p:sp>
      <p:sp>
        <p:nvSpPr>
          <p:cNvPr id="4" name="圖片版面配置區 23">
            <a:extLst>
              <a:ext uri="{FF2B5EF4-FFF2-40B4-BE49-F238E27FC236}">
                <a16:creationId xmlns:a16="http://schemas.microsoft.com/office/drawing/2014/main" id="{476B1EAD-46F1-C203-88C8-798A0CAE373C}"/>
              </a:ext>
            </a:extLst>
          </p:cNvPr>
          <p:cNvSpPr>
            <a:spLocks noGrp="1"/>
          </p:cNvSpPr>
          <p:nvPr>
            <p:ph type="pic" sz="quarter" idx="25"/>
          </p:nvPr>
        </p:nvSpPr>
        <p:spPr>
          <a:xfrm>
            <a:off x="3283539" y="3116457"/>
            <a:ext cx="2555875" cy="1507932"/>
          </a:xfrm>
        </p:spPr>
        <p:txBody>
          <a:bodyPr/>
          <a:lstStyle/>
          <a:p>
            <a:endParaRPr kumimoji="1" lang="zh-HK" altLang="en-US" dirty="0"/>
          </a:p>
        </p:txBody>
      </p:sp>
      <p:sp>
        <p:nvSpPr>
          <p:cNvPr id="22" name="文字方塊 21">
            <a:extLst>
              <a:ext uri="{FF2B5EF4-FFF2-40B4-BE49-F238E27FC236}">
                <a16:creationId xmlns:a16="http://schemas.microsoft.com/office/drawing/2014/main" id="{778E0B5F-6908-4C26-6ADA-A319C23ED5E6}"/>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rgbClr val="000000"/>
                </a:solidFill>
                <a:latin typeface="Avenir Next Demi Bold" panose="020B0503020202020204" pitchFamily="34" charset="0"/>
                <a:ea typeface="+mn-ea"/>
                <a:cs typeface="+mn-cs"/>
              </a:rPr>
              <a:t>CONFIDENTIAL &amp; RESTRICTED BY MRDI</a:t>
            </a:r>
            <a:endParaRPr kumimoji="1" lang="zh-HK" altLang="en-US" sz="700" b="1" i="0" kern="1200" dirty="0">
              <a:solidFill>
                <a:srgbClr val="000000"/>
              </a:solidFill>
              <a:latin typeface="Avenir Next Demi Bold" panose="020B0503020202020204" pitchFamily="34" charset="0"/>
              <a:ea typeface="+mn-ea"/>
              <a:cs typeface="+mn-cs"/>
            </a:endParaRPr>
          </a:p>
        </p:txBody>
      </p:sp>
      <p:sp>
        <p:nvSpPr>
          <p:cNvPr id="25" name="文字版面配置區 2">
            <a:extLst>
              <a:ext uri="{FF2B5EF4-FFF2-40B4-BE49-F238E27FC236}">
                <a16:creationId xmlns:a16="http://schemas.microsoft.com/office/drawing/2014/main" id="{04F45231-CD91-FA81-51AC-334CA9FFBC02}"/>
              </a:ext>
            </a:extLst>
          </p:cNvPr>
          <p:cNvSpPr>
            <a:spLocks noGrp="1"/>
          </p:cNvSpPr>
          <p:nvPr>
            <p:ph type="body" idx="1" hasCustomPrompt="1"/>
          </p:nvPr>
        </p:nvSpPr>
        <p:spPr>
          <a:xfrm>
            <a:off x="611188" y="528638"/>
            <a:ext cx="6553200" cy="711200"/>
          </a:xfrm>
          <a:prstGeom prst="rect">
            <a:avLst/>
          </a:prstGeom>
        </p:spPr>
        <p:txBody>
          <a:bodyPr>
            <a:noAutofit/>
          </a:bodyPr>
          <a:lstStyle>
            <a:lvl1pPr marL="0" indent="0" algn="l">
              <a:spcBef>
                <a:spcPts val="0"/>
              </a:spcBef>
              <a:buNone/>
              <a:defRPr sz="2400" b="0" i="0">
                <a:solidFill>
                  <a:schemeClr val="bg2"/>
                </a:solidFill>
                <a:latin typeface="Avenir Next Medium"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Headline font in Avenir Next and </a:t>
            </a:r>
            <a:br>
              <a:rPr kumimoji="1" lang="en-US" altLang="zh-TW" dirty="0"/>
            </a:br>
            <a:r>
              <a:rPr kumimoji="1" lang="en-US" altLang="zh-TW" dirty="0"/>
              <a:t>24pt font size which is adjustable</a:t>
            </a:r>
            <a:endParaRPr kumimoji="1" lang="zh-TW" altLang="en-US" dirty="0"/>
          </a:p>
        </p:txBody>
      </p:sp>
      <p:sp>
        <p:nvSpPr>
          <p:cNvPr id="26" name="內容版面配置區 17">
            <a:extLst>
              <a:ext uri="{FF2B5EF4-FFF2-40B4-BE49-F238E27FC236}">
                <a16:creationId xmlns:a16="http://schemas.microsoft.com/office/drawing/2014/main" id="{EE02ACFE-763B-1CE2-87B5-588DA7DBF40C}"/>
              </a:ext>
            </a:extLst>
          </p:cNvPr>
          <p:cNvSpPr>
            <a:spLocks noGrp="1"/>
          </p:cNvSpPr>
          <p:nvPr>
            <p:ph sz="quarter" idx="14" hasCustomPrompt="1"/>
          </p:nvPr>
        </p:nvSpPr>
        <p:spPr>
          <a:xfrm>
            <a:off x="611187" y="231775"/>
            <a:ext cx="3889375"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ALL CAP SUBHEADING GOES HERE IN 8PT</a:t>
            </a:r>
            <a:endParaRPr kumimoji="1" lang="zh-HK" altLang="en-US" dirty="0"/>
          </a:p>
        </p:txBody>
      </p:sp>
      <p:sp>
        <p:nvSpPr>
          <p:cNvPr id="36" name="內容版面配置區 17">
            <a:extLst>
              <a:ext uri="{FF2B5EF4-FFF2-40B4-BE49-F238E27FC236}">
                <a16:creationId xmlns:a16="http://schemas.microsoft.com/office/drawing/2014/main" id="{5BBEA4C7-25A4-C649-9DFF-B156E1B10318}"/>
              </a:ext>
            </a:extLst>
          </p:cNvPr>
          <p:cNvSpPr>
            <a:spLocks noGrp="1"/>
          </p:cNvSpPr>
          <p:nvPr>
            <p:ph sz="quarter" idx="32" hasCustomPrompt="1"/>
          </p:nvPr>
        </p:nvSpPr>
        <p:spPr>
          <a:xfrm>
            <a:off x="611186" y="1384300"/>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37" name="內容版面配置區 17">
            <a:extLst>
              <a:ext uri="{FF2B5EF4-FFF2-40B4-BE49-F238E27FC236}">
                <a16:creationId xmlns:a16="http://schemas.microsoft.com/office/drawing/2014/main" id="{9ABF7C3D-477F-5DF2-C1E5-EBB4355D2C59}"/>
              </a:ext>
            </a:extLst>
          </p:cNvPr>
          <p:cNvSpPr>
            <a:spLocks noGrp="1"/>
          </p:cNvSpPr>
          <p:nvPr>
            <p:ph sz="quarter" idx="33" hasCustomPrompt="1"/>
          </p:nvPr>
        </p:nvSpPr>
        <p:spPr>
          <a:xfrm>
            <a:off x="5949584" y="1384300"/>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38" name="內容版面配置區 17">
            <a:extLst>
              <a:ext uri="{FF2B5EF4-FFF2-40B4-BE49-F238E27FC236}">
                <a16:creationId xmlns:a16="http://schemas.microsoft.com/office/drawing/2014/main" id="{CA6E1476-4497-4FDA-0BF8-E8BDF6CABBF4}"/>
              </a:ext>
            </a:extLst>
          </p:cNvPr>
          <p:cNvSpPr>
            <a:spLocks noGrp="1"/>
          </p:cNvSpPr>
          <p:nvPr>
            <p:ph sz="quarter" idx="34" hasCustomPrompt="1"/>
          </p:nvPr>
        </p:nvSpPr>
        <p:spPr>
          <a:xfrm>
            <a:off x="611186" y="3116457"/>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39" name="內容版面配置區 17">
            <a:extLst>
              <a:ext uri="{FF2B5EF4-FFF2-40B4-BE49-F238E27FC236}">
                <a16:creationId xmlns:a16="http://schemas.microsoft.com/office/drawing/2014/main" id="{5D1505B9-5F7D-FE67-AE8D-F93E58665CCC}"/>
              </a:ext>
            </a:extLst>
          </p:cNvPr>
          <p:cNvSpPr>
            <a:spLocks noGrp="1"/>
          </p:cNvSpPr>
          <p:nvPr>
            <p:ph sz="quarter" idx="35" hasCustomPrompt="1"/>
          </p:nvPr>
        </p:nvSpPr>
        <p:spPr>
          <a:xfrm>
            <a:off x="3283539" y="3116457"/>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40" name="內容版面配置區 17">
            <a:extLst>
              <a:ext uri="{FF2B5EF4-FFF2-40B4-BE49-F238E27FC236}">
                <a16:creationId xmlns:a16="http://schemas.microsoft.com/office/drawing/2014/main" id="{06CF17A3-9481-DA74-097A-8D890179D141}"/>
              </a:ext>
            </a:extLst>
          </p:cNvPr>
          <p:cNvSpPr>
            <a:spLocks noGrp="1"/>
          </p:cNvSpPr>
          <p:nvPr>
            <p:ph sz="quarter" idx="36" hasCustomPrompt="1"/>
          </p:nvPr>
        </p:nvSpPr>
        <p:spPr>
          <a:xfrm>
            <a:off x="5949584" y="3116457"/>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Tree>
    <p:extLst>
      <p:ext uri="{BB962C8B-B14F-4D97-AF65-F5344CB8AC3E}">
        <p14:creationId xmlns:p14="http://schemas.microsoft.com/office/powerpoint/2010/main" val="120851466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8_Content page_1">
    <p:bg>
      <p:bgPr>
        <a:solidFill>
          <a:schemeClr val="tx1"/>
        </a:solidFill>
        <a:effectLst/>
      </p:bgPr>
    </p:bg>
    <p:spTree>
      <p:nvGrpSpPr>
        <p:cNvPr id="1" name=""/>
        <p:cNvGrpSpPr/>
        <p:nvPr/>
      </p:nvGrpSpPr>
      <p:grpSpPr>
        <a:xfrm>
          <a:off x="0" y="0"/>
          <a:ext cx="0" cy="0"/>
          <a:chOff x="0" y="0"/>
          <a:chExt cx="0" cy="0"/>
        </a:xfrm>
      </p:grpSpPr>
      <p:sp>
        <p:nvSpPr>
          <p:cNvPr id="13" name="矩形 12">
            <a:extLst>
              <a:ext uri="{FF2B5EF4-FFF2-40B4-BE49-F238E27FC236}">
                <a16:creationId xmlns:a16="http://schemas.microsoft.com/office/drawing/2014/main" id="{0D7EC9B8-2448-44D1-48FE-B874C292D767}"/>
              </a:ext>
            </a:extLst>
          </p:cNvPr>
          <p:cNvSpPr>
            <a:spLocks noChangeAspect="1"/>
          </p:cNvSpPr>
          <p:nvPr userDrawn="1"/>
        </p:nvSpPr>
        <p:spPr>
          <a:xfrm>
            <a:off x="401514" y="4846519"/>
            <a:ext cx="64800" cy="648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pic>
        <p:nvPicPr>
          <p:cNvPr id="15" name="圖片 14">
            <a:extLst>
              <a:ext uri="{FF2B5EF4-FFF2-40B4-BE49-F238E27FC236}">
                <a16:creationId xmlns:a16="http://schemas.microsoft.com/office/drawing/2014/main" id="{D7581C61-86A2-7ECE-B1AA-3B4253FE29FF}"/>
              </a:ext>
            </a:extLst>
          </p:cNvPr>
          <p:cNvPicPr>
            <a:picLocks noChangeAspect="1"/>
          </p:cNvPicPr>
          <p:nvPr userDrawn="1"/>
        </p:nvPicPr>
        <p:blipFill>
          <a:blip r:embed="rId2"/>
          <a:stretch>
            <a:fillRect/>
          </a:stretch>
        </p:blipFill>
        <p:spPr>
          <a:xfrm>
            <a:off x="7858340" y="4691044"/>
            <a:ext cx="684000" cy="222153"/>
          </a:xfrm>
          <a:prstGeom prst="rect">
            <a:avLst/>
          </a:prstGeom>
        </p:spPr>
      </p:pic>
      <p:sp>
        <p:nvSpPr>
          <p:cNvPr id="16" name="矩形 15">
            <a:extLst>
              <a:ext uri="{FF2B5EF4-FFF2-40B4-BE49-F238E27FC236}">
                <a16:creationId xmlns:a16="http://schemas.microsoft.com/office/drawing/2014/main" id="{9E07604B-DFAB-4F38-10F3-ED1484DD249A}"/>
              </a:ext>
            </a:extLst>
          </p:cNvPr>
          <p:cNvSpPr/>
          <p:nvPr userDrawn="1"/>
        </p:nvSpPr>
        <p:spPr>
          <a:xfrm>
            <a:off x="8677275" y="4838905"/>
            <a:ext cx="72820" cy="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sp>
        <p:nvSpPr>
          <p:cNvPr id="17" name="Page #">
            <a:extLst>
              <a:ext uri="{FF2B5EF4-FFF2-40B4-BE49-F238E27FC236}">
                <a16:creationId xmlns:a16="http://schemas.microsoft.com/office/drawing/2014/main" id="{CC2EF8B8-7DBD-003C-CEF2-54A1BC63357C}"/>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latin typeface="+mj-lt"/>
                <a:ea typeface="Arial" charset="0"/>
                <a:cs typeface="Arial" panose="020B0604020202020204" pitchFamily="34" charset="0"/>
              </a:rPr>
              <a:pPr lvl="0" algn="l">
                <a:lnSpc>
                  <a:spcPts val="1000"/>
                </a:lnSpc>
              </a:pPr>
              <a:t>‹#›</a:t>
            </a:fld>
            <a:endParaRPr lang="en-GB" sz="600" b="0" i="0" dirty="0">
              <a:latin typeface="+mj-lt"/>
              <a:ea typeface="Arial" charset="0"/>
              <a:cs typeface="Arial" panose="020B0604020202020204" pitchFamily="34" charset="0"/>
            </a:endParaRPr>
          </a:p>
        </p:txBody>
      </p:sp>
      <p:sp>
        <p:nvSpPr>
          <p:cNvPr id="8" name="圖片版面配置區 23">
            <a:extLst>
              <a:ext uri="{FF2B5EF4-FFF2-40B4-BE49-F238E27FC236}">
                <a16:creationId xmlns:a16="http://schemas.microsoft.com/office/drawing/2014/main" id="{C47A0C86-3B66-98C0-B75B-E0000F3A242C}"/>
              </a:ext>
            </a:extLst>
          </p:cNvPr>
          <p:cNvSpPr>
            <a:spLocks noGrp="1"/>
          </p:cNvSpPr>
          <p:nvPr>
            <p:ph type="pic" sz="quarter" idx="24"/>
          </p:nvPr>
        </p:nvSpPr>
        <p:spPr>
          <a:xfrm>
            <a:off x="611186" y="3116457"/>
            <a:ext cx="2556000" cy="1507932"/>
          </a:xfrm>
        </p:spPr>
        <p:txBody>
          <a:bodyPr/>
          <a:lstStyle/>
          <a:p>
            <a:endParaRPr kumimoji="1" lang="zh-HK" altLang="en-US" dirty="0"/>
          </a:p>
        </p:txBody>
      </p:sp>
      <p:sp>
        <p:nvSpPr>
          <p:cNvPr id="9" name="圖片版面配置區 23">
            <a:extLst>
              <a:ext uri="{FF2B5EF4-FFF2-40B4-BE49-F238E27FC236}">
                <a16:creationId xmlns:a16="http://schemas.microsoft.com/office/drawing/2014/main" id="{F0E5D29D-986E-C8F4-3E84-0F0384F9F563}"/>
              </a:ext>
            </a:extLst>
          </p:cNvPr>
          <p:cNvSpPr>
            <a:spLocks noGrp="1"/>
          </p:cNvSpPr>
          <p:nvPr>
            <p:ph type="pic" sz="quarter" idx="25"/>
          </p:nvPr>
        </p:nvSpPr>
        <p:spPr>
          <a:xfrm>
            <a:off x="3283539" y="3116457"/>
            <a:ext cx="2555875" cy="1507932"/>
          </a:xfrm>
        </p:spPr>
        <p:txBody>
          <a:bodyPr/>
          <a:lstStyle/>
          <a:p>
            <a:endParaRPr kumimoji="1" lang="zh-HK" altLang="en-US" dirty="0"/>
          </a:p>
        </p:txBody>
      </p:sp>
      <p:sp>
        <p:nvSpPr>
          <p:cNvPr id="6" name="圖片版面配置區 23">
            <a:extLst>
              <a:ext uri="{FF2B5EF4-FFF2-40B4-BE49-F238E27FC236}">
                <a16:creationId xmlns:a16="http://schemas.microsoft.com/office/drawing/2014/main" id="{1C11E74B-70A4-5730-BB04-C2AA1B77F6B7}"/>
              </a:ext>
            </a:extLst>
          </p:cNvPr>
          <p:cNvSpPr>
            <a:spLocks noGrp="1"/>
          </p:cNvSpPr>
          <p:nvPr>
            <p:ph type="pic" sz="quarter" idx="18"/>
          </p:nvPr>
        </p:nvSpPr>
        <p:spPr>
          <a:xfrm>
            <a:off x="611185" y="1384301"/>
            <a:ext cx="5221289" cy="1582738"/>
          </a:xfrm>
        </p:spPr>
        <p:txBody>
          <a:bodyPr/>
          <a:lstStyle/>
          <a:p>
            <a:endParaRPr kumimoji="1" lang="zh-HK" altLang="en-US" dirty="0"/>
          </a:p>
        </p:txBody>
      </p:sp>
      <p:sp>
        <p:nvSpPr>
          <p:cNvPr id="21" name="文字方塊 20">
            <a:extLst>
              <a:ext uri="{FF2B5EF4-FFF2-40B4-BE49-F238E27FC236}">
                <a16:creationId xmlns:a16="http://schemas.microsoft.com/office/drawing/2014/main" id="{3DFB79AB-A2FC-8CFD-274E-2E9D76A04D96}"/>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rgbClr val="000000"/>
                </a:solidFill>
                <a:latin typeface="Avenir Next Demi Bold" panose="020B0503020202020204" pitchFamily="34" charset="0"/>
                <a:ea typeface="+mn-ea"/>
                <a:cs typeface="+mn-cs"/>
              </a:rPr>
              <a:t>CONFIDENTIAL &amp; RESTRICTED BY MRDI</a:t>
            </a:r>
            <a:endParaRPr kumimoji="1" lang="zh-HK" altLang="en-US" sz="700" b="1" i="0" kern="1200" dirty="0">
              <a:solidFill>
                <a:srgbClr val="000000"/>
              </a:solidFill>
              <a:latin typeface="Avenir Next Demi Bold" panose="020B0503020202020204" pitchFamily="34" charset="0"/>
              <a:ea typeface="+mn-ea"/>
              <a:cs typeface="+mn-cs"/>
            </a:endParaRPr>
          </a:p>
        </p:txBody>
      </p:sp>
      <p:sp>
        <p:nvSpPr>
          <p:cNvPr id="22" name="文字版面配置區 2">
            <a:extLst>
              <a:ext uri="{FF2B5EF4-FFF2-40B4-BE49-F238E27FC236}">
                <a16:creationId xmlns:a16="http://schemas.microsoft.com/office/drawing/2014/main" id="{855A9838-7A25-F618-3A92-2FF2B0FC83CA}"/>
              </a:ext>
            </a:extLst>
          </p:cNvPr>
          <p:cNvSpPr>
            <a:spLocks noGrp="1"/>
          </p:cNvSpPr>
          <p:nvPr>
            <p:ph type="body" idx="1" hasCustomPrompt="1"/>
          </p:nvPr>
        </p:nvSpPr>
        <p:spPr>
          <a:xfrm>
            <a:off x="611188" y="528638"/>
            <a:ext cx="6553200" cy="711200"/>
          </a:xfrm>
          <a:prstGeom prst="rect">
            <a:avLst/>
          </a:prstGeom>
        </p:spPr>
        <p:txBody>
          <a:bodyPr>
            <a:noAutofit/>
          </a:bodyPr>
          <a:lstStyle>
            <a:lvl1pPr marL="0" indent="0" algn="l">
              <a:spcBef>
                <a:spcPts val="0"/>
              </a:spcBef>
              <a:buNone/>
              <a:defRPr sz="2400" b="0" i="0">
                <a:solidFill>
                  <a:schemeClr val="bg2"/>
                </a:solidFill>
                <a:latin typeface="Avenir Next Medium"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Headline font in Avenir Next and </a:t>
            </a:r>
            <a:br>
              <a:rPr kumimoji="1" lang="en-US" altLang="zh-TW" dirty="0"/>
            </a:br>
            <a:r>
              <a:rPr kumimoji="1" lang="en-US" altLang="zh-TW" dirty="0"/>
              <a:t>24pt font size which is adjustable</a:t>
            </a:r>
            <a:endParaRPr kumimoji="1" lang="zh-TW" altLang="en-US" dirty="0"/>
          </a:p>
        </p:txBody>
      </p:sp>
      <p:sp>
        <p:nvSpPr>
          <p:cNvPr id="23" name="內容版面配置區 17">
            <a:extLst>
              <a:ext uri="{FF2B5EF4-FFF2-40B4-BE49-F238E27FC236}">
                <a16:creationId xmlns:a16="http://schemas.microsoft.com/office/drawing/2014/main" id="{94F77B21-2EB0-5D20-55FE-B5F647FF4A14}"/>
              </a:ext>
            </a:extLst>
          </p:cNvPr>
          <p:cNvSpPr>
            <a:spLocks noGrp="1"/>
          </p:cNvSpPr>
          <p:nvPr>
            <p:ph sz="quarter" idx="14" hasCustomPrompt="1"/>
          </p:nvPr>
        </p:nvSpPr>
        <p:spPr>
          <a:xfrm>
            <a:off x="611187" y="231775"/>
            <a:ext cx="3889375"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ALL CAP SUBHEADING GOES HERE IN 8PT</a:t>
            </a:r>
            <a:endParaRPr kumimoji="1" lang="zh-HK" altLang="en-US" dirty="0"/>
          </a:p>
        </p:txBody>
      </p:sp>
      <p:sp>
        <p:nvSpPr>
          <p:cNvPr id="30" name="文字版面配置區 23">
            <a:extLst>
              <a:ext uri="{FF2B5EF4-FFF2-40B4-BE49-F238E27FC236}">
                <a16:creationId xmlns:a16="http://schemas.microsoft.com/office/drawing/2014/main" id="{CEF3DE92-7212-7FA9-7B5B-3C5700938A1F}"/>
              </a:ext>
            </a:extLst>
          </p:cNvPr>
          <p:cNvSpPr>
            <a:spLocks noGrp="1"/>
          </p:cNvSpPr>
          <p:nvPr>
            <p:ph type="body" sz="quarter" idx="35" hasCustomPrompt="1"/>
          </p:nvPr>
        </p:nvSpPr>
        <p:spPr>
          <a:xfrm>
            <a:off x="5955767" y="1585428"/>
            <a:ext cx="2577046" cy="2391259"/>
          </a:xfrm>
        </p:spPr>
        <p:txBody>
          <a:bodyPr>
            <a:noAutofit/>
          </a:bodyPr>
          <a:lstStyle>
            <a:lvl1pPr algn="l">
              <a:spcBef>
                <a:spcPts val="0"/>
              </a:spcBef>
              <a:defRPr sz="8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HK" dirty="0"/>
              <a:t>Enter the needed small text here : Lorem Ipsum is simply dummy text of the printing and typesetting industry. Lorem Ipsum has been the industry's standard dummy text ever since the 1500s.</a:t>
            </a:r>
          </a:p>
        </p:txBody>
      </p:sp>
      <p:sp>
        <p:nvSpPr>
          <p:cNvPr id="33" name="內容版面配置區 17">
            <a:extLst>
              <a:ext uri="{FF2B5EF4-FFF2-40B4-BE49-F238E27FC236}">
                <a16:creationId xmlns:a16="http://schemas.microsoft.com/office/drawing/2014/main" id="{C9C9A8CA-F7A7-3FAF-AC6C-58738DC989B7}"/>
              </a:ext>
            </a:extLst>
          </p:cNvPr>
          <p:cNvSpPr>
            <a:spLocks noGrp="1"/>
          </p:cNvSpPr>
          <p:nvPr>
            <p:ph sz="quarter" idx="36" hasCustomPrompt="1"/>
          </p:nvPr>
        </p:nvSpPr>
        <p:spPr>
          <a:xfrm>
            <a:off x="5955768" y="1384301"/>
            <a:ext cx="2577046"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Short title in regular 8pt</a:t>
            </a:r>
            <a:endParaRPr kumimoji="1" lang="zh-HK" altLang="en-US" dirty="0"/>
          </a:p>
        </p:txBody>
      </p:sp>
      <p:sp>
        <p:nvSpPr>
          <p:cNvPr id="34" name="內容版面配置區 17">
            <a:extLst>
              <a:ext uri="{FF2B5EF4-FFF2-40B4-BE49-F238E27FC236}">
                <a16:creationId xmlns:a16="http://schemas.microsoft.com/office/drawing/2014/main" id="{82448C07-DDD4-117D-0783-CBB157D5B32A}"/>
              </a:ext>
            </a:extLst>
          </p:cNvPr>
          <p:cNvSpPr>
            <a:spLocks noGrp="1"/>
          </p:cNvSpPr>
          <p:nvPr>
            <p:ph sz="quarter" idx="32" hasCustomPrompt="1"/>
          </p:nvPr>
        </p:nvSpPr>
        <p:spPr>
          <a:xfrm>
            <a:off x="611185" y="1384300"/>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36" name="內容版面配置區 17">
            <a:extLst>
              <a:ext uri="{FF2B5EF4-FFF2-40B4-BE49-F238E27FC236}">
                <a16:creationId xmlns:a16="http://schemas.microsoft.com/office/drawing/2014/main" id="{8C39E765-0611-90E5-6FA2-3334C296698A}"/>
              </a:ext>
            </a:extLst>
          </p:cNvPr>
          <p:cNvSpPr>
            <a:spLocks noGrp="1"/>
          </p:cNvSpPr>
          <p:nvPr>
            <p:ph sz="quarter" idx="34" hasCustomPrompt="1"/>
          </p:nvPr>
        </p:nvSpPr>
        <p:spPr>
          <a:xfrm>
            <a:off x="611186" y="3116457"/>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37" name="內容版面配置區 17">
            <a:extLst>
              <a:ext uri="{FF2B5EF4-FFF2-40B4-BE49-F238E27FC236}">
                <a16:creationId xmlns:a16="http://schemas.microsoft.com/office/drawing/2014/main" id="{AE4DD2A2-92FE-86D7-50AC-8D35D978AE17}"/>
              </a:ext>
            </a:extLst>
          </p:cNvPr>
          <p:cNvSpPr>
            <a:spLocks noGrp="1"/>
          </p:cNvSpPr>
          <p:nvPr>
            <p:ph sz="quarter" idx="37" hasCustomPrompt="1"/>
          </p:nvPr>
        </p:nvSpPr>
        <p:spPr>
          <a:xfrm>
            <a:off x="3283539" y="3116457"/>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Tree>
    <p:extLst>
      <p:ext uri="{BB962C8B-B14F-4D97-AF65-F5344CB8AC3E}">
        <p14:creationId xmlns:p14="http://schemas.microsoft.com/office/powerpoint/2010/main" val="29140845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3_Content page_1">
    <p:bg>
      <p:bgPr>
        <a:solidFill>
          <a:schemeClr val="tx1"/>
        </a:solidFill>
        <a:effectLst/>
      </p:bgPr>
    </p:bg>
    <p:spTree>
      <p:nvGrpSpPr>
        <p:cNvPr id="1" name=""/>
        <p:cNvGrpSpPr/>
        <p:nvPr/>
      </p:nvGrpSpPr>
      <p:grpSpPr>
        <a:xfrm>
          <a:off x="0" y="0"/>
          <a:ext cx="0" cy="0"/>
          <a:chOff x="0" y="0"/>
          <a:chExt cx="0" cy="0"/>
        </a:xfrm>
      </p:grpSpPr>
      <p:sp>
        <p:nvSpPr>
          <p:cNvPr id="13" name="矩形 12">
            <a:extLst>
              <a:ext uri="{FF2B5EF4-FFF2-40B4-BE49-F238E27FC236}">
                <a16:creationId xmlns:a16="http://schemas.microsoft.com/office/drawing/2014/main" id="{0D7EC9B8-2448-44D1-48FE-B874C292D767}"/>
              </a:ext>
            </a:extLst>
          </p:cNvPr>
          <p:cNvSpPr>
            <a:spLocks noChangeAspect="1"/>
          </p:cNvSpPr>
          <p:nvPr userDrawn="1"/>
        </p:nvSpPr>
        <p:spPr>
          <a:xfrm>
            <a:off x="401514" y="4846519"/>
            <a:ext cx="64800" cy="648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pic>
        <p:nvPicPr>
          <p:cNvPr id="15" name="圖片 14">
            <a:extLst>
              <a:ext uri="{FF2B5EF4-FFF2-40B4-BE49-F238E27FC236}">
                <a16:creationId xmlns:a16="http://schemas.microsoft.com/office/drawing/2014/main" id="{D7581C61-86A2-7ECE-B1AA-3B4253FE29FF}"/>
              </a:ext>
            </a:extLst>
          </p:cNvPr>
          <p:cNvPicPr>
            <a:picLocks noChangeAspect="1"/>
          </p:cNvPicPr>
          <p:nvPr userDrawn="1"/>
        </p:nvPicPr>
        <p:blipFill>
          <a:blip r:embed="rId2"/>
          <a:stretch>
            <a:fillRect/>
          </a:stretch>
        </p:blipFill>
        <p:spPr>
          <a:xfrm>
            <a:off x="7858340" y="4691044"/>
            <a:ext cx="684000" cy="222153"/>
          </a:xfrm>
          <a:prstGeom prst="rect">
            <a:avLst/>
          </a:prstGeom>
        </p:spPr>
      </p:pic>
      <p:sp>
        <p:nvSpPr>
          <p:cNvPr id="16" name="矩形 15">
            <a:extLst>
              <a:ext uri="{FF2B5EF4-FFF2-40B4-BE49-F238E27FC236}">
                <a16:creationId xmlns:a16="http://schemas.microsoft.com/office/drawing/2014/main" id="{9E07604B-DFAB-4F38-10F3-ED1484DD249A}"/>
              </a:ext>
            </a:extLst>
          </p:cNvPr>
          <p:cNvSpPr/>
          <p:nvPr userDrawn="1"/>
        </p:nvSpPr>
        <p:spPr>
          <a:xfrm>
            <a:off x="8677275" y="4838905"/>
            <a:ext cx="72820" cy="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sp>
        <p:nvSpPr>
          <p:cNvPr id="17" name="Page #">
            <a:extLst>
              <a:ext uri="{FF2B5EF4-FFF2-40B4-BE49-F238E27FC236}">
                <a16:creationId xmlns:a16="http://schemas.microsoft.com/office/drawing/2014/main" id="{CC2EF8B8-7DBD-003C-CEF2-54A1BC63357C}"/>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latin typeface="+mj-lt"/>
                <a:ea typeface="Arial" charset="0"/>
                <a:cs typeface="Arial" panose="020B0604020202020204" pitchFamily="34" charset="0"/>
              </a:rPr>
              <a:pPr lvl="0" algn="l">
                <a:lnSpc>
                  <a:spcPts val="1000"/>
                </a:lnSpc>
              </a:pPr>
              <a:t>‹#›</a:t>
            </a:fld>
            <a:endParaRPr lang="en-GB" sz="600" b="0" i="0" dirty="0">
              <a:latin typeface="+mj-lt"/>
              <a:ea typeface="Arial" charset="0"/>
              <a:cs typeface="Arial" panose="020B0604020202020204" pitchFamily="34" charset="0"/>
            </a:endParaRPr>
          </a:p>
        </p:txBody>
      </p:sp>
      <p:sp>
        <p:nvSpPr>
          <p:cNvPr id="24" name="圖片版面配置區 23">
            <a:extLst>
              <a:ext uri="{FF2B5EF4-FFF2-40B4-BE49-F238E27FC236}">
                <a16:creationId xmlns:a16="http://schemas.microsoft.com/office/drawing/2014/main" id="{6749BF15-6C12-41D3-0D8A-CB70EA167EED}"/>
              </a:ext>
            </a:extLst>
          </p:cNvPr>
          <p:cNvSpPr>
            <a:spLocks noGrp="1"/>
          </p:cNvSpPr>
          <p:nvPr>
            <p:ph type="pic" sz="quarter" idx="18"/>
          </p:nvPr>
        </p:nvSpPr>
        <p:spPr>
          <a:xfrm>
            <a:off x="611187" y="1384300"/>
            <a:ext cx="5221288" cy="3230562"/>
          </a:xfrm>
        </p:spPr>
        <p:txBody>
          <a:bodyPr/>
          <a:lstStyle/>
          <a:p>
            <a:endParaRPr kumimoji="1" lang="zh-HK" altLang="en-US" dirty="0"/>
          </a:p>
        </p:txBody>
      </p:sp>
      <p:sp>
        <p:nvSpPr>
          <p:cNvPr id="21" name="文字方塊 20">
            <a:extLst>
              <a:ext uri="{FF2B5EF4-FFF2-40B4-BE49-F238E27FC236}">
                <a16:creationId xmlns:a16="http://schemas.microsoft.com/office/drawing/2014/main" id="{32C5114C-8C67-5E3C-4BDC-9EBFD31FC7C9}"/>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rgbClr val="000000"/>
                </a:solidFill>
                <a:latin typeface="Avenir Next Demi Bold" panose="020B0503020202020204" pitchFamily="34" charset="0"/>
                <a:ea typeface="+mn-ea"/>
                <a:cs typeface="+mn-cs"/>
              </a:rPr>
              <a:t>CONFIDENTIAL &amp; RESTRICTED BY MRDI</a:t>
            </a:r>
            <a:endParaRPr kumimoji="1" lang="zh-HK" altLang="en-US" sz="700" b="1" i="0" kern="1200" dirty="0">
              <a:solidFill>
                <a:srgbClr val="000000"/>
              </a:solidFill>
              <a:latin typeface="Avenir Next Demi Bold" panose="020B0503020202020204" pitchFamily="34" charset="0"/>
              <a:ea typeface="+mn-ea"/>
              <a:cs typeface="+mn-cs"/>
            </a:endParaRPr>
          </a:p>
        </p:txBody>
      </p:sp>
      <p:sp>
        <p:nvSpPr>
          <p:cNvPr id="22" name="文字版面配置區 2">
            <a:extLst>
              <a:ext uri="{FF2B5EF4-FFF2-40B4-BE49-F238E27FC236}">
                <a16:creationId xmlns:a16="http://schemas.microsoft.com/office/drawing/2014/main" id="{0F360932-5BC0-B982-7C4D-9799D7143836}"/>
              </a:ext>
            </a:extLst>
          </p:cNvPr>
          <p:cNvSpPr>
            <a:spLocks noGrp="1"/>
          </p:cNvSpPr>
          <p:nvPr>
            <p:ph type="body" idx="1" hasCustomPrompt="1"/>
          </p:nvPr>
        </p:nvSpPr>
        <p:spPr>
          <a:xfrm>
            <a:off x="611188" y="528638"/>
            <a:ext cx="6553200" cy="711200"/>
          </a:xfrm>
          <a:prstGeom prst="rect">
            <a:avLst/>
          </a:prstGeom>
        </p:spPr>
        <p:txBody>
          <a:bodyPr>
            <a:noAutofit/>
          </a:bodyPr>
          <a:lstStyle>
            <a:lvl1pPr marL="0" indent="0" algn="l">
              <a:spcBef>
                <a:spcPts val="0"/>
              </a:spcBef>
              <a:buNone/>
              <a:defRPr sz="2400" b="0" i="0">
                <a:solidFill>
                  <a:schemeClr val="bg2"/>
                </a:solidFill>
                <a:latin typeface="Avenir Next Medium"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Headline font in Avenir Next and </a:t>
            </a:r>
            <a:br>
              <a:rPr kumimoji="1" lang="en-US" altLang="zh-TW" dirty="0"/>
            </a:br>
            <a:r>
              <a:rPr kumimoji="1" lang="en-US" altLang="zh-TW" dirty="0"/>
              <a:t>24pt font size which is adjustable</a:t>
            </a:r>
            <a:endParaRPr kumimoji="1" lang="zh-TW" altLang="en-US" dirty="0"/>
          </a:p>
        </p:txBody>
      </p:sp>
      <p:sp>
        <p:nvSpPr>
          <p:cNvPr id="25" name="內容版面配置區 17">
            <a:extLst>
              <a:ext uri="{FF2B5EF4-FFF2-40B4-BE49-F238E27FC236}">
                <a16:creationId xmlns:a16="http://schemas.microsoft.com/office/drawing/2014/main" id="{63F61A05-E905-9252-24D6-14A2EAAFB1A4}"/>
              </a:ext>
            </a:extLst>
          </p:cNvPr>
          <p:cNvSpPr>
            <a:spLocks noGrp="1"/>
          </p:cNvSpPr>
          <p:nvPr>
            <p:ph sz="quarter" idx="14" hasCustomPrompt="1"/>
          </p:nvPr>
        </p:nvSpPr>
        <p:spPr>
          <a:xfrm>
            <a:off x="611187" y="231775"/>
            <a:ext cx="3889375"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ALL CAP SUBHEADING GOES HERE IN 8PT</a:t>
            </a:r>
            <a:endParaRPr kumimoji="1" lang="zh-HK" altLang="en-US" dirty="0"/>
          </a:p>
        </p:txBody>
      </p:sp>
      <p:sp>
        <p:nvSpPr>
          <p:cNvPr id="26" name="文字版面配置區 23">
            <a:extLst>
              <a:ext uri="{FF2B5EF4-FFF2-40B4-BE49-F238E27FC236}">
                <a16:creationId xmlns:a16="http://schemas.microsoft.com/office/drawing/2014/main" id="{D8DF0C01-2CE0-7468-7510-3F92CB2CE0D5}"/>
              </a:ext>
            </a:extLst>
          </p:cNvPr>
          <p:cNvSpPr>
            <a:spLocks noGrp="1"/>
          </p:cNvSpPr>
          <p:nvPr>
            <p:ph type="body" sz="quarter" idx="35" hasCustomPrompt="1"/>
          </p:nvPr>
        </p:nvSpPr>
        <p:spPr>
          <a:xfrm>
            <a:off x="5955767" y="1585428"/>
            <a:ext cx="2577046" cy="2391259"/>
          </a:xfrm>
        </p:spPr>
        <p:txBody>
          <a:bodyPr>
            <a:noAutofit/>
          </a:bodyPr>
          <a:lstStyle>
            <a:lvl1pPr algn="l">
              <a:spcBef>
                <a:spcPts val="0"/>
              </a:spcBef>
              <a:defRPr sz="8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HK" dirty="0"/>
              <a:t>Enter the needed small text here : Lorem Ipsum is simply dummy text of the printing and typesetting industry. Lorem Ipsum has been the industry's standard dummy text ever since the 1500s.</a:t>
            </a:r>
          </a:p>
        </p:txBody>
      </p:sp>
      <p:sp>
        <p:nvSpPr>
          <p:cNvPr id="32" name="內容版面配置區 17">
            <a:extLst>
              <a:ext uri="{FF2B5EF4-FFF2-40B4-BE49-F238E27FC236}">
                <a16:creationId xmlns:a16="http://schemas.microsoft.com/office/drawing/2014/main" id="{F8F6F88B-4817-3EFD-9202-093D20C3BAE6}"/>
              </a:ext>
            </a:extLst>
          </p:cNvPr>
          <p:cNvSpPr>
            <a:spLocks noGrp="1"/>
          </p:cNvSpPr>
          <p:nvPr>
            <p:ph sz="quarter" idx="36" hasCustomPrompt="1"/>
          </p:nvPr>
        </p:nvSpPr>
        <p:spPr>
          <a:xfrm>
            <a:off x="5955768" y="1384301"/>
            <a:ext cx="2577046"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Short title in regular 8pt</a:t>
            </a:r>
            <a:endParaRPr kumimoji="1" lang="zh-HK" altLang="en-US" dirty="0"/>
          </a:p>
        </p:txBody>
      </p:sp>
      <p:sp>
        <p:nvSpPr>
          <p:cNvPr id="33" name="內容版面配置區 17">
            <a:extLst>
              <a:ext uri="{FF2B5EF4-FFF2-40B4-BE49-F238E27FC236}">
                <a16:creationId xmlns:a16="http://schemas.microsoft.com/office/drawing/2014/main" id="{A00FD493-5C26-C2D5-3E7D-93B78CBF9F84}"/>
              </a:ext>
            </a:extLst>
          </p:cNvPr>
          <p:cNvSpPr>
            <a:spLocks noGrp="1"/>
          </p:cNvSpPr>
          <p:nvPr>
            <p:ph sz="quarter" idx="32" hasCustomPrompt="1"/>
          </p:nvPr>
        </p:nvSpPr>
        <p:spPr>
          <a:xfrm>
            <a:off x="611185" y="1384300"/>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Tree>
    <p:extLst>
      <p:ext uri="{BB962C8B-B14F-4D97-AF65-F5344CB8AC3E}">
        <p14:creationId xmlns:p14="http://schemas.microsoft.com/office/powerpoint/2010/main" val="257432111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4_Content page_1">
    <p:bg>
      <p:bgPr>
        <a:solidFill>
          <a:schemeClr val="tx1"/>
        </a:solidFill>
        <a:effectLst/>
      </p:bgPr>
    </p:bg>
    <p:spTree>
      <p:nvGrpSpPr>
        <p:cNvPr id="1" name=""/>
        <p:cNvGrpSpPr/>
        <p:nvPr/>
      </p:nvGrpSpPr>
      <p:grpSpPr>
        <a:xfrm>
          <a:off x="0" y="0"/>
          <a:ext cx="0" cy="0"/>
          <a:chOff x="0" y="0"/>
          <a:chExt cx="0" cy="0"/>
        </a:xfrm>
      </p:grpSpPr>
      <p:sp>
        <p:nvSpPr>
          <p:cNvPr id="13" name="矩形 12">
            <a:extLst>
              <a:ext uri="{FF2B5EF4-FFF2-40B4-BE49-F238E27FC236}">
                <a16:creationId xmlns:a16="http://schemas.microsoft.com/office/drawing/2014/main" id="{0D7EC9B8-2448-44D1-48FE-B874C292D767}"/>
              </a:ext>
            </a:extLst>
          </p:cNvPr>
          <p:cNvSpPr>
            <a:spLocks noChangeAspect="1"/>
          </p:cNvSpPr>
          <p:nvPr userDrawn="1"/>
        </p:nvSpPr>
        <p:spPr>
          <a:xfrm>
            <a:off x="401514" y="4846519"/>
            <a:ext cx="64800" cy="648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pic>
        <p:nvPicPr>
          <p:cNvPr id="15" name="圖片 14">
            <a:extLst>
              <a:ext uri="{FF2B5EF4-FFF2-40B4-BE49-F238E27FC236}">
                <a16:creationId xmlns:a16="http://schemas.microsoft.com/office/drawing/2014/main" id="{D7581C61-86A2-7ECE-B1AA-3B4253FE29FF}"/>
              </a:ext>
            </a:extLst>
          </p:cNvPr>
          <p:cNvPicPr>
            <a:picLocks noChangeAspect="1"/>
          </p:cNvPicPr>
          <p:nvPr userDrawn="1"/>
        </p:nvPicPr>
        <p:blipFill>
          <a:blip r:embed="rId2"/>
          <a:stretch>
            <a:fillRect/>
          </a:stretch>
        </p:blipFill>
        <p:spPr>
          <a:xfrm>
            <a:off x="7858340" y="4691044"/>
            <a:ext cx="684000" cy="222153"/>
          </a:xfrm>
          <a:prstGeom prst="rect">
            <a:avLst/>
          </a:prstGeom>
        </p:spPr>
      </p:pic>
      <p:sp>
        <p:nvSpPr>
          <p:cNvPr id="16" name="矩形 15">
            <a:extLst>
              <a:ext uri="{FF2B5EF4-FFF2-40B4-BE49-F238E27FC236}">
                <a16:creationId xmlns:a16="http://schemas.microsoft.com/office/drawing/2014/main" id="{9E07604B-DFAB-4F38-10F3-ED1484DD249A}"/>
              </a:ext>
            </a:extLst>
          </p:cNvPr>
          <p:cNvSpPr/>
          <p:nvPr userDrawn="1"/>
        </p:nvSpPr>
        <p:spPr>
          <a:xfrm>
            <a:off x="8677275" y="4838905"/>
            <a:ext cx="72820" cy="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sp>
        <p:nvSpPr>
          <p:cNvPr id="17" name="Page #">
            <a:extLst>
              <a:ext uri="{FF2B5EF4-FFF2-40B4-BE49-F238E27FC236}">
                <a16:creationId xmlns:a16="http://schemas.microsoft.com/office/drawing/2014/main" id="{CC2EF8B8-7DBD-003C-CEF2-54A1BC63357C}"/>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latin typeface="+mj-lt"/>
                <a:ea typeface="Arial" charset="0"/>
                <a:cs typeface="Arial" panose="020B0604020202020204" pitchFamily="34" charset="0"/>
              </a:rPr>
              <a:pPr lvl="0" algn="l">
                <a:lnSpc>
                  <a:spcPts val="1000"/>
                </a:lnSpc>
              </a:pPr>
              <a:t>‹#›</a:t>
            </a:fld>
            <a:endParaRPr lang="en-GB" sz="600" b="0" i="0" dirty="0">
              <a:latin typeface="+mj-lt"/>
              <a:ea typeface="Arial" charset="0"/>
              <a:cs typeface="Arial" panose="020B0604020202020204" pitchFamily="34" charset="0"/>
            </a:endParaRPr>
          </a:p>
        </p:txBody>
      </p:sp>
      <p:sp>
        <p:nvSpPr>
          <p:cNvPr id="7" name="文字方塊 6">
            <a:extLst>
              <a:ext uri="{FF2B5EF4-FFF2-40B4-BE49-F238E27FC236}">
                <a16:creationId xmlns:a16="http://schemas.microsoft.com/office/drawing/2014/main" id="{AA2C723E-4EEC-B077-4FD9-22E806A1A53A}"/>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rgbClr val="000000"/>
                </a:solidFill>
                <a:latin typeface="Avenir Next Demi Bold" panose="020B0503020202020204" pitchFamily="34" charset="0"/>
                <a:ea typeface="+mn-ea"/>
                <a:cs typeface="+mn-cs"/>
              </a:rPr>
              <a:t>CONFIDENTIAL &amp; RESTRICTED BY MRDI</a:t>
            </a:r>
            <a:endParaRPr kumimoji="1" lang="zh-HK" altLang="en-US" sz="700" b="1" i="0" kern="1200" dirty="0">
              <a:solidFill>
                <a:srgbClr val="000000"/>
              </a:solidFill>
              <a:latin typeface="Avenir Next Demi Bold" panose="020B0503020202020204" pitchFamily="34" charset="0"/>
              <a:ea typeface="+mn-ea"/>
              <a:cs typeface="+mn-cs"/>
            </a:endParaRPr>
          </a:p>
        </p:txBody>
      </p:sp>
      <p:sp>
        <p:nvSpPr>
          <p:cNvPr id="8" name="文字版面配置區 2">
            <a:extLst>
              <a:ext uri="{FF2B5EF4-FFF2-40B4-BE49-F238E27FC236}">
                <a16:creationId xmlns:a16="http://schemas.microsoft.com/office/drawing/2014/main" id="{49B99673-0AFE-D713-1D66-B68EA4EB8421}"/>
              </a:ext>
            </a:extLst>
          </p:cNvPr>
          <p:cNvSpPr>
            <a:spLocks noGrp="1"/>
          </p:cNvSpPr>
          <p:nvPr>
            <p:ph type="body" idx="1" hasCustomPrompt="1"/>
          </p:nvPr>
        </p:nvSpPr>
        <p:spPr>
          <a:xfrm>
            <a:off x="611187" y="528638"/>
            <a:ext cx="6553200" cy="711200"/>
          </a:xfrm>
          <a:prstGeom prst="rect">
            <a:avLst/>
          </a:prstGeom>
        </p:spPr>
        <p:txBody>
          <a:bodyPr>
            <a:noAutofit/>
          </a:bodyPr>
          <a:lstStyle>
            <a:lvl1pPr marL="0" indent="0" algn="l">
              <a:spcBef>
                <a:spcPts val="0"/>
              </a:spcBef>
              <a:buNone/>
              <a:defRPr sz="2400" b="0" i="0">
                <a:solidFill>
                  <a:schemeClr val="bg2"/>
                </a:solidFill>
                <a:latin typeface="Avenir Next Medium"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Headline font in Avenir Next and </a:t>
            </a:r>
            <a:br>
              <a:rPr kumimoji="1" lang="en-US" altLang="zh-TW" dirty="0"/>
            </a:br>
            <a:r>
              <a:rPr kumimoji="1" lang="en-US" altLang="zh-TW" dirty="0"/>
              <a:t>24pt font size which is adjustable</a:t>
            </a:r>
            <a:endParaRPr kumimoji="1" lang="zh-TW" altLang="en-US" dirty="0"/>
          </a:p>
        </p:txBody>
      </p:sp>
      <p:sp>
        <p:nvSpPr>
          <p:cNvPr id="9" name="內容版面配置區 17">
            <a:extLst>
              <a:ext uri="{FF2B5EF4-FFF2-40B4-BE49-F238E27FC236}">
                <a16:creationId xmlns:a16="http://schemas.microsoft.com/office/drawing/2014/main" id="{81B211A6-E404-B71F-B8CF-34D2DEDAE21E}"/>
              </a:ext>
            </a:extLst>
          </p:cNvPr>
          <p:cNvSpPr>
            <a:spLocks noGrp="1"/>
          </p:cNvSpPr>
          <p:nvPr>
            <p:ph sz="quarter" idx="14" hasCustomPrompt="1"/>
          </p:nvPr>
        </p:nvSpPr>
        <p:spPr>
          <a:xfrm>
            <a:off x="611187" y="231775"/>
            <a:ext cx="3889375"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ALL CAP SUBHEADING GOES HERE IN 8PT</a:t>
            </a:r>
            <a:endParaRPr kumimoji="1" lang="zh-HK" altLang="en-US" dirty="0"/>
          </a:p>
        </p:txBody>
      </p:sp>
      <p:sp>
        <p:nvSpPr>
          <p:cNvPr id="10" name="文字版面配置區 23">
            <a:extLst>
              <a:ext uri="{FF2B5EF4-FFF2-40B4-BE49-F238E27FC236}">
                <a16:creationId xmlns:a16="http://schemas.microsoft.com/office/drawing/2014/main" id="{7ED65F06-3D0F-0C5D-A00D-A1EA41FF93AB}"/>
              </a:ext>
            </a:extLst>
          </p:cNvPr>
          <p:cNvSpPr>
            <a:spLocks noGrp="1"/>
          </p:cNvSpPr>
          <p:nvPr>
            <p:ph type="body" sz="quarter" idx="35" hasCustomPrompt="1"/>
          </p:nvPr>
        </p:nvSpPr>
        <p:spPr>
          <a:xfrm>
            <a:off x="3290476" y="1585428"/>
            <a:ext cx="5242335" cy="2391259"/>
          </a:xfrm>
        </p:spPr>
        <p:txBody>
          <a:bodyPr>
            <a:noAutofit/>
          </a:bodyPr>
          <a:lstStyle>
            <a:lvl1pPr algn="l">
              <a:spcBef>
                <a:spcPts val="0"/>
              </a:spcBef>
              <a:defRPr sz="8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marL="0" marR="0" lvl="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1" lang="en-US" altLang="zh-HK" dirty="0"/>
              <a:t>Enter the needed small text here : Lorem Ipsum is simply dummy text of the printing and typesetting industry. Lorem Ipsum has been the industry's standard dummy text ever since the 1500s. Enter the needed small text here : Lorem Ipsum is simply dummy text of the printing and typesetting industry. Lorem Ipsum has been the industry's standard dummy text ever since the 1500s.</a:t>
            </a:r>
          </a:p>
          <a:p>
            <a:pPr marL="0" marR="0" lvl="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1" lang="en-US" altLang="zh-HK" dirty="0"/>
          </a:p>
          <a:p>
            <a:pPr marL="0" marR="0" lvl="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1" lang="en-US" altLang="zh-HK" dirty="0"/>
              <a:t>Enter the needed small text here : Lorem Ipsum is simply dummy text of the printing and typesetting industry. Lorem Ipsum has been the industry's standard dummy text ever since the 1500s. Enter the needed small text here : Lorem Ipsum is simply dummy text of the printing and typesetting industry. Lorem Ipsum has been the industry's standard dummy text ever since the 1500s.</a:t>
            </a:r>
          </a:p>
          <a:p>
            <a:pPr marL="0" marR="0" lvl="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1" lang="en-US" altLang="zh-HK" dirty="0"/>
          </a:p>
          <a:p>
            <a:pPr lvl="0"/>
            <a:endParaRPr kumimoji="1" lang="en-US" altLang="zh-HK" dirty="0"/>
          </a:p>
        </p:txBody>
      </p:sp>
      <p:sp>
        <p:nvSpPr>
          <p:cNvPr id="11" name="內容版面配置區 17">
            <a:extLst>
              <a:ext uri="{FF2B5EF4-FFF2-40B4-BE49-F238E27FC236}">
                <a16:creationId xmlns:a16="http://schemas.microsoft.com/office/drawing/2014/main" id="{D4B4B519-6C28-BF33-3CB7-EFF6B3EFBF1B}"/>
              </a:ext>
            </a:extLst>
          </p:cNvPr>
          <p:cNvSpPr>
            <a:spLocks noGrp="1"/>
          </p:cNvSpPr>
          <p:nvPr>
            <p:ph sz="quarter" idx="36" hasCustomPrompt="1"/>
          </p:nvPr>
        </p:nvSpPr>
        <p:spPr>
          <a:xfrm>
            <a:off x="3290477" y="1384301"/>
            <a:ext cx="4004086"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Short title in regular 8pt</a:t>
            </a:r>
            <a:endParaRPr kumimoji="1" lang="zh-HK" altLang="en-US" dirty="0"/>
          </a:p>
        </p:txBody>
      </p:sp>
      <p:sp>
        <p:nvSpPr>
          <p:cNvPr id="12" name="文字版面配置區 23">
            <a:extLst>
              <a:ext uri="{FF2B5EF4-FFF2-40B4-BE49-F238E27FC236}">
                <a16:creationId xmlns:a16="http://schemas.microsoft.com/office/drawing/2014/main" id="{8E367ED7-2099-AAF5-C304-43579243B5BB}"/>
              </a:ext>
            </a:extLst>
          </p:cNvPr>
          <p:cNvSpPr>
            <a:spLocks noGrp="1"/>
          </p:cNvSpPr>
          <p:nvPr>
            <p:ph type="body" sz="quarter" idx="37" hasCustomPrompt="1"/>
          </p:nvPr>
        </p:nvSpPr>
        <p:spPr>
          <a:xfrm>
            <a:off x="611188" y="1585428"/>
            <a:ext cx="2555876" cy="2391259"/>
          </a:xfrm>
        </p:spPr>
        <p:txBody>
          <a:bodyPr>
            <a:noAutofit/>
          </a:bodyPr>
          <a:lstStyle>
            <a:lvl1pPr algn="l">
              <a:spcBef>
                <a:spcPts val="0"/>
              </a:spcBef>
              <a:defRPr sz="8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marL="0" marR="0" lvl="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1" lang="en-US" altLang="zh-HK" dirty="0"/>
              <a:t>Enter the needed small text here : Lorem Ipsum is simply dummy text of the printing and typesetting industry. Lorem Ipsum has been the industry's standard dummy text ever since the 1500s. Enter the needed small text here : Lorem Ipsum is simply dummy text of the printing and typesetting industry. Lorem Ipsum has been the industry's standard dummy text ever since the 1500s.</a:t>
            </a:r>
          </a:p>
          <a:p>
            <a:pPr marL="0" marR="0" lvl="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1" lang="en-US" altLang="zh-HK" dirty="0"/>
          </a:p>
          <a:p>
            <a:pPr marL="0" marR="0" lvl="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1" lang="en-US" altLang="zh-HK" dirty="0"/>
              <a:t>Enter the needed small text here : Lorem Ipsum is simply dummy text of the printing and typesetting industry. Lorem Ipsum has been the industry's standard dummy text ever since the 1500s. Enter the needed small text here : Lorem Ipsum is simply dummy text of the printing and typesetting industry. Lorem Ipsum has been the industry's standard dummy text ever since the 1500s.</a:t>
            </a:r>
          </a:p>
          <a:p>
            <a:pPr marL="0" marR="0" lvl="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1" lang="en-US" altLang="zh-HK" dirty="0"/>
          </a:p>
          <a:p>
            <a:pPr lvl="0"/>
            <a:endParaRPr kumimoji="1" lang="en-US" altLang="zh-HK" dirty="0"/>
          </a:p>
        </p:txBody>
      </p:sp>
      <p:sp>
        <p:nvSpPr>
          <p:cNvPr id="20" name="內容版面配置區 17">
            <a:extLst>
              <a:ext uri="{FF2B5EF4-FFF2-40B4-BE49-F238E27FC236}">
                <a16:creationId xmlns:a16="http://schemas.microsoft.com/office/drawing/2014/main" id="{D698AF5C-12C9-1828-C647-A98D5BFFF00B}"/>
              </a:ext>
            </a:extLst>
          </p:cNvPr>
          <p:cNvSpPr>
            <a:spLocks noGrp="1"/>
          </p:cNvSpPr>
          <p:nvPr>
            <p:ph sz="quarter" idx="38" hasCustomPrompt="1"/>
          </p:nvPr>
        </p:nvSpPr>
        <p:spPr>
          <a:xfrm>
            <a:off x="611187" y="1384301"/>
            <a:ext cx="2555876"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Short title in regular 8pt</a:t>
            </a:r>
            <a:endParaRPr kumimoji="1" lang="zh-HK" altLang="en-US" dirty="0"/>
          </a:p>
        </p:txBody>
      </p:sp>
    </p:spTree>
    <p:extLst>
      <p:ext uri="{BB962C8B-B14F-4D97-AF65-F5344CB8AC3E}">
        <p14:creationId xmlns:p14="http://schemas.microsoft.com/office/powerpoint/2010/main" val="6648374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_Content page_1">
    <p:bg>
      <p:bgPr>
        <a:solidFill>
          <a:schemeClr val="tx1"/>
        </a:solidFill>
        <a:effectLst/>
      </p:bgPr>
    </p:bg>
    <p:spTree>
      <p:nvGrpSpPr>
        <p:cNvPr id="1" name=""/>
        <p:cNvGrpSpPr/>
        <p:nvPr/>
      </p:nvGrpSpPr>
      <p:grpSpPr>
        <a:xfrm>
          <a:off x="0" y="0"/>
          <a:ext cx="0" cy="0"/>
          <a:chOff x="0" y="0"/>
          <a:chExt cx="0" cy="0"/>
        </a:xfrm>
      </p:grpSpPr>
      <p:sp>
        <p:nvSpPr>
          <p:cNvPr id="13" name="矩形 12">
            <a:extLst>
              <a:ext uri="{FF2B5EF4-FFF2-40B4-BE49-F238E27FC236}">
                <a16:creationId xmlns:a16="http://schemas.microsoft.com/office/drawing/2014/main" id="{0D7EC9B8-2448-44D1-48FE-B874C292D767}"/>
              </a:ext>
            </a:extLst>
          </p:cNvPr>
          <p:cNvSpPr>
            <a:spLocks noChangeAspect="1"/>
          </p:cNvSpPr>
          <p:nvPr userDrawn="1"/>
        </p:nvSpPr>
        <p:spPr>
          <a:xfrm>
            <a:off x="401514" y="4846519"/>
            <a:ext cx="64800" cy="648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pic>
        <p:nvPicPr>
          <p:cNvPr id="15" name="圖片 14">
            <a:extLst>
              <a:ext uri="{FF2B5EF4-FFF2-40B4-BE49-F238E27FC236}">
                <a16:creationId xmlns:a16="http://schemas.microsoft.com/office/drawing/2014/main" id="{D7581C61-86A2-7ECE-B1AA-3B4253FE29FF}"/>
              </a:ext>
            </a:extLst>
          </p:cNvPr>
          <p:cNvPicPr>
            <a:picLocks noChangeAspect="1"/>
          </p:cNvPicPr>
          <p:nvPr userDrawn="1"/>
        </p:nvPicPr>
        <p:blipFill>
          <a:blip r:embed="rId2"/>
          <a:stretch>
            <a:fillRect/>
          </a:stretch>
        </p:blipFill>
        <p:spPr>
          <a:xfrm>
            <a:off x="7858340" y="4691044"/>
            <a:ext cx="684000" cy="222153"/>
          </a:xfrm>
          <a:prstGeom prst="rect">
            <a:avLst/>
          </a:prstGeom>
        </p:spPr>
      </p:pic>
      <p:sp>
        <p:nvSpPr>
          <p:cNvPr id="16" name="矩形 15">
            <a:extLst>
              <a:ext uri="{FF2B5EF4-FFF2-40B4-BE49-F238E27FC236}">
                <a16:creationId xmlns:a16="http://schemas.microsoft.com/office/drawing/2014/main" id="{9E07604B-DFAB-4F38-10F3-ED1484DD249A}"/>
              </a:ext>
            </a:extLst>
          </p:cNvPr>
          <p:cNvSpPr/>
          <p:nvPr userDrawn="1"/>
        </p:nvSpPr>
        <p:spPr>
          <a:xfrm>
            <a:off x="8677275" y="4838905"/>
            <a:ext cx="72820" cy="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sp>
        <p:nvSpPr>
          <p:cNvPr id="17" name="Page #">
            <a:extLst>
              <a:ext uri="{FF2B5EF4-FFF2-40B4-BE49-F238E27FC236}">
                <a16:creationId xmlns:a16="http://schemas.microsoft.com/office/drawing/2014/main" id="{CC2EF8B8-7DBD-003C-CEF2-54A1BC63357C}"/>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latin typeface="+mj-lt"/>
                <a:ea typeface="Arial" charset="0"/>
                <a:cs typeface="Arial" panose="020B0604020202020204" pitchFamily="34" charset="0"/>
              </a:rPr>
              <a:pPr lvl="0" algn="l">
                <a:lnSpc>
                  <a:spcPts val="1000"/>
                </a:lnSpc>
              </a:pPr>
              <a:t>‹#›</a:t>
            </a:fld>
            <a:endParaRPr lang="en-GB" sz="600" b="0" i="0" dirty="0">
              <a:latin typeface="+mj-lt"/>
              <a:ea typeface="Arial" charset="0"/>
              <a:cs typeface="Arial" panose="020B0604020202020204" pitchFamily="34" charset="0"/>
            </a:endParaRPr>
          </a:p>
        </p:txBody>
      </p:sp>
      <p:sp>
        <p:nvSpPr>
          <p:cNvPr id="24" name="圖片版面配置區 23">
            <a:extLst>
              <a:ext uri="{FF2B5EF4-FFF2-40B4-BE49-F238E27FC236}">
                <a16:creationId xmlns:a16="http://schemas.microsoft.com/office/drawing/2014/main" id="{6749BF15-6C12-41D3-0D8A-CB70EA167EED}"/>
              </a:ext>
            </a:extLst>
          </p:cNvPr>
          <p:cNvSpPr>
            <a:spLocks noGrp="1"/>
          </p:cNvSpPr>
          <p:nvPr>
            <p:ph type="pic" sz="quarter" idx="18"/>
          </p:nvPr>
        </p:nvSpPr>
        <p:spPr>
          <a:xfrm>
            <a:off x="611186" y="1384300"/>
            <a:ext cx="3889376" cy="2439987"/>
          </a:xfrm>
        </p:spPr>
        <p:txBody>
          <a:bodyPr/>
          <a:lstStyle/>
          <a:p>
            <a:endParaRPr kumimoji="1" lang="zh-HK" altLang="en-US" dirty="0"/>
          </a:p>
        </p:txBody>
      </p:sp>
      <p:sp>
        <p:nvSpPr>
          <p:cNvPr id="28" name="圖片版面配置區 23">
            <a:extLst>
              <a:ext uri="{FF2B5EF4-FFF2-40B4-BE49-F238E27FC236}">
                <a16:creationId xmlns:a16="http://schemas.microsoft.com/office/drawing/2014/main" id="{1D26FA89-4A9F-E81E-2042-FB3BAFBFB3E2}"/>
              </a:ext>
            </a:extLst>
          </p:cNvPr>
          <p:cNvSpPr>
            <a:spLocks noGrp="1"/>
          </p:cNvSpPr>
          <p:nvPr>
            <p:ph type="pic" sz="quarter" idx="20"/>
          </p:nvPr>
        </p:nvSpPr>
        <p:spPr>
          <a:xfrm>
            <a:off x="4581158" y="1384300"/>
            <a:ext cx="3951653" cy="2439987"/>
          </a:xfrm>
        </p:spPr>
        <p:txBody>
          <a:bodyPr/>
          <a:lstStyle/>
          <a:p>
            <a:endParaRPr kumimoji="1" lang="zh-HK" altLang="en-US" dirty="0"/>
          </a:p>
        </p:txBody>
      </p:sp>
      <p:sp>
        <p:nvSpPr>
          <p:cNvPr id="6" name="文字方塊 5">
            <a:extLst>
              <a:ext uri="{FF2B5EF4-FFF2-40B4-BE49-F238E27FC236}">
                <a16:creationId xmlns:a16="http://schemas.microsoft.com/office/drawing/2014/main" id="{200DDA9A-576E-7333-A1DF-0F856C8AE00D}"/>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rgbClr val="000000"/>
                </a:solidFill>
                <a:latin typeface="Avenir Next Demi Bold" panose="020B0503020202020204" pitchFamily="34" charset="0"/>
                <a:ea typeface="+mn-ea"/>
                <a:cs typeface="+mn-cs"/>
              </a:rPr>
              <a:t>CONFIDENTIAL &amp; RESTRICTED BY MRDI</a:t>
            </a:r>
            <a:endParaRPr kumimoji="1" lang="zh-HK" altLang="en-US" sz="700" b="1" i="0" kern="1200" dirty="0">
              <a:solidFill>
                <a:srgbClr val="000000"/>
              </a:solidFill>
              <a:latin typeface="Avenir Next Demi Bold" panose="020B0503020202020204" pitchFamily="34" charset="0"/>
              <a:ea typeface="+mn-ea"/>
              <a:cs typeface="+mn-cs"/>
            </a:endParaRPr>
          </a:p>
        </p:txBody>
      </p:sp>
      <p:sp>
        <p:nvSpPr>
          <p:cNvPr id="7" name="文字版面配置區 2">
            <a:extLst>
              <a:ext uri="{FF2B5EF4-FFF2-40B4-BE49-F238E27FC236}">
                <a16:creationId xmlns:a16="http://schemas.microsoft.com/office/drawing/2014/main" id="{DA93E440-9FE4-6440-CE33-46DB01981129}"/>
              </a:ext>
            </a:extLst>
          </p:cNvPr>
          <p:cNvSpPr>
            <a:spLocks noGrp="1"/>
          </p:cNvSpPr>
          <p:nvPr>
            <p:ph type="body" idx="1" hasCustomPrompt="1"/>
          </p:nvPr>
        </p:nvSpPr>
        <p:spPr>
          <a:xfrm>
            <a:off x="611188" y="528638"/>
            <a:ext cx="6553200" cy="711200"/>
          </a:xfrm>
          <a:prstGeom prst="rect">
            <a:avLst/>
          </a:prstGeom>
        </p:spPr>
        <p:txBody>
          <a:bodyPr>
            <a:noAutofit/>
          </a:bodyPr>
          <a:lstStyle>
            <a:lvl1pPr marL="0" indent="0" algn="l">
              <a:spcBef>
                <a:spcPts val="0"/>
              </a:spcBef>
              <a:buNone/>
              <a:defRPr sz="2400" b="0" i="0">
                <a:solidFill>
                  <a:schemeClr val="bg2"/>
                </a:solidFill>
                <a:latin typeface="Avenir Next Medium"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Headline font in Avenir Next and </a:t>
            </a:r>
            <a:br>
              <a:rPr kumimoji="1" lang="en-US" altLang="zh-TW" dirty="0"/>
            </a:br>
            <a:r>
              <a:rPr kumimoji="1" lang="en-US" altLang="zh-TW" dirty="0"/>
              <a:t>24pt font size which is adjustable</a:t>
            </a:r>
            <a:endParaRPr kumimoji="1" lang="zh-TW" altLang="en-US" dirty="0"/>
          </a:p>
        </p:txBody>
      </p:sp>
      <p:sp>
        <p:nvSpPr>
          <p:cNvPr id="8" name="內容版面配置區 17">
            <a:extLst>
              <a:ext uri="{FF2B5EF4-FFF2-40B4-BE49-F238E27FC236}">
                <a16:creationId xmlns:a16="http://schemas.microsoft.com/office/drawing/2014/main" id="{D3DF9AB9-51AC-86DE-CA6E-AB215B1D4B72}"/>
              </a:ext>
            </a:extLst>
          </p:cNvPr>
          <p:cNvSpPr>
            <a:spLocks noGrp="1"/>
          </p:cNvSpPr>
          <p:nvPr>
            <p:ph sz="quarter" idx="14" hasCustomPrompt="1"/>
          </p:nvPr>
        </p:nvSpPr>
        <p:spPr>
          <a:xfrm>
            <a:off x="611187" y="231775"/>
            <a:ext cx="3889375"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ALL CAP SUBHEADING GOES HERE IN 8PT</a:t>
            </a:r>
            <a:endParaRPr kumimoji="1" lang="zh-HK" altLang="en-US" dirty="0"/>
          </a:p>
        </p:txBody>
      </p:sp>
      <p:sp>
        <p:nvSpPr>
          <p:cNvPr id="9" name="內容版面配置區 17">
            <a:extLst>
              <a:ext uri="{FF2B5EF4-FFF2-40B4-BE49-F238E27FC236}">
                <a16:creationId xmlns:a16="http://schemas.microsoft.com/office/drawing/2014/main" id="{526698DD-96B8-B3D7-3420-E543B36B3510}"/>
              </a:ext>
            </a:extLst>
          </p:cNvPr>
          <p:cNvSpPr>
            <a:spLocks noGrp="1"/>
          </p:cNvSpPr>
          <p:nvPr>
            <p:ph sz="quarter" idx="32" hasCustomPrompt="1"/>
          </p:nvPr>
        </p:nvSpPr>
        <p:spPr>
          <a:xfrm>
            <a:off x="611185" y="1384300"/>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10" name="內容版面配置區 17">
            <a:extLst>
              <a:ext uri="{FF2B5EF4-FFF2-40B4-BE49-F238E27FC236}">
                <a16:creationId xmlns:a16="http://schemas.microsoft.com/office/drawing/2014/main" id="{8C437B62-DA35-958C-CC65-87C847FA1E20}"/>
              </a:ext>
            </a:extLst>
          </p:cNvPr>
          <p:cNvSpPr>
            <a:spLocks noGrp="1"/>
          </p:cNvSpPr>
          <p:nvPr>
            <p:ph sz="quarter" idx="33" hasCustomPrompt="1"/>
          </p:nvPr>
        </p:nvSpPr>
        <p:spPr>
          <a:xfrm>
            <a:off x="4581158" y="1384300"/>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11" name="文字版面配置區 23">
            <a:extLst>
              <a:ext uri="{FF2B5EF4-FFF2-40B4-BE49-F238E27FC236}">
                <a16:creationId xmlns:a16="http://schemas.microsoft.com/office/drawing/2014/main" id="{5B36DAEB-63F2-558C-492F-BD25E77F7839}"/>
              </a:ext>
            </a:extLst>
          </p:cNvPr>
          <p:cNvSpPr>
            <a:spLocks noGrp="1"/>
          </p:cNvSpPr>
          <p:nvPr>
            <p:ph type="body" sz="quarter" idx="35" hasCustomPrompt="1"/>
          </p:nvPr>
        </p:nvSpPr>
        <p:spPr>
          <a:xfrm>
            <a:off x="4581157" y="3976689"/>
            <a:ext cx="3951653" cy="647700"/>
          </a:xfrm>
        </p:spPr>
        <p:txBody>
          <a:bodyPr>
            <a:noAutofit/>
          </a:bodyPr>
          <a:lstStyle>
            <a:lvl1pPr algn="l">
              <a:spcBef>
                <a:spcPts val="0"/>
              </a:spcBef>
              <a:defRPr sz="8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HK" dirty="0"/>
              <a:t>Enter the needed small text here : Lorem Ipsum is simply dummy text of the printing and typesetting industry. Lorem Ipsum has been the industry's standard dummy text ever since the 1500s.</a:t>
            </a:r>
          </a:p>
        </p:txBody>
      </p:sp>
      <p:sp>
        <p:nvSpPr>
          <p:cNvPr id="12" name="文字版面配置區 23">
            <a:extLst>
              <a:ext uri="{FF2B5EF4-FFF2-40B4-BE49-F238E27FC236}">
                <a16:creationId xmlns:a16="http://schemas.microsoft.com/office/drawing/2014/main" id="{2BB6FBEC-2714-E23C-FD8E-5AC66CCB9A6B}"/>
              </a:ext>
            </a:extLst>
          </p:cNvPr>
          <p:cNvSpPr>
            <a:spLocks noGrp="1"/>
          </p:cNvSpPr>
          <p:nvPr>
            <p:ph type="body" sz="quarter" idx="36" hasCustomPrompt="1"/>
          </p:nvPr>
        </p:nvSpPr>
        <p:spPr>
          <a:xfrm>
            <a:off x="611185" y="3976689"/>
            <a:ext cx="3889378" cy="647700"/>
          </a:xfrm>
        </p:spPr>
        <p:txBody>
          <a:bodyPr>
            <a:noAutofit/>
          </a:bodyPr>
          <a:lstStyle>
            <a:lvl1pPr algn="l">
              <a:spcBef>
                <a:spcPts val="0"/>
              </a:spcBef>
              <a:defRPr sz="8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HK" dirty="0"/>
              <a:t>Enter the needed small text here : Lorem Ipsum is simply dummy text of the printing and typesetting industry. Lorem Ipsum has been the industry's standard dummy text ever since the 1500s.</a:t>
            </a:r>
          </a:p>
        </p:txBody>
      </p:sp>
    </p:spTree>
    <p:extLst>
      <p:ext uri="{BB962C8B-B14F-4D97-AF65-F5344CB8AC3E}">
        <p14:creationId xmlns:p14="http://schemas.microsoft.com/office/powerpoint/2010/main" val="274769637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ontent page_2">
    <p:bg>
      <p:bgPr>
        <a:solidFill>
          <a:schemeClr val="tx1"/>
        </a:solidFill>
        <a:effectLst/>
      </p:bgPr>
    </p:bg>
    <p:spTree>
      <p:nvGrpSpPr>
        <p:cNvPr id="1" name=""/>
        <p:cNvGrpSpPr/>
        <p:nvPr/>
      </p:nvGrpSpPr>
      <p:grpSpPr>
        <a:xfrm>
          <a:off x="0" y="0"/>
          <a:ext cx="0" cy="0"/>
          <a:chOff x="0" y="0"/>
          <a:chExt cx="0" cy="0"/>
        </a:xfrm>
      </p:grpSpPr>
      <p:sp>
        <p:nvSpPr>
          <p:cNvPr id="35" name="SmartArt 版面配置區 34">
            <a:extLst>
              <a:ext uri="{FF2B5EF4-FFF2-40B4-BE49-F238E27FC236}">
                <a16:creationId xmlns:a16="http://schemas.microsoft.com/office/drawing/2014/main" id="{BD0DE52C-E097-8C6F-36AC-A955C8016F28}"/>
              </a:ext>
            </a:extLst>
          </p:cNvPr>
          <p:cNvSpPr>
            <a:spLocks noGrp="1"/>
          </p:cNvSpPr>
          <p:nvPr>
            <p:ph type="dgm" sz="quarter" idx="27"/>
          </p:nvPr>
        </p:nvSpPr>
        <p:spPr>
          <a:xfrm>
            <a:off x="5949950" y="3976688"/>
            <a:ext cx="2583229" cy="647700"/>
          </a:xfrm>
        </p:spPr>
        <p:txBody>
          <a:bodyPr/>
          <a:lstStyle/>
          <a:p>
            <a:endParaRPr kumimoji="1" lang="zh-HK" altLang="en-US"/>
          </a:p>
        </p:txBody>
      </p:sp>
      <p:sp>
        <p:nvSpPr>
          <p:cNvPr id="33" name="圖表版面配置區 32">
            <a:extLst>
              <a:ext uri="{FF2B5EF4-FFF2-40B4-BE49-F238E27FC236}">
                <a16:creationId xmlns:a16="http://schemas.microsoft.com/office/drawing/2014/main" id="{DC1855D6-4403-526F-72C6-4019FF65788E}"/>
              </a:ext>
            </a:extLst>
          </p:cNvPr>
          <p:cNvSpPr>
            <a:spLocks noGrp="1"/>
          </p:cNvSpPr>
          <p:nvPr>
            <p:ph type="chart" sz="quarter" idx="26"/>
          </p:nvPr>
        </p:nvSpPr>
        <p:spPr>
          <a:xfrm>
            <a:off x="611188" y="1392238"/>
            <a:ext cx="5000258" cy="3240000"/>
          </a:xfrm>
        </p:spPr>
        <p:txBody>
          <a:bodyPr/>
          <a:lstStyle/>
          <a:p>
            <a:endParaRPr kumimoji="1" lang="zh-HK" altLang="en-US" dirty="0"/>
          </a:p>
        </p:txBody>
      </p:sp>
      <p:sp>
        <p:nvSpPr>
          <p:cNvPr id="13" name="矩形 12">
            <a:extLst>
              <a:ext uri="{FF2B5EF4-FFF2-40B4-BE49-F238E27FC236}">
                <a16:creationId xmlns:a16="http://schemas.microsoft.com/office/drawing/2014/main" id="{0D7EC9B8-2448-44D1-48FE-B874C292D767}"/>
              </a:ext>
            </a:extLst>
          </p:cNvPr>
          <p:cNvSpPr>
            <a:spLocks noChangeAspect="1"/>
          </p:cNvSpPr>
          <p:nvPr userDrawn="1"/>
        </p:nvSpPr>
        <p:spPr>
          <a:xfrm>
            <a:off x="401514" y="4846519"/>
            <a:ext cx="64800" cy="648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pic>
        <p:nvPicPr>
          <p:cNvPr id="15" name="圖片 14">
            <a:extLst>
              <a:ext uri="{FF2B5EF4-FFF2-40B4-BE49-F238E27FC236}">
                <a16:creationId xmlns:a16="http://schemas.microsoft.com/office/drawing/2014/main" id="{D7581C61-86A2-7ECE-B1AA-3B4253FE29FF}"/>
              </a:ext>
            </a:extLst>
          </p:cNvPr>
          <p:cNvPicPr>
            <a:picLocks noChangeAspect="1"/>
          </p:cNvPicPr>
          <p:nvPr userDrawn="1"/>
        </p:nvPicPr>
        <p:blipFill>
          <a:blip r:embed="rId2"/>
          <a:stretch>
            <a:fillRect/>
          </a:stretch>
        </p:blipFill>
        <p:spPr>
          <a:xfrm>
            <a:off x="7858340" y="4691044"/>
            <a:ext cx="684000" cy="222153"/>
          </a:xfrm>
          <a:prstGeom prst="rect">
            <a:avLst/>
          </a:prstGeom>
        </p:spPr>
      </p:pic>
      <p:sp>
        <p:nvSpPr>
          <p:cNvPr id="16" name="矩形 15">
            <a:extLst>
              <a:ext uri="{FF2B5EF4-FFF2-40B4-BE49-F238E27FC236}">
                <a16:creationId xmlns:a16="http://schemas.microsoft.com/office/drawing/2014/main" id="{9E07604B-DFAB-4F38-10F3-ED1484DD249A}"/>
              </a:ext>
            </a:extLst>
          </p:cNvPr>
          <p:cNvSpPr/>
          <p:nvPr userDrawn="1"/>
        </p:nvSpPr>
        <p:spPr>
          <a:xfrm>
            <a:off x="8677275" y="4838905"/>
            <a:ext cx="72820" cy="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sp>
        <p:nvSpPr>
          <p:cNvPr id="17" name="Page #">
            <a:extLst>
              <a:ext uri="{FF2B5EF4-FFF2-40B4-BE49-F238E27FC236}">
                <a16:creationId xmlns:a16="http://schemas.microsoft.com/office/drawing/2014/main" id="{CC2EF8B8-7DBD-003C-CEF2-54A1BC63357C}"/>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latin typeface="+mj-lt"/>
                <a:ea typeface="Arial" charset="0"/>
                <a:cs typeface="Arial" panose="020B0604020202020204" pitchFamily="34" charset="0"/>
              </a:rPr>
              <a:pPr lvl="0" algn="l">
                <a:lnSpc>
                  <a:spcPts val="1000"/>
                </a:lnSpc>
              </a:pPr>
              <a:t>‹#›</a:t>
            </a:fld>
            <a:endParaRPr lang="en-GB" sz="600" b="0" i="0" dirty="0">
              <a:latin typeface="+mj-lt"/>
              <a:ea typeface="Arial" charset="0"/>
              <a:cs typeface="Arial" panose="020B0604020202020204" pitchFamily="34" charset="0"/>
            </a:endParaRPr>
          </a:p>
        </p:txBody>
      </p:sp>
      <p:sp>
        <p:nvSpPr>
          <p:cNvPr id="5" name="文字版面配置區 2">
            <a:extLst>
              <a:ext uri="{FF2B5EF4-FFF2-40B4-BE49-F238E27FC236}">
                <a16:creationId xmlns:a16="http://schemas.microsoft.com/office/drawing/2014/main" id="{F6D123BC-AC27-41C2-7227-56BEA92E1CDF}"/>
              </a:ext>
            </a:extLst>
          </p:cNvPr>
          <p:cNvSpPr>
            <a:spLocks noGrp="1"/>
          </p:cNvSpPr>
          <p:nvPr>
            <p:ph type="body" idx="25" hasCustomPrompt="1"/>
          </p:nvPr>
        </p:nvSpPr>
        <p:spPr>
          <a:xfrm>
            <a:off x="5949586" y="3450026"/>
            <a:ext cx="2577046" cy="382199"/>
          </a:xfrm>
          <a:prstGeom prst="rect">
            <a:avLst/>
          </a:prstGeom>
        </p:spPr>
        <p:txBody>
          <a:bodyPr>
            <a:noAutofit/>
          </a:bodyPr>
          <a:lstStyle>
            <a:lvl1pPr marL="0" indent="0" algn="l">
              <a:spcBef>
                <a:spcPts val="0"/>
              </a:spcBef>
              <a:buNone/>
              <a:defRPr sz="2400" b="0" i="0">
                <a:solidFill>
                  <a:schemeClr val="bg2"/>
                </a:solidFill>
                <a:latin typeface="Avenir Next"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GDP 100</a:t>
            </a:r>
            <a:endParaRPr kumimoji="1" lang="zh-TW" altLang="en-US" dirty="0"/>
          </a:p>
        </p:txBody>
      </p:sp>
      <p:sp>
        <p:nvSpPr>
          <p:cNvPr id="38" name="文字方塊 37">
            <a:extLst>
              <a:ext uri="{FF2B5EF4-FFF2-40B4-BE49-F238E27FC236}">
                <a16:creationId xmlns:a16="http://schemas.microsoft.com/office/drawing/2014/main" id="{B42A5ED2-6CBD-917C-18BC-8B6CC6A05E8C}"/>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rgbClr val="000000"/>
                </a:solidFill>
                <a:latin typeface="Avenir Next Demi Bold" panose="020B0503020202020204" pitchFamily="34" charset="0"/>
                <a:ea typeface="+mn-ea"/>
                <a:cs typeface="+mn-cs"/>
              </a:rPr>
              <a:t>CONFIDENTIAL &amp; RESTRICTED BY MRDI</a:t>
            </a:r>
            <a:endParaRPr kumimoji="1" lang="zh-HK" altLang="en-US" sz="700" b="1" i="0" kern="1200" dirty="0">
              <a:solidFill>
                <a:srgbClr val="000000"/>
              </a:solidFill>
              <a:latin typeface="Avenir Next Demi Bold" panose="020B0503020202020204" pitchFamily="34" charset="0"/>
              <a:ea typeface="+mn-ea"/>
              <a:cs typeface="+mn-cs"/>
            </a:endParaRPr>
          </a:p>
        </p:txBody>
      </p:sp>
      <p:sp>
        <p:nvSpPr>
          <p:cNvPr id="39" name="文字版面配置區 2">
            <a:extLst>
              <a:ext uri="{FF2B5EF4-FFF2-40B4-BE49-F238E27FC236}">
                <a16:creationId xmlns:a16="http://schemas.microsoft.com/office/drawing/2014/main" id="{CE77C970-5651-1367-92D1-822E1D96816A}"/>
              </a:ext>
            </a:extLst>
          </p:cNvPr>
          <p:cNvSpPr>
            <a:spLocks noGrp="1"/>
          </p:cNvSpPr>
          <p:nvPr>
            <p:ph type="body" idx="1" hasCustomPrompt="1"/>
          </p:nvPr>
        </p:nvSpPr>
        <p:spPr>
          <a:xfrm>
            <a:off x="611188" y="528638"/>
            <a:ext cx="6553200" cy="711200"/>
          </a:xfrm>
          <a:prstGeom prst="rect">
            <a:avLst/>
          </a:prstGeom>
        </p:spPr>
        <p:txBody>
          <a:bodyPr>
            <a:noAutofit/>
          </a:bodyPr>
          <a:lstStyle>
            <a:lvl1pPr marL="0" indent="0" algn="l">
              <a:spcBef>
                <a:spcPts val="0"/>
              </a:spcBef>
              <a:buNone/>
              <a:defRPr sz="2400" b="0" i="0">
                <a:solidFill>
                  <a:schemeClr val="bg2"/>
                </a:solidFill>
                <a:latin typeface="Avenir Next Medium"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Headline font in Avenir Next and </a:t>
            </a:r>
            <a:br>
              <a:rPr kumimoji="1" lang="en-US" altLang="zh-TW" dirty="0"/>
            </a:br>
            <a:r>
              <a:rPr kumimoji="1" lang="en-US" altLang="zh-TW" dirty="0"/>
              <a:t>24pt font size which is adjustable</a:t>
            </a:r>
            <a:endParaRPr kumimoji="1" lang="zh-TW" altLang="en-US" dirty="0"/>
          </a:p>
        </p:txBody>
      </p:sp>
      <p:sp>
        <p:nvSpPr>
          <p:cNvPr id="40" name="內容版面配置區 17">
            <a:extLst>
              <a:ext uri="{FF2B5EF4-FFF2-40B4-BE49-F238E27FC236}">
                <a16:creationId xmlns:a16="http://schemas.microsoft.com/office/drawing/2014/main" id="{C692D0F3-CBA3-7CAA-E961-1910E053EB31}"/>
              </a:ext>
            </a:extLst>
          </p:cNvPr>
          <p:cNvSpPr>
            <a:spLocks noGrp="1"/>
          </p:cNvSpPr>
          <p:nvPr>
            <p:ph sz="quarter" idx="14" hasCustomPrompt="1"/>
          </p:nvPr>
        </p:nvSpPr>
        <p:spPr>
          <a:xfrm>
            <a:off x="611187" y="231775"/>
            <a:ext cx="3889375"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ALL CAP SUBHEADING GOES HERE IN 8PT</a:t>
            </a:r>
            <a:endParaRPr kumimoji="1" lang="zh-HK" altLang="en-US" dirty="0"/>
          </a:p>
        </p:txBody>
      </p:sp>
      <p:sp>
        <p:nvSpPr>
          <p:cNvPr id="41" name="文字版面配置區 23">
            <a:extLst>
              <a:ext uri="{FF2B5EF4-FFF2-40B4-BE49-F238E27FC236}">
                <a16:creationId xmlns:a16="http://schemas.microsoft.com/office/drawing/2014/main" id="{98517C40-ABD2-C529-BE1E-A5BC161B9327}"/>
              </a:ext>
            </a:extLst>
          </p:cNvPr>
          <p:cNvSpPr>
            <a:spLocks noGrp="1"/>
          </p:cNvSpPr>
          <p:nvPr>
            <p:ph type="body" sz="quarter" idx="35" hasCustomPrompt="1"/>
          </p:nvPr>
        </p:nvSpPr>
        <p:spPr>
          <a:xfrm>
            <a:off x="5955767" y="1585429"/>
            <a:ext cx="2577046" cy="1381610"/>
          </a:xfrm>
        </p:spPr>
        <p:txBody>
          <a:bodyPr>
            <a:noAutofit/>
          </a:bodyPr>
          <a:lstStyle>
            <a:lvl1pPr algn="l">
              <a:spcBef>
                <a:spcPts val="0"/>
              </a:spcBef>
              <a:defRPr sz="8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HK" dirty="0"/>
              <a:t>Enter the needed small text here : Lorem Ipsum is simply dummy text of the printing and typesetting industry. Lorem Ipsum has been the industry's standard dummy text ever since the 1500s.</a:t>
            </a:r>
          </a:p>
        </p:txBody>
      </p:sp>
      <p:sp>
        <p:nvSpPr>
          <p:cNvPr id="42" name="內容版面配置區 17">
            <a:extLst>
              <a:ext uri="{FF2B5EF4-FFF2-40B4-BE49-F238E27FC236}">
                <a16:creationId xmlns:a16="http://schemas.microsoft.com/office/drawing/2014/main" id="{12FECE34-D776-6F2A-31C7-FE5C65B75016}"/>
              </a:ext>
            </a:extLst>
          </p:cNvPr>
          <p:cNvSpPr>
            <a:spLocks noGrp="1"/>
          </p:cNvSpPr>
          <p:nvPr>
            <p:ph sz="quarter" idx="38" hasCustomPrompt="1"/>
          </p:nvPr>
        </p:nvSpPr>
        <p:spPr>
          <a:xfrm>
            <a:off x="5949584" y="1390975"/>
            <a:ext cx="2583229" cy="137789"/>
          </a:xfrm>
        </p:spPr>
        <p:txBody>
          <a:bodyPr anchor="ctr">
            <a:normAutofit/>
          </a:bodyPr>
          <a:lstStyle>
            <a:lvl1pPr>
              <a:defRPr sz="800" b="0" i="0">
                <a:latin typeface="Avenir Next Medium" panose="020B0503020202020204" pitchFamily="34" charset="0"/>
              </a:defRPr>
            </a:lvl1pPr>
          </a:lstStyle>
          <a:p>
            <a:pPr lvl="0"/>
            <a:r>
              <a:rPr kumimoji="1" lang="en-US" altLang="zh-TW" dirty="0"/>
              <a:t>Short title in regular 8pt</a:t>
            </a:r>
            <a:endParaRPr kumimoji="1" lang="zh-HK" altLang="en-US" dirty="0"/>
          </a:p>
        </p:txBody>
      </p:sp>
      <p:sp>
        <p:nvSpPr>
          <p:cNvPr id="43" name="內容版面配置區 17">
            <a:extLst>
              <a:ext uri="{FF2B5EF4-FFF2-40B4-BE49-F238E27FC236}">
                <a16:creationId xmlns:a16="http://schemas.microsoft.com/office/drawing/2014/main" id="{8B4948EE-2208-A7A7-2048-8E71FA4DF465}"/>
              </a:ext>
            </a:extLst>
          </p:cNvPr>
          <p:cNvSpPr>
            <a:spLocks noGrp="1"/>
          </p:cNvSpPr>
          <p:nvPr>
            <p:ph sz="quarter" idx="39" hasCustomPrompt="1"/>
          </p:nvPr>
        </p:nvSpPr>
        <p:spPr>
          <a:xfrm>
            <a:off x="5949585" y="3114980"/>
            <a:ext cx="2577046" cy="137789"/>
          </a:xfrm>
        </p:spPr>
        <p:txBody>
          <a:bodyPr anchor="ctr">
            <a:normAutofit/>
          </a:bodyPr>
          <a:lstStyle>
            <a:lvl1pPr>
              <a:defRPr sz="800" b="0" i="0">
                <a:latin typeface="Avenir Next Medium" panose="020B0503020202020204" pitchFamily="34" charset="0"/>
              </a:defRPr>
            </a:lvl1pPr>
          </a:lstStyle>
          <a:p>
            <a:pPr lvl="0"/>
            <a:r>
              <a:rPr kumimoji="1" lang="en-US" altLang="zh-TW" dirty="0"/>
              <a:t>Short title in regular 8pt</a:t>
            </a:r>
            <a:endParaRPr kumimoji="1" lang="zh-HK" altLang="en-US" dirty="0"/>
          </a:p>
        </p:txBody>
      </p:sp>
    </p:spTree>
    <p:extLst>
      <p:ext uri="{BB962C8B-B14F-4D97-AF65-F5344CB8AC3E}">
        <p14:creationId xmlns:p14="http://schemas.microsoft.com/office/powerpoint/2010/main" val="188115418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Content page_2">
    <p:bg>
      <p:bgPr>
        <a:solidFill>
          <a:schemeClr val="tx1"/>
        </a:solidFill>
        <a:effectLst/>
      </p:bgPr>
    </p:bg>
    <p:spTree>
      <p:nvGrpSpPr>
        <p:cNvPr id="1" name=""/>
        <p:cNvGrpSpPr/>
        <p:nvPr/>
      </p:nvGrpSpPr>
      <p:grpSpPr>
        <a:xfrm>
          <a:off x="0" y="0"/>
          <a:ext cx="0" cy="0"/>
          <a:chOff x="0" y="0"/>
          <a:chExt cx="0" cy="0"/>
        </a:xfrm>
      </p:grpSpPr>
      <p:sp>
        <p:nvSpPr>
          <p:cNvPr id="33" name="圖表版面配置區 32">
            <a:extLst>
              <a:ext uri="{FF2B5EF4-FFF2-40B4-BE49-F238E27FC236}">
                <a16:creationId xmlns:a16="http://schemas.microsoft.com/office/drawing/2014/main" id="{DC1855D6-4403-526F-72C6-4019FF65788E}"/>
              </a:ext>
            </a:extLst>
          </p:cNvPr>
          <p:cNvSpPr>
            <a:spLocks noGrp="1"/>
          </p:cNvSpPr>
          <p:nvPr>
            <p:ph type="chart" sz="quarter" idx="26"/>
          </p:nvPr>
        </p:nvSpPr>
        <p:spPr>
          <a:xfrm>
            <a:off x="611188" y="1392238"/>
            <a:ext cx="5000258" cy="3240000"/>
          </a:xfrm>
        </p:spPr>
        <p:txBody>
          <a:bodyPr/>
          <a:lstStyle/>
          <a:p>
            <a:endParaRPr kumimoji="1" lang="zh-HK" altLang="en-US" dirty="0"/>
          </a:p>
        </p:txBody>
      </p:sp>
      <p:sp>
        <p:nvSpPr>
          <p:cNvPr id="13" name="矩形 12">
            <a:extLst>
              <a:ext uri="{FF2B5EF4-FFF2-40B4-BE49-F238E27FC236}">
                <a16:creationId xmlns:a16="http://schemas.microsoft.com/office/drawing/2014/main" id="{0D7EC9B8-2448-44D1-48FE-B874C292D767}"/>
              </a:ext>
            </a:extLst>
          </p:cNvPr>
          <p:cNvSpPr>
            <a:spLocks noChangeAspect="1"/>
          </p:cNvSpPr>
          <p:nvPr userDrawn="1"/>
        </p:nvSpPr>
        <p:spPr>
          <a:xfrm>
            <a:off x="401514" y="4846519"/>
            <a:ext cx="64800" cy="648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pic>
        <p:nvPicPr>
          <p:cNvPr id="15" name="圖片 14">
            <a:extLst>
              <a:ext uri="{FF2B5EF4-FFF2-40B4-BE49-F238E27FC236}">
                <a16:creationId xmlns:a16="http://schemas.microsoft.com/office/drawing/2014/main" id="{D7581C61-86A2-7ECE-B1AA-3B4253FE29FF}"/>
              </a:ext>
            </a:extLst>
          </p:cNvPr>
          <p:cNvPicPr>
            <a:picLocks noChangeAspect="1"/>
          </p:cNvPicPr>
          <p:nvPr userDrawn="1"/>
        </p:nvPicPr>
        <p:blipFill>
          <a:blip r:embed="rId2"/>
          <a:stretch>
            <a:fillRect/>
          </a:stretch>
        </p:blipFill>
        <p:spPr>
          <a:xfrm>
            <a:off x="7858340" y="4691044"/>
            <a:ext cx="684000" cy="222153"/>
          </a:xfrm>
          <a:prstGeom prst="rect">
            <a:avLst/>
          </a:prstGeom>
        </p:spPr>
      </p:pic>
      <p:sp>
        <p:nvSpPr>
          <p:cNvPr id="16" name="矩形 15">
            <a:extLst>
              <a:ext uri="{FF2B5EF4-FFF2-40B4-BE49-F238E27FC236}">
                <a16:creationId xmlns:a16="http://schemas.microsoft.com/office/drawing/2014/main" id="{9E07604B-DFAB-4F38-10F3-ED1484DD249A}"/>
              </a:ext>
            </a:extLst>
          </p:cNvPr>
          <p:cNvSpPr/>
          <p:nvPr userDrawn="1"/>
        </p:nvSpPr>
        <p:spPr>
          <a:xfrm>
            <a:off x="8677275" y="4838905"/>
            <a:ext cx="72820" cy="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sp>
        <p:nvSpPr>
          <p:cNvPr id="17" name="Page #">
            <a:extLst>
              <a:ext uri="{FF2B5EF4-FFF2-40B4-BE49-F238E27FC236}">
                <a16:creationId xmlns:a16="http://schemas.microsoft.com/office/drawing/2014/main" id="{CC2EF8B8-7DBD-003C-CEF2-54A1BC63357C}"/>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latin typeface="+mj-lt"/>
                <a:ea typeface="Arial" charset="0"/>
                <a:cs typeface="Arial" panose="020B0604020202020204" pitchFamily="34" charset="0"/>
              </a:rPr>
              <a:pPr lvl="0" algn="l">
                <a:lnSpc>
                  <a:spcPts val="1000"/>
                </a:lnSpc>
              </a:pPr>
              <a:t>‹#›</a:t>
            </a:fld>
            <a:endParaRPr lang="en-GB" sz="600" b="0" i="0" dirty="0">
              <a:latin typeface="+mj-lt"/>
              <a:ea typeface="Arial" charset="0"/>
              <a:cs typeface="Arial" panose="020B0604020202020204" pitchFamily="34" charset="0"/>
            </a:endParaRPr>
          </a:p>
        </p:txBody>
      </p:sp>
      <p:sp>
        <p:nvSpPr>
          <p:cNvPr id="3" name="文字方塊 2">
            <a:extLst>
              <a:ext uri="{FF2B5EF4-FFF2-40B4-BE49-F238E27FC236}">
                <a16:creationId xmlns:a16="http://schemas.microsoft.com/office/drawing/2014/main" id="{189F44DA-2CC2-058C-3196-CAD5D2A04A7E}"/>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rgbClr val="000000"/>
                </a:solidFill>
                <a:latin typeface="Avenir Next Demi Bold" panose="020B0503020202020204" pitchFamily="34" charset="0"/>
                <a:ea typeface="+mn-ea"/>
                <a:cs typeface="+mn-cs"/>
              </a:rPr>
              <a:t>CONFIDENTIAL &amp; RESTRICTED BY MRDI</a:t>
            </a:r>
            <a:endParaRPr kumimoji="1" lang="zh-HK" altLang="en-US" sz="700" b="1" i="0" kern="1200" dirty="0">
              <a:solidFill>
                <a:srgbClr val="000000"/>
              </a:solidFill>
              <a:latin typeface="Avenir Next Demi Bold" panose="020B0503020202020204" pitchFamily="34" charset="0"/>
              <a:ea typeface="+mn-ea"/>
              <a:cs typeface="+mn-cs"/>
            </a:endParaRPr>
          </a:p>
        </p:txBody>
      </p:sp>
      <p:sp>
        <p:nvSpPr>
          <p:cNvPr id="6" name="文字版面配置區 2">
            <a:extLst>
              <a:ext uri="{FF2B5EF4-FFF2-40B4-BE49-F238E27FC236}">
                <a16:creationId xmlns:a16="http://schemas.microsoft.com/office/drawing/2014/main" id="{F2EDE72A-3C8D-E542-6D55-B58163EDE800}"/>
              </a:ext>
            </a:extLst>
          </p:cNvPr>
          <p:cNvSpPr>
            <a:spLocks noGrp="1"/>
          </p:cNvSpPr>
          <p:nvPr>
            <p:ph type="body" idx="1" hasCustomPrompt="1"/>
          </p:nvPr>
        </p:nvSpPr>
        <p:spPr>
          <a:xfrm>
            <a:off x="611188" y="528638"/>
            <a:ext cx="6553200" cy="711200"/>
          </a:xfrm>
          <a:prstGeom prst="rect">
            <a:avLst/>
          </a:prstGeom>
        </p:spPr>
        <p:txBody>
          <a:bodyPr>
            <a:noAutofit/>
          </a:bodyPr>
          <a:lstStyle>
            <a:lvl1pPr marL="0" indent="0" algn="l">
              <a:spcBef>
                <a:spcPts val="0"/>
              </a:spcBef>
              <a:buNone/>
              <a:defRPr sz="2400" b="0" i="0">
                <a:solidFill>
                  <a:schemeClr val="bg2"/>
                </a:solidFill>
                <a:latin typeface="Avenir Next Medium"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Headline font in Avenir Next and </a:t>
            </a:r>
            <a:br>
              <a:rPr kumimoji="1" lang="en-US" altLang="zh-TW" dirty="0"/>
            </a:br>
            <a:r>
              <a:rPr kumimoji="1" lang="en-US" altLang="zh-TW" dirty="0"/>
              <a:t>24pt font size which is adjustable</a:t>
            </a:r>
            <a:endParaRPr kumimoji="1" lang="zh-TW" altLang="en-US" dirty="0"/>
          </a:p>
        </p:txBody>
      </p:sp>
      <p:sp>
        <p:nvSpPr>
          <p:cNvPr id="7" name="內容版面配置區 17">
            <a:extLst>
              <a:ext uri="{FF2B5EF4-FFF2-40B4-BE49-F238E27FC236}">
                <a16:creationId xmlns:a16="http://schemas.microsoft.com/office/drawing/2014/main" id="{FD5439A2-3531-A7FE-4A67-AF9BFAB7B3D0}"/>
              </a:ext>
            </a:extLst>
          </p:cNvPr>
          <p:cNvSpPr>
            <a:spLocks noGrp="1"/>
          </p:cNvSpPr>
          <p:nvPr>
            <p:ph sz="quarter" idx="14" hasCustomPrompt="1"/>
          </p:nvPr>
        </p:nvSpPr>
        <p:spPr>
          <a:xfrm>
            <a:off x="611187" y="231775"/>
            <a:ext cx="3889375"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ALL CAP SUBHEADING GOES HERE IN 8PT</a:t>
            </a:r>
            <a:endParaRPr kumimoji="1" lang="zh-HK" altLang="en-US" dirty="0"/>
          </a:p>
        </p:txBody>
      </p:sp>
      <p:sp>
        <p:nvSpPr>
          <p:cNvPr id="8" name="文字版面配置區 23">
            <a:extLst>
              <a:ext uri="{FF2B5EF4-FFF2-40B4-BE49-F238E27FC236}">
                <a16:creationId xmlns:a16="http://schemas.microsoft.com/office/drawing/2014/main" id="{F7A73D77-B1E4-CB35-F018-FBA14FB6D205}"/>
              </a:ext>
            </a:extLst>
          </p:cNvPr>
          <p:cNvSpPr>
            <a:spLocks noGrp="1"/>
          </p:cNvSpPr>
          <p:nvPr>
            <p:ph type="body" sz="quarter" idx="35" hasCustomPrompt="1"/>
          </p:nvPr>
        </p:nvSpPr>
        <p:spPr>
          <a:xfrm>
            <a:off x="5955767" y="1585428"/>
            <a:ext cx="2577046" cy="2391259"/>
          </a:xfrm>
        </p:spPr>
        <p:txBody>
          <a:bodyPr>
            <a:noAutofit/>
          </a:bodyPr>
          <a:lstStyle>
            <a:lvl1pPr algn="l">
              <a:spcBef>
                <a:spcPts val="0"/>
              </a:spcBef>
              <a:defRPr sz="8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HK" dirty="0"/>
              <a:t>Enter the needed small text here : Lorem Ipsum is simply dummy text of the printing and typesetting industry. Lorem Ipsum has been the industry's standard dummy text ever since the 1500s.</a:t>
            </a:r>
          </a:p>
        </p:txBody>
      </p:sp>
      <p:sp>
        <p:nvSpPr>
          <p:cNvPr id="9" name="內容版面配置區 17">
            <a:extLst>
              <a:ext uri="{FF2B5EF4-FFF2-40B4-BE49-F238E27FC236}">
                <a16:creationId xmlns:a16="http://schemas.microsoft.com/office/drawing/2014/main" id="{34CB5AD6-B970-156A-EA24-F65240B45D18}"/>
              </a:ext>
            </a:extLst>
          </p:cNvPr>
          <p:cNvSpPr>
            <a:spLocks noGrp="1"/>
          </p:cNvSpPr>
          <p:nvPr>
            <p:ph sz="quarter" idx="38" hasCustomPrompt="1"/>
          </p:nvPr>
        </p:nvSpPr>
        <p:spPr>
          <a:xfrm>
            <a:off x="5949584" y="1390975"/>
            <a:ext cx="2583229" cy="137789"/>
          </a:xfrm>
        </p:spPr>
        <p:txBody>
          <a:bodyPr anchor="ctr">
            <a:normAutofit/>
          </a:bodyPr>
          <a:lstStyle>
            <a:lvl1pPr>
              <a:defRPr sz="800" b="0" i="0">
                <a:latin typeface="Avenir Next Medium" panose="020B0503020202020204" pitchFamily="34" charset="0"/>
              </a:defRPr>
            </a:lvl1pPr>
          </a:lstStyle>
          <a:p>
            <a:pPr lvl="0"/>
            <a:r>
              <a:rPr kumimoji="1" lang="en-US" altLang="zh-TW" dirty="0"/>
              <a:t>Short title in regular 8pt</a:t>
            </a:r>
            <a:endParaRPr kumimoji="1" lang="zh-HK" altLang="en-US" dirty="0"/>
          </a:p>
        </p:txBody>
      </p:sp>
    </p:spTree>
    <p:extLst>
      <p:ext uri="{BB962C8B-B14F-4D97-AF65-F5344CB8AC3E}">
        <p14:creationId xmlns:p14="http://schemas.microsoft.com/office/powerpoint/2010/main" val="282366893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page_3">
    <p:bg>
      <p:bgPr>
        <a:solidFill>
          <a:schemeClr val="tx1"/>
        </a:solidFill>
        <a:effectLst/>
      </p:bgPr>
    </p:bg>
    <p:spTree>
      <p:nvGrpSpPr>
        <p:cNvPr id="1" name=""/>
        <p:cNvGrpSpPr/>
        <p:nvPr/>
      </p:nvGrpSpPr>
      <p:grpSpPr>
        <a:xfrm>
          <a:off x="0" y="0"/>
          <a:ext cx="0" cy="0"/>
          <a:chOff x="0" y="0"/>
          <a:chExt cx="0" cy="0"/>
        </a:xfrm>
      </p:grpSpPr>
      <p:sp>
        <p:nvSpPr>
          <p:cNvPr id="33" name="圖表版面配置區 32">
            <a:extLst>
              <a:ext uri="{FF2B5EF4-FFF2-40B4-BE49-F238E27FC236}">
                <a16:creationId xmlns:a16="http://schemas.microsoft.com/office/drawing/2014/main" id="{DC1855D6-4403-526F-72C6-4019FF65788E}"/>
              </a:ext>
            </a:extLst>
          </p:cNvPr>
          <p:cNvSpPr>
            <a:spLocks noGrp="1"/>
          </p:cNvSpPr>
          <p:nvPr>
            <p:ph type="chart" sz="quarter" idx="26"/>
          </p:nvPr>
        </p:nvSpPr>
        <p:spPr>
          <a:xfrm>
            <a:off x="3276600" y="1392238"/>
            <a:ext cx="5256213" cy="3240000"/>
          </a:xfrm>
        </p:spPr>
        <p:txBody>
          <a:bodyPr/>
          <a:lstStyle/>
          <a:p>
            <a:endParaRPr kumimoji="1" lang="zh-HK" altLang="en-US" dirty="0"/>
          </a:p>
        </p:txBody>
      </p:sp>
      <p:sp>
        <p:nvSpPr>
          <p:cNvPr id="13" name="矩形 12">
            <a:extLst>
              <a:ext uri="{FF2B5EF4-FFF2-40B4-BE49-F238E27FC236}">
                <a16:creationId xmlns:a16="http://schemas.microsoft.com/office/drawing/2014/main" id="{0D7EC9B8-2448-44D1-48FE-B874C292D767}"/>
              </a:ext>
            </a:extLst>
          </p:cNvPr>
          <p:cNvSpPr>
            <a:spLocks noChangeAspect="1"/>
          </p:cNvSpPr>
          <p:nvPr userDrawn="1"/>
        </p:nvSpPr>
        <p:spPr>
          <a:xfrm>
            <a:off x="401514" y="4846519"/>
            <a:ext cx="64800" cy="648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pic>
        <p:nvPicPr>
          <p:cNvPr id="15" name="圖片 14">
            <a:extLst>
              <a:ext uri="{FF2B5EF4-FFF2-40B4-BE49-F238E27FC236}">
                <a16:creationId xmlns:a16="http://schemas.microsoft.com/office/drawing/2014/main" id="{D7581C61-86A2-7ECE-B1AA-3B4253FE29FF}"/>
              </a:ext>
            </a:extLst>
          </p:cNvPr>
          <p:cNvPicPr>
            <a:picLocks noChangeAspect="1"/>
          </p:cNvPicPr>
          <p:nvPr userDrawn="1"/>
        </p:nvPicPr>
        <p:blipFill>
          <a:blip r:embed="rId2"/>
          <a:stretch>
            <a:fillRect/>
          </a:stretch>
        </p:blipFill>
        <p:spPr>
          <a:xfrm>
            <a:off x="7858340" y="4691044"/>
            <a:ext cx="684000" cy="222153"/>
          </a:xfrm>
          <a:prstGeom prst="rect">
            <a:avLst/>
          </a:prstGeom>
        </p:spPr>
      </p:pic>
      <p:sp>
        <p:nvSpPr>
          <p:cNvPr id="16" name="矩形 15">
            <a:extLst>
              <a:ext uri="{FF2B5EF4-FFF2-40B4-BE49-F238E27FC236}">
                <a16:creationId xmlns:a16="http://schemas.microsoft.com/office/drawing/2014/main" id="{9E07604B-DFAB-4F38-10F3-ED1484DD249A}"/>
              </a:ext>
            </a:extLst>
          </p:cNvPr>
          <p:cNvSpPr/>
          <p:nvPr userDrawn="1"/>
        </p:nvSpPr>
        <p:spPr>
          <a:xfrm>
            <a:off x="8677275" y="4838905"/>
            <a:ext cx="72820" cy="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sp>
        <p:nvSpPr>
          <p:cNvPr id="17" name="Page #">
            <a:extLst>
              <a:ext uri="{FF2B5EF4-FFF2-40B4-BE49-F238E27FC236}">
                <a16:creationId xmlns:a16="http://schemas.microsoft.com/office/drawing/2014/main" id="{CC2EF8B8-7DBD-003C-CEF2-54A1BC63357C}"/>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latin typeface="+mj-lt"/>
                <a:ea typeface="Arial" charset="0"/>
                <a:cs typeface="Arial" panose="020B0604020202020204" pitchFamily="34" charset="0"/>
              </a:rPr>
              <a:pPr lvl="0" algn="l">
                <a:lnSpc>
                  <a:spcPts val="1000"/>
                </a:lnSpc>
              </a:pPr>
              <a:t>‹#›</a:t>
            </a:fld>
            <a:endParaRPr lang="en-GB" sz="600" b="0" i="0" dirty="0">
              <a:latin typeface="+mj-lt"/>
              <a:ea typeface="Arial" charset="0"/>
              <a:cs typeface="Arial" panose="020B0604020202020204" pitchFamily="34" charset="0"/>
            </a:endParaRPr>
          </a:p>
        </p:txBody>
      </p:sp>
      <p:sp>
        <p:nvSpPr>
          <p:cNvPr id="5" name="文字版面配置區 2">
            <a:extLst>
              <a:ext uri="{FF2B5EF4-FFF2-40B4-BE49-F238E27FC236}">
                <a16:creationId xmlns:a16="http://schemas.microsoft.com/office/drawing/2014/main" id="{F6D123BC-AC27-41C2-7227-56BEA92E1CDF}"/>
              </a:ext>
            </a:extLst>
          </p:cNvPr>
          <p:cNvSpPr>
            <a:spLocks noGrp="1"/>
          </p:cNvSpPr>
          <p:nvPr>
            <p:ph type="body" idx="25" hasCustomPrompt="1"/>
          </p:nvPr>
        </p:nvSpPr>
        <p:spPr>
          <a:xfrm>
            <a:off x="611188" y="3535609"/>
            <a:ext cx="2555875" cy="514738"/>
          </a:xfrm>
          <a:prstGeom prst="rect">
            <a:avLst/>
          </a:prstGeom>
          <a:solidFill>
            <a:schemeClr val="tx2"/>
          </a:solidFill>
        </p:spPr>
        <p:txBody>
          <a:bodyPr lIns="72000" tIns="72000" rIns="72000" bIns="72000" anchor="ctr" anchorCtr="1">
            <a:spAutoFit/>
          </a:bodyPr>
          <a:lstStyle>
            <a:lvl1pPr marL="0" indent="0" algn="l">
              <a:spcBef>
                <a:spcPts val="0"/>
              </a:spcBef>
              <a:buNone/>
              <a:defRPr sz="2400" b="0" i="0">
                <a:solidFill>
                  <a:schemeClr val="bg2"/>
                </a:solidFill>
                <a:latin typeface="Avenir Next"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GDP 100</a:t>
            </a:r>
            <a:endParaRPr kumimoji="1" lang="zh-TW" altLang="en-US" dirty="0"/>
          </a:p>
        </p:txBody>
      </p:sp>
      <p:sp>
        <p:nvSpPr>
          <p:cNvPr id="7" name="文字方塊 6">
            <a:extLst>
              <a:ext uri="{FF2B5EF4-FFF2-40B4-BE49-F238E27FC236}">
                <a16:creationId xmlns:a16="http://schemas.microsoft.com/office/drawing/2014/main" id="{663B196F-331E-EC9B-8FB9-926DA9B65E72}"/>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rgbClr val="000000"/>
                </a:solidFill>
                <a:latin typeface="Avenir Next Demi Bold" panose="020B0503020202020204" pitchFamily="34" charset="0"/>
                <a:ea typeface="+mn-ea"/>
                <a:cs typeface="+mn-cs"/>
              </a:rPr>
              <a:t>CONFIDENTIAL &amp; RESTRICTED BY MRDI</a:t>
            </a:r>
            <a:endParaRPr kumimoji="1" lang="zh-HK" altLang="en-US" sz="700" b="1" i="0" kern="1200" dirty="0">
              <a:solidFill>
                <a:srgbClr val="000000"/>
              </a:solidFill>
              <a:latin typeface="Avenir Next Demi Bold" panose="020B0503020202020204" pitchFamily="34" charset="0"/>
              <a:ea typeface="+mn-ea"/>
              <a:cs typeface="+mn-cs"/>
            </a:endParaRPr>
          </a:p>
        </p:txBody>
      </p:sp>
      <p:sp>
        <p:nvSpPr>
          <p:cNvPr id="8" name="文字版面配置區 2">
            <a:extLst>
              <a:ext uri="{FF2B5EF4-FFF2-40B4-BE49-F238E27FC236}">
                <a16:creationId xmlns:a16="http://schemas.microsoft.com/office/drawing/2014/main" id="{D72966E7-EA44-0168-5361-0014ED682A59}"/>
              </a:ext>
            </a:extLst>
          </p:cNvPr>
          <p:cNvSpPr>
            <a:spLocks noGrp="1"/>
          </p:cNvSpPr>
          <p:nvPr>
            <p:ph type="body" idx="1" hasCustomPrompt="1"/>
          </p:nvPr>
        </p:nvSpPr>
        <p:spPr>
          <a:xfrm>
            <a:off x="611188" y="528638"/>
            <a:ext cx="6553200" cy="711200"/>
          </a:xfrm>
          <a:prstGeom prst="rect">
            <a:avLst/>
          </a:prstGeom>
        </p:spPr>
        <p:txBody>
          <a:bodyPr>
            <a:noAutofit/>
          </a:bodyPr>
          <a:lstStyle>
            <a:lvl1pPr marL="0" indent="0" algn="l">
              <a:spcBef>
                <a:spcPts val="0"/>
              </a:spcBef>
              <a:buNone/>
              <a:defRPr sz="2400" b="0" i="0">
                <a:solidFill>
                  <a:schemeClr val="bg2"/>
                </a:solidFill>
                <a:latin typeface="Avenir Next Medium"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Headline font in Avenir Next and </a:t>
            </a:r>
            <a:br>
              <a:rPr kumimoji="1" lang="en-US" altLang="zh-TW" dirty="0"/>
            </a:br>
            <a:r>
              <a:rPr kumimoji="1" lang="en-US" altLang="zh-TW" dirty="0"/>
              <a:t>24pt font size which is adjustable</a:t>
            </a:r>
            <a:endParaRPr kumimoji="1" lang="zh-TW" altLang="en-US" dirty="0"/>
          </a:p>
        </p:txBody>
      </p:sp>
      <p:sp>
        <p:nvSpPr>
          <p:cNvPr id="9" name="內容版面配置區 17">
            <a:extLst>
              <a:ext uri="{FF2B5EF4-FFF2-40B4-BE49-F238E27FC236}">
                <a16:creationId xmlns:a16="http://schemas.microsoft.com/office/drawing/2014/main" id="{AFF818EE-7D1B-5A8A-1BAC-0BE05F60EC0D}"/>
              </a:ext>
            </a:extLst>
          </p:cNvPr>
          <p:cNvSpPr>
            <a:spLocks noGrp="1"/>
          </p:cNvSpPr>
          <p:nvPr>
            <p:ph sz="quarter" idx="14" hasCustomPrompt="1"/>
          </p:nvPr>
        </p:nvSpPr>
        <p:spPr>
          <a:xfrm>
            <a:off x="611187" y="231775"/>
            <a:ext cx="3889375"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ALL CAP SUBHEADING GOES HERE IN 8PT</a:t>
            </a:r>
            <a:endParaRPr kumimoji="1" lang="zh-HK" altLang="en-US" dirty="0"/>
          </a:p>
        </p:txBody>
      </p:sp>
      <p:sp>
        <p:nvSpPr>
          <p:cNvPr id="10" name="文字版面配置區 23">
            <a:extLst>
              <a:ext uri="{FF2B5EF4-FFF2-40B4-BE49-F238E27FC236}">
                <a16:creationId xmlns:a16="http://schemas.microsoft.com/office/drawing/2014/main" id="{1AEE3DCE-99A4-33FE-D064-B208EEB500D1}"/>
              </a:ext>
            </a:extLst>
          </p:cNvPr>
          <p:cNvSpPr>
            <a:spLocks noGrp="1"/>
          </p:cNvSpPr>
          <p:nvPr>
            <p:ph type="body" sz="quarter" idx="37" hasCustomPrompt="1"/>
          </p:nvPr>
        </p:nvSpPr>
        <p:spPr>
          <a:xfrm>
            <a:off x="611188" y="1585429"/>
            <a:ext cx="2555876" cy="1381610"/>
          </a:xfrm>
        </p:spPr>
        <p:txBody>
          <a:bodyPr>
            <a:noAutofit/>
          </a:bodyPr>
          <a:lstStyle>
            <a:lvl1pPr algn="l">
              <a:spcBef>
                <a:spcPts val="0"/>
              </a:spcBef>
              <a:defRPr sz="8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marL="0" marR="0" lvl="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1" lang="en-US" altLang="zh-HK" dirty="0"/>
              <a:t>Enter the needed small text here : Lorem Ipsum is simply dummy text of the printing and typesetting industry. Lorem Ipsum has been the industry's standard dummy text ever since the 1500s. Enter the needed small text here : Lorem Ipsum is simply dummy text of the printing and typesetting industry. Lorem Ipsum has been the industry's standard dummy text ever since the 1500s.</a:t>
            </a:r>
          </a:p>
        </p:txBody>
      </p:sp>
      <p:sp>
        <p:nvSpPr>
          <p:cNvPr id="11" name="內容版面配置區 17">
            <a:extLst>
              <a:ext uri="{FF2B5EF4-FFF2-40B4-BE49-F238E27FC236}">
                <a16:creationId xmlns:a16="http://schemas.microsoft.com/office/drawing/2014/main" id="{6C2A1E4A-AA2C-B539-9BFA-5F6FD13F920B}"/>
              </a:ext>
            </a:extLst>
          </p:cNvPr>
          <p:cNvSpPr>
            <a:spLocks noGrp="1"/>
          </p:cNvSpPr>
          <p:nvPr>
            <p:ph sz="quarter" idx="38" hasCustomPrompt="1"/>
          </p:nvPr>
        </p:nvSpPr>
        <p:spPr>
          <a:xfrm>
            <a:off x="611187" y="1384301"/>
            <a:ext cx="2555876"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Short title in regular 8pt</a:t>
            </a:r>
            <a:endParaRPr kumimoji="1" lang="zh-HK" altLang="en-US" dirty="0"/>
          </a:p>
        </p:txBody>
      </p:sp>
      <p:sp>
        <p:nvSpPr>
          <p:cNvPr id="20" name="內容版面配置區 17">
            <a:extLst>
              <a:ext uri="{FF2B5EF4-FFF2-40B4-BE49-F238E27FC236}">
                <a16:creationId xmlns:a16="http://schemas.microsoft.com/office/drawing/2014/main" id="{5B42F32B-C1F3-41D3-21BF-ABC861A1CBF4}"/>
              </a:ext>
            </a:extLst>
          </p:cNvPr>
          <p:cNvSpPr>
            <a:spLocks noGrp="1"/>
          </p:cNvSpPr>
          <p:nvPr>
            <p:ph sz="quarter" idx="39" hasCustomPrompt="1"/>
          </p:nvPr>
        </p:nvSpPr>
        <p:spPr>
          <a:xfrm>
            <a:off x="611187" y="3114041"/>
            <a:ext cx="2555876"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Short title in regular 8pt</a:t>
            </a:r>
            <a:endParaRPr kumimoji="1" lang="zh-HK" altLang="en-US" dirty="0"/>
          </a:p>
        </p:txBody>
      </p:sp>
      <p:sp>
        <p:nvSpPr>
          <p:cNvPr id="23" name="文字版面配置區 23">
            <a:extLst>
              <a:ext uri="{FF2B5EF4-FFF2-40B4-BE49-F238E27FC236}">
                <a16:creationId xmlns:a16="http://schemas.microsoft.com/office/drawing/2014/main" id="{251583DD-8BC4-2EE7-9B07-AE13F9801136}"/>
              </a:ext>
            </a:extLst>
          </p:cNvPr>
          <p:cNvSpPr>
            <a:spLocks noGrp="1"/>
          </p:cNvSpPr>
          <p:nvPr>
            <p:ph type="body" sz="quarter" idx="40" hasCustomPrompt="1"/>
          </p:nvPr>
        </p:nvSpPr>
        <p:spPr>
          <a:xfrm>
            <a:off x="611188" y="4291964"/>
            <a:ext cx="2555876" cy="475299"/>
          </a:xfrm>
        </p:spPr>
        <p:txBody>
          <a:bodyPr anchor="b">
            <a:noAutofit/>
          </a:bodyPr>
          <a:lstStyle>
            <a:lvl1pPr algn="l">
              <a:spcBef>
                <a:spcPts val="0"/>
              </a:spcBef>
              <a:defRPr sz="8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marL="0" marR="0" lvl="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1" lang="en-US" altLang="zh-HK" dirty="0"/>
              <a:t>Lorem Ipsum is simply dummy text of the printing and typesetting industry. Lorem Ipsum has been the industry's standard dummy text ever since the 1500s.</a:t>
            </a:r>
          </a:p>
        </p:txBody>
      </p:sp>
    </p:spTree>
    <p:extLst>
      <p:ext uri="{BB962C8B-B14F-4D97-AF65-F5344CB8AC3E}">
        <p14:creationId xmlns:p14="http://schemas.microsoft.com/office/powerpoint/2010/main" val="175066880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tent page_4">
    <p:spTree>
      <p:nvGrpSpPr>
        <p:cNvPr id="1" name=""/>
        <p:cNvGrpSpPr/>
        <p:nvPr/>
      </p:nvGrpSpPr>
      <p:grpSpPr>
        <a:xfrm>
          <a:off x="0" y="0"/>
          <a:ext cx="0" cy="0"/>
          <a:chOff x="0" y="0"/>
          <a:chExt cx="0" cy="0"/>
        </a:xfrm>
      </p:grpSpPr>
      <p:sp>
        <p:nvSpPr>
          <p:cNvPr id="6" name="Page #">
            <a:extLst>
              <a:ext uri="{FF2B5EF4-FFF2-40B4-BE49-F238E27FC236}">
                <a16:creationId xmlns:a16="http://schemas.microsoft.com/office/drawing/2014/main" id="{E5DAD4A7-66E9-F017-C4C5-805CDD2C2821}"/>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latin typeface="+mn-lt"/>
                <a:ea typeface="Arial" charset="0"/>
                <a:cs typeface="Arial" panose="020B0604020202020204" pitchFamily="34" charset="0"/>
              </a:rPr>
              <a:pPr lvl="0" algn="l">
                <a:lnSpc>
                  <a:spcPts val="1000"/>
                </a:lnSpc>
              </a:pPr>
              <a:t>‹#›</a:t>
            </a:fld>
            <a:endParaRPr lang="en-GB" sz="600" b="0" i="0" dirty="0">
              <a:latin typeface="+mn-lt"/>
              <a:ea typeface="Arial" charset="0"/>
              <a:cs typeface="Arial" panose="020B0604020202020204" pitchFamily="34" charset="0"/>
            </a:endParaRPr>
          </a:p>
        </p:txBody>
      </p:sp>
      <p:pic>
        <p:nvPicPr>
          <p:cNvPr id="7" name="圖片 6">
            <a:extLst>
              <a:ext uri="{FF2B5EF4-FFF2-40B4-BE49-F238E27FC236}">
                <a16:creationId xmlns:a16="http://schemas.microsoft.com/office/drawing/2014/main" id="{D521DA00-9CD7-328A-2999-FA20CE30E4E8}"/>
              </a:ext>
            </a:extLst>
          </p:cNvPr>
          <p:cNvPicPr>
            <a:picLocks noChangeAspect="1"/>
          </p:cNvPicPr>
          <p:nvPr userDrawn="1"/>
        </p:nvPicPr>
        <p:blipFill>
          <a:blip r:embed="rId2"/>
          <a:stretch>
            <a:fillRect/>
          </a:stretch>
        </p:blipFill>
        <p:spPr>
          <a:xfrm>
            <a:off x="7858340" y="4691044"/>
            <a:ext cx="684000" cy="222153"/>
          </a:xfrm>
          <a:prstGeom prst="rect">
            <a:avLst/>
          </a:prstGeom>
        </p:spPr>
      </p:pic>
      <p:sp>
        <p:nvSpPr>
          <p:cNvPr id="8" name="矩形 7">
            <a:extLst>
              <a:ext uri="{FF2B5EF4-FFF2-40B4-BE49-F238E27FC236}">
                <a16:creationId xmlns:a16="http://schemas.microsoft.com/office/drawing/2014/main" id="{24426D64-1680-03AF-1E5E-C040206225FD}"/>
              </a:ext>
            </a:extLst>
          </p:cNvPr>
          <p:cNvSpPr/>
          <p:nvPr userDrawn="1"/>
        </p:nvSpPr>
        <p:spPr>
          <a:xfrm>
            <a:off x="8677275" y="4838905"/>
            <a:ext cx="72820" cy="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p>
        </p:txBody>
      </p:sp>
      <p:sp>
        <p:nvSpPr>
          <p:cNvPr id="11" name="矩形 10">
            <a:extLst>
              <a:ext uri="{FF2B5EF4-FFF2-40B4-BE49-F238E27FC236}">
                <a16:creationId xmlns:a16="http://schemas.microsoft.com/office/drawing/2014/main" id="{5F57F45A-927B-ECA1-B060-35B15C7F2E11}"/>
              </a:ext>
            </a:extLst>
          </p:cNvPr>
          <p:cNvSpPr>
            <a:spLocks noChangeAspect="1"/>
          </p:cNvSpPr>
          <p:nvPr userDrawn="1"/>
        </p:nvSpPr>
        <p:spPr>
          <a:xfrm>
            <a:off x="401514" y="4846519"/>
            <a:ext cx="64800" cy="648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sp>
        <p:nvSpPr>
          <p:cNvPr id="14" name="文字方塊 13">
            <a:extLst>
              <a:ext uri="{FF2B5EF4-FFF2-40B4-BE49-F238E27FC236}">
                <a16:creationId xmlns:a16="http://schemas.microsoft.com/office/drawing/2014/main" id="{359AAFA2-9F60-5C7E-B902-111C8ADC52AA}"/>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rgbClr val="000000"/>
                </a:solidFill>
                <a:latin typeface="Avenir Next Demi Bold" panose="020B0503020202020204" pitchFamily="34" charset="0"/>
                <a:ea typeface="+mn-ea"/>
                <a:cs typeface="+mn-cs"/>
              </a:rPr>
              <a:t>CONFIDENTIAL &amp; RESTRICTED BY MRDI</a:t>
            </a:r>
            <a:endParaRPr kumimoji="1" lang="zh-HK" altLang="en-US" sz="700" b="1" i="0" kern="1200" dirty="0">
              <a:solidFill>
                <a:srgbClr val="000000"/>
              </a:solidFill>
              <a:latin typeface="Avenir Next Demi Bold" panose="020B0503020202020204" pitchFamily="34" charset="0"/>
              <a:ea typeface="+mn-ea"/>
              <a:cs typeface="+mn-cs"/>
            </a:endParaRPr>
          </a:p>
        </p:txBody>
      </p:sp>
      <p:sp>
        <p:nvSpPr>
          <p:cNvPr id="15" name="文字版面配置區 2">
            <a:extLst>
              <a:ext uri="{FF2B5EF4-FFF2-40B4-BE49-F238E27FC236}">
                <a16:creationId xmlns:a16="http://schemas.microsoft.com/office/drawing/2014/main" id="{B939FF9A-E1B5-2E56-5BE1-0C8622A4D82F}"/>
              </a:ext>
            </a:extLst>
          </p:cNvPr>
          <p:cNvSpPr>
            <a:spLocks noGrp="1"/>
          </p:cNvSpPr>
          <p:nvPr>
            <p:ph type="body" idx="1" hasCustomPrompt="1"/>
          </p:nvPr>
        </p:nvSpPr>
        <p:spPr>
          <a:xfrm>
            <a:off x="611188" y="528638"/>
            <a:ext cx="6553200" cy="711200"/>
          </a:xfrm>
          <a:prstGeom prst="rect">
            <a:avLst/>
          </a:prstGeom>
        </p:spPr>
        <p:txBody>
          <a:bodyPr>
            <a:noAutofit/>
          </a:bodyPr>
          <a:lstStyle>
            <a:lvl1pPr marL="0" indent="0" algn="l">
              <a:spcBef>
                <a:spcPts val="0"/>
              </a:spcBef>
              <a:buNone/>
              <a:defRPr sz="2400" b="0" i="0">
                <a:solidFill>
                  <a:schemeClr val="bg2"/>
                </a:solidFill>
                <a:latin typeface="Avenir Next Medium"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Headline font in Avenir Next and </a:t>
            </a:r>
            <a:br>
              <a:rPr kumimoji="1" lang="en-US" altLang="zh-TW" dirty="0"/>
            </a:br>
            <a:r>
              <a:rPr kumimoji="1" lang="en-US" altLang="zh-TW" dirty="0"/>
              <a:t>24pt font size which is adjustable</a:t>
            </a:r>
            <a:endParaRPr kumimoji="1" lang="zh-TW" altLang="en-US" dirty="0"/>
          </a:p>
        </p:txBody>
      </p:sp>
      <p:sp>
        <p:nvSpPr>
          <p:cNvPr id="16" name="內容版面配置區 17">
            <a:extLst>
              <a:ext uri="{FF2B5EF4-FFF2-40B4-BE49-F238E27FC236}">
                <a16:creationId xmlns:a16="http://schemas.microsoft.com/office/drawing/2014/main" id="{3D259565-4BDB-2642-EF8A-813FCD7301F5}"/>
              </a:ext>
            </a:extLst>
          </p:cNvPr>
          <p:cNvSpPr>
            <a:spLocks noGrp="1"/>
          </p:cNvSpPr>
          <p:nvPr>
            <p:ph sz="quarter" idx="14" hasCustomPrompt="1"/>
          </p:nvPr>
        </p:nvSpPr>
        <p:spPr>
          <a:xfrm>
            <a:off x="611187" y="231775"/>
            <a:ext cx="3889375"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ALL CAP SUBHEADING GOES HERE IN 8PT</a:t>
            </a:r>
            <a:endParaRPr kumimoji="1" lang="zh-HK" altLang="en-US" dirty="0"/>
          </a:p>
        </p:txBody>
      </p:sp>
    </p:spTree>
    <p:extLst>
      <p:ext uri="{BB962C8B-B14F-4D97-AF65-F5344CB8AC3E}">
        <p14:creationId xmlns:p14="http://schemas.microsoft.com/office/powerpoint/2010/main" val="154030285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_自訂版面配置">
    <p:bg>
      <p:bgPr>
        <a:solidFill>
          <a:schemeClr val="bg2"/>
        </a:solidFill>
        <a:effectLst/>
      </p:bgPr>
    </p:bg>
    <p:spTree>
      <p:nvGrpSpPr>
        <p:cNvPr id="1" name=""/>
        <p:cNvGrpSpPr/>
        <p:nvPr/>
      </p:nvGrpSpPr>
      <p:grpSpPr>
        <a:xfrm>
          <a:off x="0" y="0"/>
          <a:ext cx="0" cy="0"/>
          <a:chOff x="0" y="0"/>
          <a:chExt cx="0" cy="0"/>
        </a:xfrm>
      </p:grpSpPr>
      <p:pic>
        <p:nvPicPr>
          <p:cNvPr id="7" name="圖形 6">
            <a:extLst>
              <a:ext uri="{FF2B5EF4-FFF2-40B4-BE49-F238E27FC236}">
                <a16:creationId xmlns:a16="http://schemas.microsoft.com/office/drawing/2014/main" id="{229B4280-BFFD-2B21-2CF9-5ECE9BEE1A6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831736" y="3976688"/>
            <a:ext cx="2845539" cy="927893"/>
          </a:xfrm>
          <a:prstGeom prst="rect">
            <a:avLst/>
          </a:prstGeom>
        </p:spPr>
      </p:pic>
      <p:sp>
        <p:nvSpPr>
          <p:cNvPr id="8" name="內容版面配置區 9">
            <a:extLst>
              <a:ext uri="{FF2B5EF4-FFF2-40B4-BE49-F238E27FC236}">
                <a16:creationId xmlns:a16="http://schemas.microsoft.com/office/drawing/2014/main" id="{E3003219-1B97-7849-2FA3-F3FB2203D4CE}"/>
              </a:ext>
            </a:extLst>
          </p:cNvPr>
          <p:cNvSpPr>
            <a:spLocks noGrp="1"/>
          </p:cNvSpPr>
          <p:nvPr>
            <p:ph sz="quarter" idx="13" hasCustomPrompt="1"/>
          </p:nvPr>
        </p:nvSpPr>
        <p:spPr>
          <a:xfrm>
            <a:off x="466725" y="231775"/>
            <a:ext cx="4033838" cy="2016125"/>
          </a:xfrm>
        </p:spPr>
        <p:txBody>
          <a:bodyPr>
            <a:normAutofit/>
          </a:bodyPr>
          <a:lstStyle>
            <a:lvl1pPr>
              <a:defRPr sz="1200">
                <a:solidFill>
                  <a:schemeClr val="tx1"/>
                </a:solidFill>
                <a:latin typeface="+mn-lt"/>
              </a:defRPr>
            </a:lvl1pPr>
          </a:lstStyle>
          <a:p>
            <a:pPr lvl="0"/>
            <a:r>
              <a:rPr kumimoji="1" lang="en-US" altLang="zh-TW" dirty="0"/>
              <a:t>The photographic examples throughout this document are for conceptual and design reference only. The image rights have not been purchased, do not circulate.</a:t>
            </a:r>
            <a:endParaRPr kumimoji="1" lang="zh-HK" altLang="en-US" dirty="0"/>
          </a:p>
        </p:txBody>
      </p:sp>
    </p:spTree>
    <p:extLst>
      <p:ext uri="{BB962C8B-B14F-4D97-AF65-F5344CB8AC3E}">
        <p14:creationId xmlns:p14="http://schemas.microsoft.com/office/powerpoint/2010/main" val="141031256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2_自訂版面配置">
    <p:bg>
      <p:bgPr>
        <a:solidFill>
          <a:schemeClr val="tx1"/>
        </a:solidFill>
        <a:effectLst/>
      </p:bgPr>
    </p:bg>
    <p:spTree>
      <p:nvGrpSpPr>
        <p:cNvPr id="1" name=""/>
        <p:cNvGrpSpPr/>
        <p:nvPr/>
      </p:nvGrpSpPr>
      <p:grpSpPr>
        <a:xfrm>
          <a:off x="0" y="0"/>
          <a:ext cx="0" cy="0"/>
          <a:chOff x="0" y="0"/>
          <a:chExt cx="0" cy="0"/>
        </a:xfrm>
      </p:grpSpPr>
      <p:sp>
        <p:nvSpPr>
          <p:cNvPr id="8" name="內容版面配置區 9">
            <a:extLst>
              <a:ext uri="{FF2B5EF4-FFF2-40B4-BE49-F238E27FC236}">
                <a16:creationId xmlns:a16="http://schemas.microsoft.com/office/drawing/2014/main" id="{E3003219-1B97-7849-2FA3-F3FB2203D4CE}"/>
              </a:ext>
            </a:extLst>
          </p:cNvPr>
          <p:cNvSpPr>
            <a:spLocks noGrp="1"/>
          </p:cNvSpPr>
          <p:nvPr>
            <p:ph sz="quarter" idx="13" hasCustomPrompt="1"/>
          </p:nvPr>
        </p:nvSpPr>
        <p:spPr>
          <a:xfrm>
            <a:off x="466725" y="231775"/>
            <a:ext cx="4033838" cy="2016125"/>
          </a:xfrm>
        </p:spPr>
        <p:txBody>
          <a:bodyPr>
            <a:normAutofit/>
          </a:bodyPr>
          <a:lstStyle>
            <a:lvl1pPr>
              <a:defRPr sz="1200">
                <a:solidFill>
                  <a:schemeClr val="bg1"/>
                </a:solidFill>
                <a:latin typeface="+mn-lt"/>
              </a:defRPr>
            </a:lvl1pPr>
          </a:lstStyle>
          <a:p>
            <a:pPr lvl="0"/>
            <a:r>
              <a:rPr kumimoji="1" lang="en-US" altLang="zh-TW" dirty="0"/>
              <a:t>The photographic examples throughout this document are for conceptual and design reference only. The image rights have not been purchased, do not circulate.</a:t>
            </a:r>
            <a:endParaRPr kumimoji="1" lang="zh-HK" altLang="en-US" dirty="0"/>
          </a:p>
        </p:txBody>
      </p:sp>
      <p:pic>
        <p:nvPicPr>
          <p:cNvPr id="3" name="圖形 2">
            <a:extLst>
              <a:ext uri="{FF2B5EF4-FFF2-40B4-BE49-F238E27FC236}">
                <a16:creationId xmlns:a16="http://schemas.microsoft.com/office/drawing/2014/main" id="{3BDF90BE-7211-BE69-E144-365AF1859EC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832475" y="3984073"/>
            <a:ext cx="2844800" cy="927652"/>
          </a:xfrm>
          <a:prstGeom prst="rect">
            <a:avLst/>
          </a:prstGeom>
        </p:spPr>
      </p:pic>
    </p:spTree>
    <p:extLst>
      <p:ext uri="{BB962C8B-B14F-4D97-AF65-F5344CB8AC3E}">
        <p14:creationId xmlns:p14="http://schemas.microsoft.com/office/powerpoint/2010/main" val="83650492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標題版面配置區 1">
            <a:extLst>
              <a:ext uri="{FF2B5EF4-FFF2-40B4-BE49-F238E27FC236}">
                <a16:creationId xmlns:a16="http://schemas.microsoft.com/office/drawing/2014/main" id="{E71D9F18-9241-7629-810F-1815FAFDE672}"/>
              </a:ext>
            </a:extLst>
          </p:cNvPr>
          <p:cNvSpPr>
            <a:spLocks noGrp="1"/>
          </p:cNvSpPr>
          <p:nvPr>
            <p:ph type="title"/>
          </p:nvPr>
        </p:nvSpPr>
        <p:spPr>
          <a:xfrm>
            <a:off x="611189" y="376238"/>
            <a:ext cx="7921624" cy="863600"/>
          </a:xfrm>
          <a:prstGeom prst="rect">
            <a:avLst/>
          </a:prstGeom>
        </p:spPr>
        <p:txBody>
          <a:bodyPr vert="horz" lIns="0" tIns="0" rIns="0" bIns="0" rtlCol="0" anchor="t" anchorCtr="0">
            <a:normAutofit/>
          </a:bodyPr>
          <a:lstStyle/>
          <a:p>
            <a:r>
              <a:rPr kumimoji="1" lang="en-US" altLang="zh-TW" dirty="0"/>
              <a:t>Headline - Avenir Next</a:t>
            </a:r>
            <a:endParaRPr kumimoji="1" lang="zh-HK" altLang="en-US" dirty="0"/>
          </a:p>
        </p:txBody>
      </p:sp>
      <p:sp>
        <p:nvSpPr>
          <p:cNvPr id="3" name="文字版面配置區 2">
            <a:extLst>
              <a:ext uri="{FF2B5EF4-FFF2-40B4-BE49-F238E27FC236}">
                <a16:creationId xmlns:a16="http://schemas.microsoft.com/office/drawing/2014/main" id="{EFA68FE0-EDFB-2640-E347-82E8A2024190}"/>
              </a:ext>
            </a:extLst>
          </p:cNvPr>
          <p:cNvSpPr>
            <a:spLocks noGrp="1"/>
          </p:cNvSpPr>
          <p:nvPr>
            <p:ph type="body" idx="1"/>
          </p:nvPr>
        </p:nvSpPr>
        <p:spPr>
          <a:xfrm>
            <a:off x="611189" y="1384300"/>
            <a:ext cx="7921624" cy="2447925"/>
          </a:xfrm>
          <a:prstGeom prst="rect">
            <a:avLst/>
          </a:prstGeom>
        </p:spPr>
        <p:txBody>
          <a:bodyPr vert="horz" lIns="0" tIns="0" rIns="0" bIns="0" rtlCol="0">
            <a:normAutofit/>
          </a:bodyPr>
          <a:lstStyle/>
          <a:p>
            <a:pPr lvl="0"/>
            <a:r>
              <a:rPr kumimoji="1" lang="en-US" altLang="zh-TW" dirty="0"/>
              <a:t>Click to edit the master text style</a:t>
            </a:r>
            <a:endParaRPr kumimoji="1" lang="zh-TW" altLang="en-US" dirty="0"/>
          </a:p>
          <a:p>
            <a:pPr lvl="1"/>
            <a:r>
              <a:rPr kumimoji="1" lang="en-US" altLang="zh-TW" dirty="0"/>
              <a:t>First level bullet</a:t>
            </a:r>
            <a:endParaRPr kumimoji="1" lang="zh-TW" altLang="en-US" dirty="0"/>
          </a:p>
          <a:p>
            <a:pPr lvl="2"/>
            <a:r>
              <a:rPr kumimoji="1" lang="en-US" altLang="zh-TW" dirty="0"/>
              <a:t>Second level bullet</a:t>
            </a:r>
            <a:endParaRPr kumimoji="1" lang="zh-TW" altLang="en-US" dirty="0"/>
          </a:p>
          <a:p>
            <a:pPr lvl="3"/>
            <a:r>
              <a:rPr kumimoji="1" lang="en-US" altLang="zh-TW" dirty="0"/>
              <a:t>Third level bullet</a:t>
            </a:r>
            <a:endParaRPr kumimoji="1" lang="zh-TW" altLang="en-US" dirty="0"/>
          </a:p>
          <a:p>
            <a:pPr lvl="4"/>
            <a:r>
              <a:rPr kumimoji="1" lang="en-US" altLang="zh-TW" dirty="0"/>
              <a:t>Fourth level bullet</a:t>
            </a:r>
            <a:endParaRPr kumimoji="1" lang="zh-HK" altLang="en-US" dirty="0"/>
          </a:p>
        </p:txBody>
      </p:sp>
    </p:spTree>
    <p:extLst>
      <p:ext uri="{BB962C8B-B14F-4D97-AF65-F5344CB8AC3E}">
        <p14:creationId xmlns:p14="http://schemas.microsoft.com/office/powerpoint/2010/main" val="1062535829"/>
      </p:ext>
    </p:extLst>
  </p:cSld>
  <p:clrMap bg1="dk1" tx1="lt1" bg2="dk2" tx2="lt2" accent1="accent1" accent2="accent2" accent3="accent3" accent4="accent4" accent5="accent5" accent6="accent6" hlink="hlink" folHlink="folHlink"/>
  <p:sldLayoutIdLst>
    <p:sldLayoutId id="2147483673" r:id="rId1"/>
    <p:sldLayoutId id="2147483687" r:id="rId2"/>
    <p:sldLayoutId id="2147483675" r:id="rId3"/>
    <p:sldLayoutId id="2147483689" r:id="rId4"/>
    <p:sldLayoutId id="2147483690" r:id="rId5"/>
    <p:sldLayoutId id="2147483691" r:id="rId6"/>
    <p:sldLayoutId id="2147483692" r:id="rId7"/>
    <p:sldLayoutId id="2147483696" r:id="rId8"/>
    <p:sldLayoutId id="2147483695" r:id="rId9"/>
    <p:sldLayoutId id="2147483679" r:id="rId10"/>
    <p:sldLayoutId id="2147483700" r:id="rId11"/>
    <p:sldLayoutId id="2147483705" r:id="rId12"/>
    <p:sldLayoutId id="2147483704" r:id="rId13"/>
    <p:sldLayoutId id="2147483703" r:id="rId14"/>
    <p:sldLayoutId id="2147483710" r:id="rId15"/>
    <p:sldLayoutId id="2147483701" r:id="rId16"/>
    <p:sldLayoutId id="2147483709" r:id="rId17"/>
    <p:sldLayoutId id="2147483699" r:id="rId18"/>
    <p:sldLayoutId id="2147483697" r:id="rId19"/>
    <p:sldLayoutId id="2147483711" r:id="rId20"/>
    <p:sldLayoutId id="2147483698" r:id="rId21"/>
    <p:sldLayoutId id="2147483684" r:id="rId22"/>
    <p:sldLayoutId id="2147483685" r:id="rId23"/>
    <p:sldLayoutId id="2147483686" r:id="rId24"/>
  </p:sldLayoutIdLst>
  <p:hf sldNum="0" hdr="0" ftr="0"/>
  <p:txStyles>
    <p:titleStyle>
      <a:lvl1pPr algn="l" defTabSz="685800" rtl="0" eaLnBrk="1" latinLnBrk="0" hangingPunct="1">
        <a:lnSpc>
          <a:spcPct val="100000"/>
        </a:lnSpc>
        <a:spcBef>
          <a:spcPct val="0"/>
        </a:spcBef>
        <a:buNone/>
        <a:defRPr sz="3300" kern="1200">
          <a:solidFill>
            <a:schemeClr val="bg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0" indent="0" algn="l" defTabSz="685800" rtl="0" eaLnBrk="1" latinLnBrk="0" hangingPunct="1">
        <a:lnSpc>
          <a:spcPct val="100000"/>
        </a:lnSpc>
        <a:spcBef>
          <a:spcPts val="750"/>
        </a:spcBef>
        <a:buFont typeface="Arial" panose="020B0604020202020204" pitchFamily="34" charset="0"/>
        <a:buNone/>
        <a:defRPr sz="2000" b="0" i="0" kern="1200">
          <a:solidFill>
            <a:schemeClr val="bg1"/>
          </a:solidFill>
          <a:latin typeface="Avenir Next Medium" panose="020B0503020202020204" pitchFamily="34" charset="0"/>
          <a:ea typeface="+mj-ea"/>
          <a:cs typeface="+mn-cs"/>
        </a:defRPr>
      </a:lvl1pPr>
      <a:lvl2pPr marL="6350" indent="0" algn="l" defTabSz="685800" rtl="0" eaLnBrk="1" latinLnBrk="0" hangingPunct="1">
        <a:lnSpc>
          <a:spcPct val="100000"/>
        </a:lnSpc>
        <a:spcBef>
          <a:spcPts val="375"/>
        </a:spcBef>
        <a:buSzPct val="70000"/>
        <a:buFont typeface="Wingdings" pitchFamily="2" charset="2"/>
        <a:buNone/>
        <a:tabLst/>
        <a:defRPr sz="1200" b="0" i="0" kern="1200">
          <a:solidFill>
            <a:schemeClr val="bg1"/>
          </a:solidFill>
          <a:latin typeface="Avenir Next Medium" panose="020B0503020202020204" pitchFamily="34" charset="0"/>
          <a:ea typeface="+mn-ea"/>
          <a:cs typeface="+mn-cs"/>
        </a:defRPr>
      </a:lvl2pPr>
      <a:lvl3pPr marL="6350" indent="0" algn="l" defTabSz="685800" rtl="0" eaLnBrk="1" latinLnBrk="0" hangingPunct="1">
        <a:lnSpc>
          <a:spcPct val="100000"/>
        </a:lnSpc>
        <a:spcBef>
          <a:spcPts val="375"/>
        </a:spcBef>
        <a:buSzPct val="70000"/>
        <a:buFont typeface="Wingdings" pitchFamily="2" charset="2"/>
        <a:buNone/>
        <a:tabLst/>
        <a:defRPr sz="1200" b="0" i="0" kern="1200">
          <a:solidFill>
            <a:schemeClr val="bg1"/>
          </a:solidFill>
          <a:latin typeface="+mn-lt"/>
          <a:ea typeface="+mn-ea"/>
          <a:cs typeface="+mn-cs"/>
        </a:defRPr>
      </a:lvl3pPr>
      <a:lvl4pPr marL="6350" indent="0" algn="l" defTabSz="685800" rtl="0" eaLnBrk="1" latinLnBrk="0" hangingPunct="1">
        <a:lnSpc>
          <a:spcPct val="100000"/>
        </a:lnSpc>
        <a:spcBef>
          <a:spcPts val="375"/>
        </a:spcBef>
        <a:buSzPct val="50000"/>
        <a:buFont typeface="Wingdings" pitchFamily="2" charset="2"/>
        <a:buNone/>
        <a:tabLst/>
        <a:defRPr sz="1000" b="0" i="0" kern="1200">
          <a:solidFill>
            <a:schemeClr val="bg1"/>
          </a:solidFill>
          <a:latin typeface="Avenir Next" panose="020B0503020202020204" pitchFamily="34" charset="0"/>
          <a:ea typeface="+mn-ea"/>
          <a:cs typeface="+mn-cs"/>
        </a:defRPr>
      </a:lvl4pPr>
      <a:lvl5pPr marL="6350" indent="0" algn="l" defTabSz="685800" rtl="0" eaLnBrk="1" latinLnBrk="0" hangingPunct="1">
        <a:lnSpc>
          <a:spcPct val="100000"/>
        </a:lnSpc>
        <a:spcBef>
          <a:spcPts val="375"/>
        </a:spcBef>
        <a:buSzPct val="50000"/>
        <a:buFont typeface="Wingdings" pitchFamily="2" charset="2"/>
        <a:buNone/>
        <a:tabLst/>
        <a:defRPr sz="800" b="0" i="0" kern="1200">
          <a:solidFill>
            <a:schemeClr val="bg1"/>
          </a:solidFill>
          <a:latin typeface="Avenir Next" panose="020B0503020202020204" pitchFamily="34" charset="0"/>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zh-HK"/>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2" userDrawn="1">
          <p15:clr>
            <a:srgbClr val="F26B43"/>
          </p15:clr>
        </p15:guide>
        <p15:guide id="6" pos="5466" userDrawn="1">
          <p15:clr>
            <a:srgbClr val="F26B43"/>
          </p15:clr>
        </p15:guide>
        <p15:guide id="19" pos="4595" userDrawn="1">
          <p15:clr>
            <a:srgbClr val="F26B43"/>
          </p15:clr>
        </p15:guide>
        <p15:guide id="34" pos="3674" userDrawn="1">
          <p15:clr>
            <a:srgbClr val="F26B43"/>
          </p15:clr>
        </p15:guide>
        <p15:guide id="36" pos="2835" userDrawn="1">
          <p15:clr>
            <a:srgbClr val="F26B43"/>
          </p15:clr>
        </p15:guide>
        <p15:guide id="43" pos="294" userDrawn="1">
          <p15:clr>
            <a:srgbClr val="F26B43"/>
          </p15:clr>
        </p15:guide>
        <p15:guide id="44" pos="1995" userDrawn="1">
          <p15:clr>
            <a:srgbClr val="F26B43"/>
          </p15:clr>
        </p15:guide>
        <p15:guide id="45" pos="2064" userDrawn="1">
          <p15:clr>
            <a:srgbClr val="F26B43"/>
          </p15:clr>
        </p15:guide>
        <p15:guide id="49" pos="1224" userDrawn="1">
          <p15:clr>
            <a:srgbClr val="F26B43"/>
          </p15:clr>
        </p15:guide>
        <p15:guide id="50" pos="1156" userDrawn="1">
          <p15:clr>
            <a:srgbClr val="F26B43"/>
          </p15:clr>
        </p15:guide>
        <p15:guide id="51" pos="2880" userDrawn="1">
          <p15:clr>
            <a:srgbClr val="F26B43"/>
          </p15:clr>
        </p15:guide>
        <p15:guide id="52" pos="3742" userDrawn="1">
          <p15:clr>
            <a:srgbClr val="F26B43"/>
          </p15:clr>
        </p15:guide>
        <p15:guide id="53" pos="4513" userDrawn="1">
          <p15:clr>
            <a:srgbClr val="F26B43"/>
          </p15:clr>
        </p15:guide>
        <p15:guide id="54" pos="5375" userDrawn="1">
          <p15:clr>
            <a:srgbClr val="F26B43"/>
          </p15:clr>
        </p15:guide>
        <p15:guide id="55" pos="385" userDrawn="1">
          <p15:clr>
            <a:srgbClr val="F26B43"/>
          </p15:clr>
        </p15:guide>
        <p15:guide id="56" orient="horz" userDrawn="1">
          <p15:clr>
            <a:srgbClr val="F26B43"/>
          </p15:clr>
        </p15:guide>
        <p15:guide id="64" orient="horz" pos="146" userDrawn="1">
          <p15:clr>
            <a:srgbClr val="F26B43"/>
          </p15:clr>
        </p15:guide>
        <p15:guide id="65" orient="horz" pos="237" userDrawn="1">
          <p15:clr>
            <a:srgbClr val="F26B43"/>
          </p15:clr>
        </p15:guide>
        <p15:guide id="66" orient="horz" pos="327" userDrawn="1">
          <p15:clr>
            <a:srgbClr val="F26B43"/>
          </p15:clr>
        </p15:guide>
        <p15:guide id="67" orient="horz" pos="3240" userDrawn="1">
          <p15:clr>
            <a:srgbClr val="F26B43"/>
          </p15:clr>
        </p15:guide>
        <p15:guide id="68" orient="horz" pos="3094" userDrawn="1">
          <p15:clr>
            <a:srgbClr val="F26B43"/>
          </p15:clr>
        </p15:guide>
        <p15:guide id="69" orient="horz" pos="3003" userDrawn="1">
          <p15:clr>
            <a:srgbClr val="F26B43"/>
          </p15:clr>
        </p15:guide>
        <p15:guide id="70" orient="horz" pos="2913" userDrawn="1">
          <p15:clr>
            <a:srgbClr val="F26B43"/>
          </p15:clr>
        </p15:guide>
        <p15:guide id="73" orient="horz" pos="1325" userDrawn="1">
          <p15:clr>
            <a:srgbClr val="F26B43"/>
          </p15:clr>
        </p15:guide>
        <p15:guide id="75" orient="horz" pos="1869" userDrawn="1">
          <p15:clr>
            <a:srgbClr val="F26B43"/>
          </p15:clr>
        </p15:guide>
        <p15:guide id="76" orient="horz" pos="1960" userDrawn="1">
          <p15:clr>
            <a:srgbClr val="F26B43"/>
          </p15:clr>
        </p15:guide>
        <p15:guide id="77" orient="horz" pos="1416" userDrawn="1">
          <p15:clr>
            <a:srgbClr val="F26B43"/>
          </p15:clr>
        </p15:guide>
        <p15:guide id="78" orient="horz" pos="2414" userDrawn="1">
          <p15:clr>
            <a:srgbClr val="F26B43"/>
          </p15:clr>
        </p15:guide>
        <p15:guide id="79" orient="horz" pos="2505" userDrawn="1">
          <p15:clr>
            <a:srgbClr val="F26B43"/>
          </p15:clr>
        </p15:guide>
        <p15:guide id="81" orient="horz" pos="781" userDrawn="1">
          <p15:clr>
            <a:srgbClr val="F26B43"/>
          </p15:clr>
        </p15:guide>
        <p15:guide id="82" orient="horz" pos="872" userDrawn="1">
          <p15:clr>
            <a:srgbClr val="F26B43"/>
          </p15:clr>
        </p15:guide>
        <p15:guide id="83" pos="576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xml"/><Relationship Id="rId3" Type="http://schemas.openxmlformats.org/officeDocument/2006/relationships/hyperlink" Target="https://compoundsemiconductor.net/article/124560/AI_and_the_future_of_epitaxy" TargetMode="External"/><Relationship Id="rId4" Type="http://schemas.openxmlformats.org/officeDocument/2006/relationships/hyperlink" Target="https://www.ivwkr.com/news-post/mbe-equipment-enhanced-by-ai-agents-a-new-era-of-automation-in-epitaxial-wafer-production/?lang=en" TargetMode="External"/><Relationship Id="rId5" Type="http://schemas.openxmlformats.org/officeDocument/2006/relationships/hyperlink" Target="https://www.nature.com/articles/s41524-025-01805-0" TargetMode="External"/><Relationship Id="rId6" Type="http://schemas.openxmlformats.org/officeDocument/2006/relationships/hyperlink" Target="https://community.spotfire.com/articles/spotfire/sputter-deposition-advanced-process-control-r3552/" TargetMode="External"/><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 Id="rId11" Type="http://schemas.openxmlformats.org/officeDocument/2006/relationships/image" Target="../media/image12.png"/><Relationship Id="rId12" Type="http://schemas.openxmlformats.org/officeDocument/2006/relationships/image" Target="../media/image13.png"/><Relationship Id="rId13" Type="http://schemas.openxmlformats.org/officeDocument/2006/relationships/image" Target="../media/image14.png"/><Relationship Id="rId14" Type="http://schemas.openxmlformats.org/officeDocument/2006/relationships/image" Target="../media/image15.png"/><Relationship Id="rId15" Type="http://schemas.openxmlformats.org/officeDocument/2006/relationships/image" Target="../media/image16.png"/><Relationship Id="rId16" Type="http://schemas.openxmlformats.org/officeDocument/2006/relationships/image" Target="../media/image17.png"/><Relationship Id="rId17" Type="http://schemas.openxmlformats.org/officeDocument/2006/relationships/image" Target="../media/image18.png"/><Relationship Id="rId18" Type="http://schemas.openxmlformats.org/officeDocument/2006/relationships/image" Target="../media/image19.png"/><Relationship Id="rId19" Type="http://schemas.openxmlformats.org/officeDocument/2006/relationships/image" Target="../media/image2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圖片版面配置區 7">
            <a:extLst>
              <a:ext uri="{FF2B5EF4-FFF2-40B4-BE49-F238E27FC236}">
                <a16:creationId xmlns:a16="http://schemas.microsoft.com/office/drawing/2014/main" id="{EB70DE72-A802-74B3-2B19-95FB44877491}"/>
              </a:ext>
            </a:extLst>
          </p:cNvPr>
          <p:cNvPicPr>
            <a:picLocks noGrp="1" noChangeAspect="1"/>
          </p:cNvPicPr>
          <p:nvPr>
            <p:ph type="pic" sz="quarter" idx="10"/>
          </p:nvPr>
        </p:nvPicPr>
        <p:blipFill>
          <a:blip r:embed="rId2" cstate="hqprint">
            <a:extLst>
              <a:ext uri="{28A0092B-C50C-407E-A947-70E740481C1C}">
                <a14:useLocalDpi xmlns:a14="http://schemas.microsoft.com/office/drawing/2010/main"/>
              </a:ext>
            </a:extLst>
          </a:blip>
          <a:srcRect l="8040" r="8040"/>
          <a:stretch/>
        </p:blipFill>
        <p:spPr>
          <a:xfrm>
            <a:off x="4608512" y="2103438"/>
            <a:ext cx="4535487" cy="3040062"/>
          </a:xfrm>
        </p:spPr>
      </p:pic>
      <p:sp>
        <p:nvSpPr>
          <p:cNvPr id="54" name="SmartArt 版面配置區 53">
            <a:extLst>
              <a:ext uri="{FF2B5EF4-FFF2-40B4-BE49-F238E27FC236}">
                <a16:creationId xmlns:a16="http://schemas.microsoft.com/office/drawing/2014/main" id="{02B32B1E-9625-A41D-0F5D-F296DBD38215}"/>
              </a:ext>
            </a:extLst>
          </p:cNvPr>
          <p:cNvSpPr>
            <a:spLocks noGrp="1"/>
          </p:cNvSpPr>
          <p:nvPr>
            <p:ph type="dgm" sz="quarter" idx="13"/>
          </p:nvPr>
        </p:nvSpPr>
        <p:spPr/>
        <p:txBody>
          <a:bodyPr/>
          <a:lstStyle/>
          <a:p>
            <a:endParaRPr lang="zh-HK" altLang="en-US"/>
          </a:p>
        </p:txBody>
      </p:sp>
      <p:sp>
        <p:nvSpPr>
          <p:cNvPr id="2" name="副標題 1">
            <a:extLst>
              <a:ext uri="{FF2B5EF4-FFF2-40B4-BE49-F238E27FC236}">
                <a16:creationId xmlns:a16="http://schemas.microsoft.com/office/drawing/2014/main" id="{DF00AD9F-B89F-9CA7-1406-05191F4BE303}"/>
              </a:ext>
            </a:extLst>
          </p:cNvPr>
          <p:cNvSpPr>
            <a:spLocks noGrp="1"/>
          </p:cNvSpPr>
          <p:nvPr>
            <p:ph type="subTitle" idx="1"/>
          </p:nvPr>
        </p:nvSpPr>
        <p:spPr>
          <a:xfrm>
            <a:off x="611188" y="962291"/>
            <a:ext cx="7091362" cy="2592388"/>
          </a:xfrm>
        </p:spPr>
        <p:txBody>
          <a:bodyPr/>
          <a:lstStyle/>
          <a:p>
            <a:r>
              <a:rPr lang="en-US" altLang="zh-HK" sz="3200" dirty="0">
                <a:solidFill>
                  <a:schemeClr val="tx1">
                    <a:lumMod val="10000"/>
                  </a:schemeClr>
                </a:solidFill>
                <a:latin typeface="Outfit"/>
              </a:rPr>
              <a:t>Self-Built Nitride MBE System</a:t>
            </a:r>
          </a:p>
          <a:p>
            <a:r>
              <a:rPr lang="en-US" altLang="zh-HK" sz="3200" dirty="0">
                <a:solidFill>
                  <a:schemeClr val="tx1">
                    <a:lumMod val="10000"/>
                  </a:schemeClr>
                </a:solidFill>
                <a:latin typeface="Outfit"/>
              </a:rPr>
              <a:t>Project proposal</a:t>
            </a:r>
            <a:endParaRPr lang="zh-HK" altLang="en-US" sz="3200" dirty="0">
              <a:solidFill>
                <a:schemeClr val="tx1">
                  <a:lumMod val="10000"/>
                </a:schemeClr>
              </a:solidFill>
            </a:endParaRPr>
          </a:p>
        </p:txBody>
      </p:sp>
      <p:sp>
        <p:nvSpPr>
          <p:cNvPr id="6" name="內容版面配置區 5">
            <a:extLst>
              <a:ext uri="{FF2B5EF4-FFF2-40B4-BE49-F238E27FC236}">
                <a16:creationId xmlns:a16="http://schemas.microsoft.com/office/drawing/2014/main" id="{BF9E7EDA-A96F-E75B-C4DD-F661557842F7}"/>
              </a:ext>
            </a:extLst>
          </p:cNvPr>
          <p:cNvSpPr>
            <a:spLocks noGrp="1"/>
          </p:cNvSpPr>
          <p:nvPr>
            <p:ph sz="quarter" idx="14"/>
          </p:nvPr>
        </p:nvSpPr>
        <p:spPr>
          <a:xfrm>
            <a:off x="611188" y="231775"/>
            <a:ext cx="1331912" cy="144463"/>
          </a:xfrm>
        </p:spPr>
        <p:txBody>
          <a:bodyPr>
            <a:normAutofit/>
          </a:bodyPr>
          <a:lstStyle/>
          <a:p>
            <a:r>
              <a:rPr lang="en-US" altLang="zh-TW" dirty="0">
                <a:latin typeface="Outfit"/>
              </a:rPr>
              <a:t>30 July 2026</a:t>
            </a:r>
            <a:r>
              <a:rPr lang="zh-TW" altLang="en-US" dirty="0">
                <a:latin typeface="Outfit"/>
              </a:rPr>
              <a:t/>
            </a:r>
            <a:r>
              <a:rPr lang="en-HK" altLang="zh-TW" dirty="0">
                <a:latin typeface="Outfit"/>
              </a:rPr>
              <a:t/>
            </a:r>
            <a:endParaRPr lang="zh-HK" altLang="en-US" dirty="0"/>
          </a:p>
        </p:txBody>
      </p:sp>
    </p:spTree>
    <p:extLst>
      <p:ext uri="{BB962C8B-B14F-4D97-AF65-F5344CB8AC3E}">
        <p14:creationId xmlns:p14="http://schemas.microsoft.com/office/powerpoint/2010/main" val="11487893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a:xfrm>
            <a:off x="611187" y="467189"/>
            <a:ext cx="6553200" cy="711200"/>
          </a:xfrm>
        </p:spPr>
        <p:txBody>
          <a:bodyPr/>
          <a:lstStyle/>
          <a:p>
            <a:r>
              <a:rPr sz="2200" spc="20" dirty="0">
                <a:solidFill>
                  <a:srgbClr val="00B388"/>
                </a:solidFill>
                <a:latin typeface="Outfit" pitchFamily="2" charset="0"/>
              </a:rPr>
              <a:t>One machine, built in-house</a:t>
            </a:r>
          </a:p>
        </p:txBody>
      </p:sp>
      <p:sp>
        <p:nvSpPr>
          <p:cNvPr id="3" name="Content Placeholder 2"/>
          <p:cNvSpPr>
            <a:spLocks noGrp="1"/>
          </p:cNvSpPr>
          <p:nvPr>
            <p:ph sz="quarter" idx="14"/>
          </p:nvPr>
        </p:nvSpPr>
        <p:spPr/>
        <p:txBody>
          <a:bodyPr/>
          <a:lstStyle/>
          <a:p>
            <a:r>
              <a:rPr sz="800" spc="80" dirty="0">
                <a:solidFill>
                  <a:srgbClr val="191919"/>
                </a:solidFill>
                <a:latin typeface="AvenirNext LT Pro Medium"/>
              </a:rPr>
              <a:t>NITRIDE MBE PROPOSAL · MOTIVATION</a:t>
            </a:r>
            <a:r>
              <a:rPr lang="en-HK" sz="800" spc="80" dirty="0">
                <a:solidFill>
                  <a:srgbClr val="191919"/>
                </a:solidFill>
                <a:latin typeface="AvenirNext LT Pro Medium"/>
              </a:rPr>
              <a:t/>
            </a:r>
            <a:r>
              <a:rPr sz="800" spc="80" dirty="0">
                <a:solidFill>
                  <a:srgbClr val="191919"/>
                </a:solidFill>
                <a:latin typeface="AvenirNext LT Pro Medium"/>
              </a:rPr>
              <a:t/>
            </a:r>
          </a:p>
        </p:txBody>
      </p:sp>
      <p:sp>
        <p:nvSpPr>
          <p:cNvPr id="4" name="Rounded Rectangle 3"/>
          <p:cNvSpPr/>
          <p:nvPr/>
        </p:nvSpPr>
        <p:spPr>
          <a:xfrm>
            <a:off x="612648" y="1389888"/>
            <a:ext cx="2514600" cy="1600200"/>
          </a:xfrm>
          <a:prstGeom prst="roundRect">
            <a:avLst>
              <a:gd name="adj" fmla="val 9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40664" y="1517904"/>
            <a:ext cx="274320" cy="274320"/>
          </a:xfrm>
          <a:prstGeom prst="ellipse">
            <a:avLst/>
          </a:prstGeom>
          <a:solidFill>
            <a:srgbClr val="00B3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a:solidFill>
                  <a:srgbClr val="FFFFFF"/>
                </a:solidFill>
                <a:latin typeface="AvenirNext LT Pro Medium"/>
              </a:rPr>
              <a:t>01</a:t>
            </a:r>
          </a:p>
        </p:txBody>
      </p:sp>
      <p:sp>
        <p:nvSpPr>
          <p:cNvPr id="6" name="TextBox 5"/>
          <p:cNvSpPr txBox="1"/>
          <p:nvPr/>
        </p:nvSpPr>
        <p:spPr>
          <a:xfrm>
            <a:off x="1124712" y="1554480"/>
            <a:ext cx="1856232" cy="228600"/>
          </a:xfrm>
          <a:prstGeom prst="rect">
            <a:avLst/>
          </a:prstGeom>
          <a:noFill/>
        </p:spPr>
        <p:txBody>
          <a:bodyPr wrap="square" anchor="t" lIns="0" rIns="0" tIns="0" bIns="0">
            <a:spAutoFit/>
          </a:bodyPr>
          <a:lstStyle/>
          <a:p>
            <a:pPr algn="l">
              <a:lnSpc>
                <a:spcPct val="120000"/>
              </a:lnSpc>
            </a:pPr>
            <a:r>
              <a:rPr sz="1050">
                <a:solidFill>
                  <a:srgbClr val="191919"/>
                </a:solidFill>
                <a:latin typeface="AvenirNext LT Pro Medium"/>
              </a:rPr>
              <a:t>Cost</a:t>
            </a:r>
          </a:p>
        </p:txBody>
      </p:sp>
      <p:sp>
        <p:nvSpPr>
          <p:cNvPr id="7" name="TextBox 6"/>
          <p:cNvSpPr txBox="1"/>
          <p:nvPr/>
        </p:nvSpPr>
        <p:spPr>
          <a:xfrm>
            <a:off x="740664" y="1956816"/>
            <a:ext cx="2240280" cy="914400"/>
          </a:xfrm>
          <a:prstGeom prst="rect">
            <a:avLst/>
          </a:prstGeom>
          <a:noFill/>
        </p:spPr>
        <p:txBody>
          <a:bodyPr wrap="square" anchor="t" lIns="0" rIns="0" tIns="0" bIns="0">
            <a:spAutoFit/>
          </a:bodyPr>
          <a:lstStyle/>
          <a:p>
            <a:pPr algn="l">
              <a:lnSpc>
                <a:spcPct val="120000"/>
              </a:lnSpc>
            </a:pPr>
            <a:r>
              <a:rPr sz="760">
                <a:solidFill>
                  <a:srgbClr val="191919"/>
                </a:solidFill>
                <a:latin typeface="AvenirNext LT Pro Medium"/>
              </a:rPr>
              <a:t>US$0.9–1.5M</a:t>
            </a:r>
            <a:r>
              <a:rPr sz="760">
                <a:solidFill>
                  <a:srgbClr val="191919"/>
                </a:solidFill>
                <a:latin typeface="Outfit"/>
              </a:rPr>
              <a:t> all-in from a used chassis; annual run cost ~US$60–120k</a:t>
            </a:r>
          </a:p>
        </p:txBody>
      </p:sp>
      <p:sp>
        <p:nvSpPr>
          <p:cNvPr id="8" name="Rounded Rectangle 7"/>
          <p:cNvSpPr/>
          <p:nvPr/>
        </p:nvSpPr>
        <p:spPr>
          <a:xfrm>
            <a:off x="3310128" y="1389888"/>
            <a:ext cx="2514600" cy="1600200"/>
          </a:xfrm>
          <a:prstGeom prst="roundRect">
            <a:avLst>
              <a:gd name="adj" fmla="val 9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438144" y="1517904"/>
            <a:ext cx="274320" cy="274320"/>
          </a:xfrm>
          <a:prstGeom prst="ellipse">
            <a:avLst/>
          </a:prstGeom>
          <a:solidFill>
            <a:srgbClr val="00B3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a:solidFill>
                  <a:srgbClr val="FFFFFF"/>
                </a:solidFill>
                <a:latin typeface="AvenirNext LT Pro Medium"/>
              </a:rPr>
              <a:t>02</a:t>
            </a:r>
          </a:p>
        </p:txBody>
      </p:sp>
      <p:sp>
        <p:nvSpPr>
          <p:cNvPr id="10" name="TextBox 9"/>
          <p:cNvSpPr txBox="1"/>
          <p:nvPr/>
        </p:nvSpPr>
        <p:spPr>
          <a:xfrm>
            <a:off x="3822191" y="1554480"/>
            <a:ext cx="1856232" cy="228600"/>
          </a:xfrm>
          <a:prstGeom prst="rect">
            <a:avLst/>
          </a:prstGeom>
          <a:noFill/>
        </p:spPr>
        <p:txBody>
          <a:bodyPr wrap="square" anchor="t" lIns="0" rIns="0" tIns="0" bIns="0">
            <a:spAutoFit/>
          </a:bodyPr>
          <a:lstStyle/>
          <a:p>
            <a:pPr algn="l">
              <a:lnSpc>
                <a:spcPct val="120000"/>
              </a:lnSpc>
            </a:pPr>
            <a:r>
              <a:rPr sz="1050">
                <a:solidFill>
                  <a:srgbClr val="191919"/>
                </a:solidFill>
                <a:latin typeface="AvenirNext LT Pro Medium"/>
              </a:rPr>
              <a:t>Capability</a:t>
            </a:r>
          </a:p>
        </p:txBody>
      </p:sp>
      <p:sp>
        <p:nvSpPr>
          <p:cNvPr id="11" name="TextBox 10"/>
          <p:cNvSpPr txBox="1"/>
          <p:nvPr/>
        </p:nvSpPr>
        <p:spPr>
          <a:xfrm>
            <a:off x="3438144" y="1956816"/>
            <a:ext cx="2240280" cy="914400"/>
          </a:xfrm>
          <a:prstGeom prst="rect">
            <a:avLst/>
          </a:prstGeom>
          <a:noFill/>
        </p:spPr>
        <p:txBody>
          <a:bodyPr wrap="square" anchor="t" lIns="0" rIns="0" tIns="0" bIns="0">
            <a:spAutoFit/>
          </a:bodyPr>
          <a:lstStyle/>
          <a:p>
            <a:pPr algn="l">
              <a:lnSpc>
                <a:spcPct val="120000"/>
              </a:lnSpc>
            </a:pPr>
            <a:r>
              <a:rPr sz="760">
                <a:solidFill>
                  <a:srgbClr val="191919"/>
                </a:solidFill>
                <a:latin typeface="AvenirNext LT Pro Medium"/>
              </a:rPr>
              <a:t>1200 °C</a:t>
            </a:r>
            <a:r>
              <a:rPr sz="760">
                <a:solidFill>
                  <a:srgbClr val="191919"/>
                </a:solidFill>
                <a:latin typeface="Outfit"/>
              </a:rPr>
              <a:t> substrate heater unlocks selective-area growth (needs ≥930 °C) and AlN — standard tools stop at 900 °C</a:t>
            </a:r>
          </a:p>
        </p:txBody>
      </p:sp>
      <p:sp>
        <p:nvSpPr>
          <p:cNvPr id="12" name="Rounded Rectangle 11"/>
          <p:cNvSpPr/>
          <p:nvPr/>
        </p:nvSpPr>
        <p:spPr>
          <a:xfrm>
            <a:off x="6007608" y="1389888"/>
            <a:ext cx="2514600" cy="1600200"/>
          </a:xfrm>
          <a:prstGeom prst="roundRect">
            <a:avLst>
              <a:gd name="adj" fmla="val 9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135624" y="1517904"/>
            <a:ext cx="274320" cy="274320"/>
          </a:xfrm>
          <a:prstGeom prst="ellipse">
            <a:avLst/>
          </a:prstGeom>
          <a:solidFill>
            <a:srgbClr val="00B3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a:solidFill>
                  <a:srgbClr val="FFFFFF"/>
                </a:solidFill>
                <a:latin typeface="AvenirNext LT Pro Medium"/>
              </a:rPr>
              <a:t>03</a:t>
            </a:r>
          </a:p>
        </p:txBody>
      </p:sp>
      <p:sp>
        <p:nvSpPr>
          <p:cNvPr id="14" name="TextBox 13"/>
          <p:cNvSpPr txBox="1"/>
          <p:nvPr/>
        </p:nvSpPr>
        <p:spPr>
          <a:xfrm>
            <a:off x="6519672" y="1554480"/>
            <a:ext cx="1856232" cy="228600"/>
          </a:xfrm>
          <a:prstGeom prst="rect">
            <a:avLst/>
          </a:prstGeom>
          <a:noFill/>
        </p:spPr>
        <p:txBody>
          <a:bodyPr wrap="square" anchor="t" lIns="0" rIns="0" tIns="0" bIns="0">
            <a:spAutoFit/>
          </a:bodyPr>
          <a:lstStyle/>
          <a:p>
            <a:pPr algn="l">
              <a:lnSpc>
                <a:spcPct val="120000"/>
              </a:lnSpc>
            </a:pPr>
            <a:r>
              <a:rPr sz="1050">
                <a:solidFill>
                  <a:srgbClr val="191919"/>
                </a:solidFill>
                <a:latin typeface="AvenirNext LT Pro Medium"/>
              </a:rPr>
              <a:t>Control</a:t>
            </a:r>
          </a:p>
        </p:txBody>
      </p:sp>
      <p:sp>
        <p:nvSpPr>
          <p:cNvPr id="15" name="TextBox 14"/>
          <p:cNvSpPr txBox="1"/>
          <p:nvPr/>
        </p:nvSpPr>
        <p:spPr>
          <a:xfrm>
            <a:off x="6135624" y="1956816"/>
            <a:ext cx="2240280" cy="914400"/>
          </a:xfrm>
          <a:prstGeom prst="rect">
            <a:avLst/>
          </a:prstGeom>
          <a:noFill/>
        </p:spPr>
        <p:txBody>
          <a:bodyPr wrap="square" anchor="t" lIns="0" rIns="0" tIns="0" bIns="0">
            <a:spAutoFit/>
          </a:bodyPr>
          <a:lstStyle/>
          <a:p>
            <a:pPr algn="l">
              <a:lnSpc>
                <a:spcPct val="120000"/>
              </a:lnSpc>
            </a:pPr>
            <a:r>
              <a:rPr sz="760">
                <a:solidFill>
                  <a:srgbClr val="191919"/>
                </a:solidFill>
                <a:latin typeface="Outfit"/>
              </a:rPr>
              <a:t>Control + DAQ software built in-house — </a:t>
            </a:r>
            <a:r>
              <a:rPr sz="760">
                <a:solidFill>
                  <a:srgbClr val="191919"/>
                </a:solidFill>
                <a:latin typeface="AvenirNext LT Pro Medium"/>
              </a:rPr>
              <a:t>ATLAS autonomy (L1–L4)</a:t>
            </a:r>
            <a:r>
              <a:rPr sz="760">
                <a:solidFill>
                  <a:srgbClr val="191919"/>
                </a:solidFill>
                <a:latin typeface="Outfit"/>
              </a:rPr>
              <a:t> native from day one</a:t>
            </a:r>
          </a:p>
        </p:txBody>
      </p:sp>
      <p:sp>
        <p:nvSpPr>
          <p:cNvPr id="16" name="Rounded Rectangle 15"/>
          <p:cNvSpPr/>
          <p:nvPr/>
        </p:nvSpPr>
        <p:spPr>
          <a:xfrm>
            <a:off x="612648" y="3310128"/>
            <a:ext cx="7918704" cy="658368"/>
          </a:xfrm>
          <a:prstGeom prst="roundRect">
            <a:avLst>
              <a:gd name="adj" fmla="val 16000"/>
            </a:avLst>
          </a:prstGeom>
          <a:solidFill>
            <a:srgbClr val="1919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 y="3310128"/>
            <a:ext cx="1234440" cy="658368"/>
          </a:xfrm>
          <a:prstGeom prst="rect">
            <a:avLst/>
          </a:prstGeom>
          <a:noFill/>
        </p:spPr>
        <p:txBody>
          <a:bodyPr wrap="square" anchor="ctr" lIns="0" rIns="0" tIns="0" bIns="0">
            <a:spAutoFit/>
          </a:bodyPr>
          <a:lstStyle/>
          <a:p>
            <a:pPr algn="l">
              <a:lnSpc>
                <a:spcPct val="120000"/>
              </a:lnSpc>
            </a:pPr>
            <a:r>
              <a:rPr sz="750" spc="60">
                <a:solidFill>
                  <a:srgbClr val="00B388"/>
                </a:solidFill>
                <a:latin typeface="AvenirNext LT Pro Medium"/>
              </a:rPr>
              <a:t>OBJECTIVE</a:t>
            </a:r>
          </a:p>
        </p:txBody>
      </p:sp>
      <p:sp>
        <p:nvSpPr>
          <p:cNvPr id="18" name="TextBox 17"/>
          <p:cNvSpPr txBox="1"/>
          <p:nvPr/>
        </p:nvSpPr>
        <p:spPr>
          <a:xfrm>
            <a:off x="2148840" y="3310128"/>
            <a:ext cx="6172200" cy="658368"/>
          </a:xfrm>
          <a:prstGeom prst="rect">
            <a:avLst/>
          </a:prstGeom>
          <a:noFill/>
        </p:spPr>
        <p:txBody>
          <a:bodyPr wrap="square" anchor="ctr" lIns="0" rIns="0" tIns="0" bIns="0">
            <a:spAutoFit/>
          </a:bodyPr>
          <a:lstStyle/>
          <a:p>
            <a:pPr algn="l">
              <a:lnSpc>
                <a:spcPct val="120000"/>
              </a:lnSpc>
            </a:pPr>
            <a:r>
              <a:rPr sz="850">
                <a:solidFill>
                  <a:srgbClr val="FFFFFF"/>
                </a:solidFill>
                <a:latin typeface="AvenirNext LT Pro Medium"/>
              </a:rPr>
              <a:t>Used chassis + new nitride core + our own control software — one machine for planar epitaxy, SAG, and autonomous operation</a:t>
            </a:r>
          </a:p>
        </p:txBody>
      </p:sp>
      <p:sp>
        <p:nvSpPr>
          <p:cNvPr id="19" name="TextBox 18"/>
          <p:cNvSpPr txBox="1"/>
          <p:nvPr/>
        </p:nvSpPr>
        <p:spPr>
          <a:xfrm>
            <a:off x="612648" y="4261104"/>
            <a:ext cx="7918704" cy="228600"/>
          </a:xfrm>
          <a:prstGeom prst="rect">
            <a:avLst/>
          </a:prstGeom>
          <a:noFill/>
        </p:spPr>
        <p:txBody>
          <a:bodyPr wrap="square" anchor="t" lIns="0" rIns="0" tIns="0" bIns="0">
            <a:spAutoFit/>
          </a:bodyPr>
          <a:lstStyle/>
          <a:p>
            <a:pPr algn="l">
              <a:lnSpc>
                <a:spcPct val="120000"/>
              </a:lnSpc>
            </a:pPr>
            <a:r>
              <a:rPr sz="680">
                <a:solidFill>
                  <a:srgbClr val="666666"/>
                </a:solidFill>
                <a:latin typeface="Outfit"/>
              </a:rPr>
              <a:t>Cost figures are planning estimates; MBE vendors quote on request.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p:txBody>
          <a:bodyPr/>
          <a:lstStyle/>
          <a:p>
            <a:r>
              <a:rPr sz="2200" spc="20" dirty="0">
                <a:solidFill>
                  <a:srgbClr val="00B388"/>
                </a:solidFill>
                <a:latin typeface="AvenirNext LT Pro Light"/>
              </a:rPr>
              <a:t>Everything we buy</a:t>
            </a:r>
            <a:r>
              <a:rPr lang="en-HK" sz="2200" spc="20" dirty="0">
                <a:solidFill>
                  <a:srgbClr val="00B388"/>
                </a:solidFill>
                <a:latin typeface="AvenirNext LT Pro Light"/>
              </a:rPr>
              <a:t/>
            </a:r>
            <a:endParaRPr sz="2200" spc="20" dirty="0">
              <a:solidFill>
                <a:srgbClr val="00B388"/>
              </a:solidFill>
              <a:latin typeface="AvenirNext LT Pro Light"/>
            </a:endParaRPr>
          </a:p>
        </p:txBody>
      </p:sp>
      <p:sp>
        <p:nvSpPr>
          <p:cNvPr id="3" name="Content Placeholder 2"/>
          <p:cNvSpPr>
            <a:spLocks noGrp="1"/>
          </p:cNvSpPr>
          <p:nvPr>
            <p:ph sz="quarter" idx="14"/>
          </p:nvPr>
        </p:nvSpPr>
        <p:spPr/>
        <p:txBody>
          <a:bodyPr/>
          <a:lstStyle/>
          <a:p>
            <a:r>
              <a:rPr sz="800" spc="80">
                <a:solidFill>
                  <a:srgbClr val="191919"/>
                </a:solidFill>
                <a:latin typeface="AvenirNext LT Pro Medium"/>
              </a:rPr>
              <a:t>NITRIDE MBE PROPOSAL · PARTS</a:t>
            </a:r>
          </a:p>
        </p:txBody>
      </p:sp>
      <p:sp>
        <p:nvSpPr>
          <p:cNvPr id="4" name="TextBox 3"/>
          <p:cNvSpPr txBox="1"/>
          <p:nvPr/>
        </p:nvSpPr>
        <p:spPr>
          <a:xfrm>
            <a:off x="612648" y="1280160"/>
            <a:ext cx="7918704" cy="146304"/>
          </a:xfrm>
          <a:prstGeom prst="rect">
            <a:avLst/>
          </a:prstGeom>
          <a:noFill/>
        </p:spPr>
        <p:txBody>
          <a:bodyPr wrap="square" anchor="t" lIns="0" rIns="0" tIns="0" bIns="0">
            <a:spAutoFit/>
          </a:bodyPr>
          <a:lstStyle/>
          <a:p>
            <a:pPr algn="l">
              <a:lnSpc>
                <a:spcPct val="120000"/>
              </a:lnSpc>
            </a:pPr>
            <a:r>
              <a:rPr sz="700" spc="60">
                <a:solidFill>
                  <a:srgbClr val="666666"/>
                </a:solidFill>
                <a:latin typeface="AvenirNext LT Pro Medium"/>
              </a:rPr>
              <a:t>BUY USED</a:t>
            </a:r>
          </a:p>
        </p:txBody>
      </p:sp>
      <p:sp>
        <p:nvSpPr>
          <p:cNvPr id="5" name="Rounded Rectangle 4"/>
          <p:cNvSpPr/>
          <p:nvPr/>
        </p:nvSpPr>
        <p:spPr>
          <a:xfrm>
            <a:off x="612648" y="1444752"/>
            <a:ext cx="7918704" cy="512064"/>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mber.png"/>
          <p:cNvPicPr>
            <a:picLocks noChangeAspect="1"/>
          </p:cNvPicPr>
          <p:nvPr/>
        </p:nvPicPr>
        <p:blipFill>
          <a:blip r:embed="rId7"/>
          <a:stretch>
            <a:fillRect/>
          </a:stretch>
        </p:blipFill>
        <p:spPr>
          <a:xfrm>
            <a:off x="704088" y="1517904"/>
            <a:ext cx="365760" cy="365760"/>
          </a:xfrm>
          <a:prstGeom prst="rect">
            <a:avLst/>
          </a:prstGeom>
        </p:spPr>
      </p:pic>
      <p:sp>
        <p:nvSpPr>
          <p:cNvPr id="7" name="TextBox 6"/>
          <p:cNvSpPr txBox="1"/>
          <p:nvPr/>
        </p:nvSpPr>
        <p:spPr>
          <a:xfrm>
            <a:off x="1161288" y="1517904"/>
            <a:ext cx="7260336" cy="182880"/>
          </a:xfrm>
          <a:prstGeom prst="rect">
            <a:avLst/>
          </a:prstGeom>
          <a:noFill/>
        </p:spPr>
        <p:txBody>
          <a:bodyPr wrap="square" anchor="t" lIns="0" rIns="0" tIns="0" bIns="0">
            <a:spAutoFit/>
          </a:bodyPr>
          <a:lstStyle/>
          <a:p>
            <a:pPr algn="l">
              <a:lnSpc>
                <a:spcPct val="120000"/>
              </a:lnSpc>
            </a:pPr>
            <a:r>
              <a:rPr sz="860">
                <a:solidFill>
                  <a:srgbClr val="191919"/>
                </a:solidFill>
                <a:latin typeface="AvenirNext LT Pro Medium"/>
              </a:rPr>
              <a:t>MBE chassis — Veeco GEN II / Riber 32 class</a:t>
            </a:r>
          </a:p>
        </p:txBody>
      </p:sp>
      <p:sp>
        <p:nvSpPr>
          <p:cNvPr id="8" name="TextBox 7"/>
          <p:cNvSpPr txBox="1"/>
          <p:nvPr/>
        </p:nvSpPr>
        <p:spPr>
          <a:xfrm>
            <a:off x="1161288" y="1700784"/>
            <a:ext cx="7260336" cy="201168"/>
          </a:xfrm>
          <a:prstGeom prst="rect">
            <a:avLst/>
          </a:prstGeom>
          <a:noFill/>
        </p:spPr>
        <p:txBody>
          <a:bodyPr wrap="square" anchor="t" lIns="0" rIns="0" tIns="0" bIns="0">
            <a:spAutoFit/>
          </a:bodyPr>
          <a:lstStyle/>
          <a:p>
            <a:pPr algn="l">
              <a:lnSpc>
                <a:spcPct val="112000"/>
              </a:lnSpc>
            </a:pPr>
            <a:r>
              <a:rPr sz="700">
                <a:solidFill>
                  <a:srgbClr val="666666"/>
                </a:solidFill>
                <a:latin typeface="Outfit"/>
              </a:rPr>
              <a:t>growth + buffer + load-lock chambers · frame · transfer mechanics · LN₂ shroud · load-lock cryopump · racks</a:t>
            </a:r>
          </a:p>
        </p:txBody>
      </p:sp>
      <p:sp>
        <p:nvSpPr>
          <p:cNvPr id="9" name="TextBox 8"/>
          <p:cNvSpPr txBox="1"/>
          <p:nvPr/>
        </p:nvSpPr>
        <p:spPr>
          <a:xfrm>
            <a:off x="612648" y="2084831"/>
            <a:ext cx="7918704" cy="146304"/>
          </a:xfrm>
          <a:prstGeom prst="rect">
            <a:avLst/>
          </a:prstGeom>
          <a:noFill/>
        </p:spPr>
        <p:txBody>
          <a:bodyPr wrap="square" anchor="t" lIns="0" rIns="0" tIns="0" bIns="0">
            <a:spAutoFit/>
          </a:bodyPr>
          <a:lstStyle/>
          <a:p>
            <a:pPr algn="l">
              <a:lnSpc>
                <a:spcPct val="120000"/>
              </a:lnSpc>
            </a:pPr>
            <a:r>
              <a:rPr sz="700" spc="60">
                <a:solidFill>
                  <a:srgbClr val="00B388"/>
                </a:solidFill>
                <a:latin typeface="AvenirNext LT Pro Medium"/>
              </a:rPr>
              <a:t>BUY NEW</a:t>
            </a:r>
          </a:p>
        </p:txBody>
      </p:sp>
      <p:sp>
        <p:nvSpPr>
          <p:cNvPr id="10" name="Rounded Rectangle 9"/>
          <p:cNvSpPr/>
          <p:nvPr/>
        </p:nvSpPr>
        <p:spPr>
          <a:xfrm>
            <a:off x="612648" y="2249424"/>
            <a:ext cx="2514600" cy="512064"/>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lasma.png"/>
          <p:cNvPicPr>
            <a:picLocks noChangeAspect="1"/>
          </p:cNvPicPr>
          <p:nvPr/>
        </p:nvPicPr>
        <p:blipFill>
          <a:blip r:embed="rId8"/>
          <a:stretch>
            <a:fillRect/>
          </a:stretch>
        </p:blipFill>
        <p:spPr>
          <a:xfrm>
            <a:off x="704088" y="2322576"/>
            <a:ext cx="365760" cy="365760"/>
          </a:xfrm>
          <a:prstGeom prst="rect">
            <a:avLst/>
          </a:prstGeom>
        </p:spPr>
      </p:pic>
      <p:sp>
        <p:nvSpPr>
          <p:cNvPr id="12" name="TextBox 11"/>
          <p:cNvSpPr txBox="1"/>
          <p:nvPr/>
        </p:nvSpPr>
        <p:spPr>
          <a:xfrm>
            <a:off x="1161288" y="2322576"/>
            <a:ext cx="1856232" cy="182880"/>
          </a:xfrm>
          <a:prstGeom prst="rect">
            <a:avLst/>
          </a:prstGeom>
          <a:noFill/>
        </p:spPr>
        <p:txBody>
          <a:bodyPr wrap="square" anchor="t" lIns="0" rIns="0" tIns="0" bIns="0">
            <a:spAutoFit/>
          </a:bodyPr>
          <a:lstStyle/>
          <a:p>
            <a:pPr algn="l">
              <a:lnSpc>
                <a:spcPct val="120000"/>
              </a:lnSpc>
            </a:pPr>
            <a:r>
              <a:rPr sz="780">
                <a:solidFill>
                  <a:srgbClr val="191919"/>
                </a:solidFill>
                <a:latin typeface="AvenirNext LT Pro Medium"/>
              </a:rPr>
              <a:t>RF N₂ plasma source</a:t>
            </a:r>
          </a:p>
        </p:txBody>
      </p:sp>
      <p:sp>
        <p:nvSpPr>
          <p:cNvPr id="13" name="TextBox 12"/>
          <p:cNvSpPr txBox="1"/>
          <p:nvPr/>
        </p:nvSpPr>
        <p:spPr>
          <a:xfrm>
            <a:off x="1161288" y="2505456"/>
            <a:ext cx="1856232" cy="201168"/>
          </a:xfrm>
          <a:prstGeom prst="rect">
            <a:avLst/>
          </a:prstGeom>
          <a:noFill/>
        </p:spPr>
        <p:txBody>
          <a:bodyPr wrap="square" anchor="t" lIns="0" rIns="0" tIns="0" bIns="0">
            <a:spAutoFit/>
          </a:bodyPr>
          <a:lstStyle/>
          <a:p>
            <a:pPr algn="l">
              <a:lnSpc>
                <a:spcPct val="112000"/>
              </a:lnSpc>
            </a:pPr>
            <a:r>
              <a:rPr sz="660">
                <a:solidFill>
                  <a:srgbClr val="666666"/>
                </a:solidFill>
                <a:latin typeface="Outfit"/>
              </a:rPr>
              <a:t>600 W · 13.56 MHz · auto-match network</a:t>
            </a:r>
          </a:p>
        </p:txBody>
      </p:sp>
      <p:sp>
        <p:nvSpPr>
          <p:cNvPr id="14" name="Rounded Rectangle 13"/>
          <p:cNvSpPr/>
          <p:nvPr/>
        </p:nvSpPr>
        <p:spPr>
          <a:xfrm>
            <a:off x="3310128" y="2249424"/>
            <a:ext cx="2514600" cy="512064"/>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gas.png"/>
          <p:cNvPicPr>
            <a:picLocks noChangeAspect="1"/>
          </p:cNvPicPr>
          <p:nvPr/>
        </p:nvPicPr>
        <p:blipFill>
          <a:blip r:embed="rId9"/>
          <a:stretch>
            <a:fillRect/>
          </a:stretch>
        </p:blipFill>
        <p:spPr>
          <a:xfrm>
            <a:off x="3401568" y="2322576"/>
            <a:ext cx="365760" cy="365760"/>
          </a:xfrm>
          <a:prstGeom prst="rect">
            <a:avLst/>
          </a:prstGeom>
        </p:spPr>
      </p:pic>
      <p:sp>
        <p:nvSpPr>
          <p:cNvPr id="16" name="TextBox 15"/>
          <p:cNvSpPr txBox="1"/>
          <p:nvPr/>
        </p:nvSpPr>
        <p:spPr>
          <a:xfrm>
            <a:off x="3858768" y="2322576"/>
            <a:ext cx="1856232" cy="182880"/>
          </a:xfrm>
          <a:prstGeom prst="rect">
            <a:avLst/>
          </a:prstGeom>
          <a:noFill/>
        </p:spPr>
        <p:txBody>
          <a:bodyPr wrap="square" anchor="t" lIns="0" rIns="0" tIns="0" bIns="0">
            <a:spAutoFit/>
          </a:bodyPr>
          <a:lstStyle/>
          <a:p>
            <a:pPr algn="l">
              <a:lnSpc>
                <a:spcPct val="120000"/>
              </a:lnSpc>
            </a:pPr>
            <a:r>
              <a:rPr sz="780">
                <a:solidFill>
                  <a:srgbClr val="191919"/>
                </a:solidFill>
                <a:latin typeface="AvenirNext LT Pro Medium"/>
              </a:rPr>
              <a:t>N₂ gas train</a:t>
            </a:r>
          </a:p>
        </p:txBody>
      </p:sp>
      <p:sp>
        <p:nvSpPr>
          <p:cNvPr id="17" name="TextBox 16"/>
          <p:cNvSpPr txBox="1"/>
          <p:nvPr/>
        </p:nvSpPr>
        <p:spPr>
          <a:xfrm>
            <a:off x="3858768" y="2505456"/>
            <a:ext cx="1856232" cy="201168"/>
          </a:xfrm>
          <a:prstGeom prst="rect">
            <a:avLst/>
          </a:prstGeom>
          <a:noFill/>
        </p:spPr>
        <p:txBody>
          <a:bodyPr wrap="square" anchor="t" lIns="0" rIns="0" tIns="0" bIns="0">
            <a:spAutoFit/>
          </a:bodyPr>
          <a:lstStyle/>
          <a:p>
            <a:pPr algn="l">
              <a:lnSpc>
                <a:spcPct val="112000"/>
              </a:lnSpc>
            </a:pPr>
            <a:r>
              <a:rPr sz="660">
                <a:solidFill>
                  <a:srgbClr val="666666"/>
                </a:solidFill>
                <a:latin typeface="Outfit"/>
              </a:rPr>
              <a:t>6N supply · getter purifier · MFC</a:t>
            </a:r>
          </a:p>
        </p:txBody>
      </p:sp>
      <p:sp>
        <p:nvSpPr>
          <p:cNvPr id="18" name="Rounded Rectangle 17"/>
          <p:cNvSpPr/>
          <p:nvPr/>
        </p:nvSpPr>
        <p:spPr>
          <a:xfrm>
            <a:off x="6007608" y="2249424"/>
            <a:ext cx="2514600" cy="512064"/>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manipulator.png"/>
          <p:cNvPicPr>
            <a:picLocks noChangeAspect="1"/>
          </p:cNvPicPr>
          <p:nvPr/>
        </p:nvPicPr>
        <p:blipFill>
          <a:blip r:embed="rId10"/>
          <a:stretch>
            <a:fillRect/>
          </a:stretch>
        </p:blipFill>
        <p:spPr>
          <a:xfrm>
            <a:off x="6099048" y="2322576"/>
            <a:ext cx="365760" cy="365760"/>
          </a:xfrm>
          <a:prstGeom prst="rect">
            <a:avLst/>
          </a:prstGeom>
        </p:spPr>
      </p:pic>
      <p:sp>
        <p:nvSpPr>
          <p:cNvPr id="20" name="TextBox 19"/>
          <p:cNvSpPr txBox="1"/>
          <p:nvPr/>
        </p:nvSpPr>
        <p:spPr>
          <a:xfrm>
            <a:off x="6556248" y="2322576"/>
            <a:ext cx="1856232" cy="182880"/>
          </a:xfrm>
          <a:prstGeom prst="rect">
            <a:avLst/>
          </a:prstGeom>
          <a:noFill/>
        </p:spPr>
        <p:txBody>
          <a:bodyPr wrap="square" anchor="t" lIns="0" rIns="0" tIns="0" bIns="0">
            <a:spAutoFit/>
          </a:bodyPr>
          <a:lstStyle/>
          <a:p>
            <a:pPr algn="l">
              <a:lnSpc>
                <a:spcPct val="120000"/>
              </a:lnSpc>
            </a:pPr>
            <a:r>
              <a:rPr sz="780">
                <a:solidFill>
                  <a:srgbClr val="191919"/>
                </a:solidFill>
                <a:latin typeface="AvenirNext LT Pro Medium"/>
              </a:rPr>
              <a:t>1200 °C manipulator</a:t>
            </a:r>
          </a:p>
        </p:txBody>
      </p:sp>
      <p:sp>
        <p:nvSpPr>
          <p:cNvPr id="21" name="TextBox 20"/>
          <p:cNvSpPr txBox="1"/>
          <p:nvPr/>
        </p:nvSpPr>
        <p:spPr>
          <a:xfrm>
            <a:off x="6556248" y="2505456"/>
            <a:ext cx="1856232" cy="201168"/>
          </a:xfrm>
          <a:prstGeom prst="rect">
            <a:avLst/>
          </a:prstGeom>
          <a:noFill/>
        </p:spPr>
        <p:txBody>
          <a:bodyPr wrap="square" anchor="t" lIns="0" rIns="0" tIns="0" bIns="0">
            <a:spAutoFit/>
          </a:bodyPr>
          <a:lstStyle/>
          <a:p>
            <a:pPr algn="l">
              <a:lnSpc>
                <a:spcPct val="112000"/>
              </a:lnSpc>
            </a:pPr>
            <a:r>
              <a:rPr sz="660">
                <a:solidFill>
                  <a:srgbClr val="666666"/>
                </a:solidFill>
                <a:latin typeface="Outfit"/>
              </a:rPr>
              <a:t>W / PBN-PG heater · SAG ≥930 °C on-wafer</a:t>
            </a:r>
          </a:p>
        </p:txBody>
      </p:sp>
      <p:sp>
        <p:nvSpPr>
          <p:cNvPr id="22" name="Rounded Rectangle 21"/>
          <p:cNvSpPr/>
          <p:nvPr/>
        </p:nvSpPr>
        <p:spPr>
          <a:xfrm>
            <a:off x="612648" y="2834640"/>
            <a:ext cx="2514600" cy="512064"/>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cell.png"/>
          <p:cNvPicPr>
            <a:picLocks noChangeAspect="1"/>
          </p:cNvPicPr>
          <p:nvPr/>
        </p:nvPicPr>
        <p:blipFill>
          <a:blip r:embed="rId11"/>
          <a:stretch>
            <a:fillRect/>
          </a:stretch>
        </p:blipFill>
        <p:spPr>
          <a:xfrm>
            <a:off x="704088" y="2907792"/>
            <a:ext cx="365760" cy="365760"/>
          </a:xfrm>
          <a:prstGeom prst="rect">
            <a:avLst/>
          </a:prstGeom>
        </p:spPr>
      </p:pic>
      <p:sp>
        <p:nvSpPr>
          <p:cNvPr id="24" name="TextBox 23"/>
          <p:cNvSpPr txBox="1"/>
          <p:nvPr/>
        </p:nvSpPr>
        <p:spPr>
          <a:xfrm>
            <a:off x="1161288" y="2907792"/>
            <a:ext cx="1856232" cy="182880"/>
          </a:xfrm>
          <a:prstGeom prst="rect">
            <a:avLst/>
          </a:prstGeom>
          <a:noFill/>
        </p:spPr>
        <p:txBody>
          <a:bodyPr wrap="square" anchor="t" lIns="0" rIns="0" tIns="0" bIns="0">
            <a:spAutoFit/>
          </a:bodyPr>
          <a:lstStyle/>
          <a:p>
            <a:pPr algn="l">
              <a:lnSpc>
                <a:spcPct val="120000"/>
              </a:lnSpc>
            </a:pPr>
            <a:r>
              <a:rPr sz="780">
                <a:solidFill>
                  <a:srgbClr val="191919"/>
                </a:solidFill>
                <a:latin typeface="AvenirNext LT Pro Medium"/>
              </a:rPr>
              <a:t>Effusion cells ×6</a:t>
            </a:r>
          </a:p>
        </p:txBody>
      </p:sp>
      <p:sp>
        <p:nvSpPr>
          <p:cNvPr id="25" name="TextBox 24"/>
          <p:cNvSpPr txBox="1"/>
          <p:nvPr/>
        </p:nvSpPr>
        <p:spPr>
          <a:xfrm>
            <a:off x="1161288" y="3090672"/>
            <a:ext cx="1856232" cy="201168"/>
          </a:xfrm>
          <a:prstGeom prst="rect">
            <a:avLst/>
          </a:prstGeom>
          <a:noFill/>
        </p:spPr>
        <p:txBody>
          <a:bodyPr wrap="square" anchor="t" lIns="0" rIns="0" tIns="0" bIns="0">
            <a:spAutoFit/>
          </a:bodyPr>
          <a:lstStyle/>
          <a:p>
            <a:pPr algn="l">
              <a:lnSpc>
                <a:spcPct val="112000"/>
              </a:lnSpc>
            </a:pPr>
            <a:r>
              <a:rPr sz="660">
                <a:solidFill>
                  <a:srgbClr val="666666"/>
                </a:solidFill>
                <a:latin typeface="Outfit"/>
              </a:rPr>
              <a:t>Ga · cold-lip Al · Cu · Si · Mg · spare</a:t>
            </a:r>
          </a:p>
        </p:txBody>
      </p:sp>
      <p:sp>
        <p:nvSpPr>
          <p:cNvPr id="26" name="Rounded Rectangle 25"/>
          <p:cNvSpPr/>
          <p:nvPr/>
        </p:nvSpPr>
        <p:spPr>
          <a:xfrm>
            <a:off x="3310128" y="2834640"/>
            <a:ext cx="2514600" cy="512064"/>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turbo.png"/>
          <p:cNvPicPr>
            <a:picLocks noChangeAspect="1"/>
          </p:cNvPicPr>
          <p:nvPr/>
        </p:nvPicPr>
        <p:blipFill>
          <a:blip r:embed="rId12"/>
          <a:stretch>
            <a:fillRect/>
          </a:stretch>
        </p:blipFill>
        <p:spPr>
          <a:xfrm>
            <a:off x="3401568" y="2907792"/>
            <a:ext cx="365760" cy="365760"/>
          </a:xfrm>
          <a:prstGeom prst="rect">
            <a:avLst/>
          </a:prstGeom>
        </p:spPr>
      </p:pic>
      <p:sp>
        <p:nvSpPr>
          <p:cNvPr id="28" name="TextBox 27"/>
          <p:cNvSpPr txBox="1"/>
          <p:nvPr/>
        </p:nvSpPr>
        <p:spPr>
          <a:xfrm>
            <a:off x="3858768" y="2907792"/>
            <a:ext cx="1856232" cy="182880"/>
          </a:xfrm>
          <a:prstGeom prst="rect">
            <a:avLst/>
          </a:prstGeom>
          <a:noFill/>
        </p:spPr>
        <p:txBody>
          <a:bodyPr wrap="square" anchor="t" lIns="0" rIns="0" tIns="0" bIns="0">
            <a:spAutoFit/>
          </a:bodyPr>
          <a:lstStyle/>
          <a:p>
            <a:pPr algn="l">
              <a:lnSpc>
                <a:spcPct val="120000"/>
              </a:lnSpc>
            </a:pPr>
            <a:r>
              <a:rPr sz="780">
                <a:solidFill>
                  <a:srgbClr val="191919"/>
                </a:solidFill>
                <a:latin typeface="AvenirNext LT Pro Medium"/>
              </a:rPr>
              <a:t>Maglev turbopump</a:t>
            </a:r>
          </a:p>
        </p:txBody>
      </p:sp>
      <p:sp>
        <p:nvSpPr>
          <p:cNvPr id="29" name="TextBox 28"/>
          <p:cNvSpPr txBox="1"/>
          <p:nvPr/>
        </p:nvSpPr>
        <p:spPr>
          <a:xfrm>
            <a:off x="3858768" y="3090672"/>
            <a:ext cx="1856232" cy="201168"/>
          </a:xfrm>
          <a:prstGeom prst="rect">
            <a:avLst/>
          </a:prstGeom>
          <a:noFill/>
        </p:spPr>
        <p:txBody>
          <a:bodyPr wrap="square" anchor="t" lIns="0" rIns="0" tIns="0" bIns="0">
            <a:spAutoFit/>
          </a:bodyPr>
          <a:lstStyle/>
          <a:p>
            <a:pPr algn="l">
              <a:lnSpc>
                <a:spcPct val="112000"/>
              </a:lnSpc>
            </a:pPr>
            <a:r>
              <a:rPr sz="660">
                <a:solidFill>
                  <a:srgbClr val="666666"/>
                </a:solidFill>
                <a:latin typeface="Outfit"/>
              </a:rPr>
              <a:t>≥2000 L/s N₂ + dry backing pump</a:t>
            </a:r>
          </a:p>
        </p:txBody>
      </p:sp>
      <p:sp>
        <p:nvSpPr>
          <p:cNvPr id="30" name="Rounded Rectangle 29"/>
          <p:cNvSpPr/>
          <p:nvPr/>
        </p:nvSpPr>
        <p:spPr>
          <a:xfrm>
            <a:off x="6007608" y="2834640"/>
            <a:ext cx="2514600" cy="512064"/>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ionpump.png"/>
          <p:cNvPicPr>
            <a:picLocks noChangeAspect="1"/>
          </p:cNvPicPr>
          <p:nvPr/>
        </p:nvPicPr>
        <p:blipFill>
          <a:blip r:embed="rId13"/>
          <a:stretch>
            <a:fillRect/>
          </a:stretch>
        </p:blipFill>
        <p:spPr>
          <a:xfrm>
            <a:off x="6099048" y="2907792"/>
            <a:ext cx="365760" cy="365760"/>
          </a:xfrm>
          <a:prstGeom prst="rect">
            <a:avLst/>
          </a:prstGeom>
        </p:spPr>
      </p:pic>
      <p:sp>
        <p:nvSpPr>
          <p:cNvPr id="32" name="TextBox 31"/>
          <p:cNvSpPr txBox="1"/>
          <p:nvPr/>
        </p:nvSpPr>
        <p:spPr>
          <a:xfrm>
            <a:off x="6556248" y="2907792"/>
            <a:ext cx="1856232" cy="182880"/>
          </a:xfrm>
          <a:prstGeom prst="rect">
            <a:avLst/>
          </a:prstGeom>
          <a:noFill/>
        </p:spPr>
        <p:txBody>
          <a:bodyPr wrap="square" anchor="t" lIns="0" rIns="0" tIns="0" bIns="0">
            <a:spAutoFit/>
          </a:bodyPr>
          <a:lstStyle/>
          <a:p>
            <a:pPr algn="l">
              <a:lnSpc>
                <a:spcPct val="120000"/>
              </a:lnSpc>
            </a:pPr>
            <a:r>
              <a:rPr sz="780">
                <a:solidFill>
                  <a:srgbClr val="191919"/>
                </a:solidFill>
                <a:latin typeface="AvenirNext LT Pro Medium"/>
              </a:rPr>
              <a:t>Ion pump + TSP</a:t>
            </a:r>
          </a:p>
        </p:txBody>
      </p:sp>
      <p:sp>
        <p:nvSpPr>
          <p:cNvPr id="33" name="TextBox 32"/>
          <p:cNvSpPr txBox="1"/>
          <p:nvPr/>
        </p:nvSpPr>
        <p:spPr>
          <a:xfrm>
            <a:off x="6556248" y="3090672"/>
            <a:ext cx="1856232" cy="201168"/>
          </a:xfrm>
          <a:prstGeom prst="rect">
            <a:avLst/>
          </a:prstGeom>
          <a:noFill/>
        </p:spPr>
        <p:txBody>
          <a:bodyPr wrap="square" anchor="t" lIns="0" rIns="0" tIns="0" bIns="0">
            <a:spAutoFit/>
          </a:bodyPr>
          <a:lstStyle/>
          <a:p>
            <a:pPr algn="l">
              <a:lnSpc>
                <a:spcPct val="112000"/>
              </a:lnSpc>
            </a:pPr>
            <a:r>
              <a:rPr sz="660">
                <a:solidFill>
                  <a:srgbClr val="666666"/>
                </a:solidFill>
                <a:latin typeface="Outfit"/>
              </a:rPr>
              <a:t>valved · idle / base-pressure duty only</a:t>
            </a:r>
          </a:p>
        </p:txBody>
      </p:sp>
      <p:sp>
        <p:nvSpPr>
          <p:cNvPr id="34" name="Rounded Rectangle 33"/>
          <p:cNvSpPr/>
          <p:nvPr/>
        </p:nvSpPr>
        <p:spPr>
          <a:xfrm>
            <a:off x="612648" y="3419856"/>
            <a:ext cx="2514600" cy="512064"/>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rheed.png"/>
          <p:cNvPicPr>
            <a:picLocks noChangeAspect="1"/>
          </p:cNvPicPr>
          <p:nvPr/>
        </p:nvPicPr>
        <p:blipFill>
          <a:blip r:embed="rId14"/>
          <a:stretch>
            <a:fillRect/>
          </a:stretch>
        </p:blipFill>
        <p:spPr>
          <a:xfrm>
            <a:off x="704088" y="3493008"/>
            <a:ext cx="365760" cy="365760"/>
          </a:xfrm>
          <a:prstGeom prst="rect">
            <a:avLst/>
          </a:prstGeom>
        </p:spPr>
      </p:pic>
      <p:sp>
        <p:nvSpPr>
          <p:cNvPr id="36" name="TextBox 35"/>
          <p:cNvSpPr txBox="1"/>
          <p:nvPr/>
        </p:nvSpPr>
        <p:spPr>
          <a:xfrm>
            <a:off x="1161288" y="3493008"/>
            <a:ext cx="1856232" cy="182880"/>
          </a:xfrm>
          <a:prstGeom prst="rect">
            <a:avLst/>
          </a:prstGeom>
          <a:noFill/>
        </p:spPr>
        <p:txBody>
          <a:bodyPr wrap="square" anchor="t" lIns="0" rIns="0" tIns="0" bIns="0">
            <a:spAutoFit/>
          </a:bodyPr>
          <a:lstStyle/>
          <a:p>
            <a:pPr algn="l">
              <a:lnSpc>
                <a:spcPct val="120000"/>
              </a:lnSpc>
            </a:pPr>
            <a:r>
              <a:rPr sz="780">
                <a:solidFill>
                  <a:srgbClr val="191919"/>
                </a:solidFill>
                <a:latin typeface="AvenirNext LT Pro Medium"/>
              </a:rPr>
              <a:t>RHEED 30 keV</a:t>
            </a:r>
          </a:p>
        </p:txBody>
      </p:sp>
      <p:sp>
        <p:nvSpPr>
          <p:cNvPr id="37" name="TextBox 36"/>
          <p:cNvSpPr txBox="1"/>
          <p:nvPr/>
        </p:nvSpPr>
        <p:spPr>
          <a:xfrm>
            <a:off x="1161288" y="3675888"/>
            <a:ext cx="1856232" cy="201168"/>
          </a:xfrm>
          <a:prstGeom prst="rect">
            <a:avLst/>
          </a:prstGeom>
          <a:noFill/>
        </p:spPr>
        <p:txBody>
          <a:bodyPr wrap="square" anchor="t" lIns="0" rIns="0" tIns="0" bIns="0">
            <a:spAutoFit/>
          </a:bodyPr>
          <a:lstStyle/>
          <a:p>
            <a:pPr algn="l">
              <a:lnSpc>
                <a:spcPct val="112000"/>
              </a:lnSpc>
            </a:pPr>
            <a:r>
              <a:rPr sz="660">
                <a:solidFill>
                  <a:srgbClr val="666666"/>
                </a:solidFill>
                <a:latin typeface="Outfit"/>
              </a:rPr>
              <a:t>gun · phosphor screen · camera for CV/ML</a:t>
            </a:r>
          </a:p>
        </p:txBody>
      </p:sp>
      <p:sp>
        <p:nvSpPr>
          <p:cNvPr id="38" name="Rounded Rectangle 37"/>
          <p:cNvSpPr/>
          <p:nvPr/>
        </p:nvSpPr>
        <p:spPr>
          <a:xfrm>
            <a:off x="3310128" y="3419856"/>
            <a:ext cx="2514600" cy="512064"/>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pyro.png"/>
          <p:cNvPicPr>
            <a:picLocks noChangeAspect="1"/>
          </p:cNvPicPr>
          <p:nvPr/>
        </p:nvPicPr>
        <p:blipFill>
          <a:blip r:embed="rId15"/>
          <a:stretch>
            <a:fillRect/>
          </a:stretch>
        </p:blipFill>
        <p:spPr>
          <a:xfrm>
            <a:off x="3401568" y="3493008"/>
            <a:ext cx="365760" cy="365760"/>
          </a:xfrm>
          <a:prstGeom prst="rect">
            <a:avLst/>
          </a:prstGeom>
        </p:spPr>
      </p:pic>
      <p:sp>
        <p:nvSpPr>
          <p:cNvPr id="40" name="TextBox 39"/>
          <p:cNvSpPr txBox="1"/>
          <p:nvPr/>
        </p:nvSpPr>
        <p:spPr>
          <a:xfrm>
            <a:off x="3858768" y="3493008"/>
            <a:ext cx="1856232" cy="182880"/>
          </a:xfrm>
          <a:prstGeom prst="rect">
            <a:avLst/>
          </a:prstGeom>
          <a:noFill/>
        </p:spPr>
        <p:txBody>
          <a:bodyPr wrap="square" anchor="t" lIns="0" rIns="0" tIns="0" bIns="0">
            <a:spAutoFit/>
          </a:bodyPr>
          <a:lstStyle/>
          <a:p>
            <a:pPr algn="l">
              <a:lnSpc>
                <a:spcPct val="120000"/>
              </a:lnSpc>
            </a:pPr>
            <a:r>
              <a:rPr sz="780">
                <a:solidFill>
                  <a:srgbClr val="191919"/>
                </a:solidFill>
                <a:latin typeface="AvenirNext LT Pro Medium"/>
              </a:rPr>
              <a:t>Band-edge pyrometer</a:t>
            </a:r>
          </a:p>
        </p:txBody>
      </p:sp>
      <p:sp>
        <p:nvSpPr>
          <p:cNvPr id="41" name="TextBox 40"/>
          <p:cNvSpPr txBox="1"/>
          <p:nvPr/>
        </p:nvSpPr>
        <p:spPr>
          <a:xfrm>
            <a:off x="3858768" y="3675888"/>
            <a:ext cx="1856232" cy="201168"/>
          </a:xfrm>
          <a:prstGeom prst="rect">
            <a:avLst/>
          </a:prstGeom>
          <a:noFill/>
        </p:spPr>
        <p:txBody>
          <a:bodyPr wrap="square" anchor="t" lIns="0" rIns="0" tIns="0" bIns="0">
            <a:spAutoFit/>
          </a:bodyPr>
          <a:lstStyle/>
          <a:p>
            <a:pPr algn="l">
              <a:lnSpc>
                <a:spcPct val="112000"/>
              </a:lnSpc>
            </a:pPr>
            <a:r>
              <a:rPr sz="660">
                <a:solidFill>
                  <a:srgbClr val="666666"/>
                </a:solidFill>
                <a:latin typeface="Outfit"/>
              </a:rPr>
              <a:t>true wafer T on transparent GaN / AlN</a:t>
            </a:r>
          </a:p>
        </p:txBody>
      </p:sp>
      <p:sp>
        <p:nvSpPr>
          <p:cNvPr id="42" name="Rounded Rectangle 41"/>
          <p:cNvSpPr/>
          <p:nvPr/>
        </p:nvSpPr>
        <p:spPr>
          <a:xfrm>
            <a:off x="6007608" y="3419856"/>
            <a:ext cx="2514600" cy="512064"/>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gauge.png"/>
          <p:cNvPicPr>
            <a:picLocks noChangeAspect="1"/>
          </p:cNvPicPr>
          <p:nvPr/>
        </p:nvPicPr>
        <p:blipFill>
          <a:blip r:embed="rId16"/>
          <a:stretch>
            <a:fillRect/>
          </a:stretch>
        </p:blipFill>
        <p:spPr>
          <a:xfrm>
            <a:off x="6099048" y="3493008"/>
            <a:ext cx="365760" cy="365760"/>
          </a:xfrm>
          <a:prstGeom prst="rect">
            <a:avLst/>
          </a:prstGeom>
        </p:spPr>
      </p:pic>
      <p:sp>
        <p:nvSpPr>
          <p:cNvPr id="44" name="TextBox 43"/>
          <p:cNvSpPr txBox="1"/>
          <p:nvPr/>
        </p:nvSpPr>
        <p:spPr>
          <a:xfrm>
            <a:off x="6556248" y="3493008"/>
            <a:ext cx="1856232" cy="182880"/>
          </a:xfrm>
          <a:prstGeom prst="rect">
            <a:avLst/>
          </a:prstGeom>
          <a:noFill/>
        </p:spPr>
        <p:txBody>
          <a:bodyPr wrap="square" anchor="t" lIns="0" rIns="0" tIns="0" bIns="0">
            <a:spAutoFit/>
          </a:bodyPr>
          <a:lstStyle/>
          <a:p>
            <a:pPr algn="l">
              <a:lnSpc>
                <a:spcPct val="120000"/>
              </a:lnSpc>
            </a:pPr>
            <a:r>
              <a:rPr sz="780">
                <a:solidFill>
                  <a:srgbClr val="191919"/>
                </a:solidFill>
                <a:latin typeface="AvenirNext LT Pro Medium"/>
              </a:rPr>
              <a:t>RGA + ion gauges</a:t>
            </a:r>
          </a:p>
        </p:txBody>
      </p:sp>
      <p:sp>
        <p:nvSpPr>
          <p:cNvPr id="45" name="TextBox 44"/>
          <p:cNvSpPr txBox="1"/>
          <p:nvPr/>
        </p:nvSpPr>
        <p:spPr>
          <a:xfrm>
            <a:off x="6556248" y="3675888"/>
            <a:ext cx="1856232" cy="201168"/>
          </a:xfrm>
          <a:prstGeom prst="rect">
            <a:avLst/>
          </a:prstGeom>
          <a:noFill/>
        </p:spPr>
        <p:txBody>
          <a:bodyPr wrap="square" anchor="t" lIns="0" rIns="0" tIns="0" bIns="0">
            <a:spAutoFit/>
          </a:bodyPr>
          <a:lstStyle/>
          <a:p>
            <a:pPr algn="l">
              <a:lnSpc>
                <a:spcPct val="112000"/>
              </a:lnSpc>
            </a:pPr>
            <a:r>
              <a:rPr sz="660">
                <a:solidFill>
                  <a:srgbClr val="666666"/>
                </a:solidFill>
                <a:latin typeface="Outfit"/>
              </a:rPr>
              <a:t>incl. retractable beam-flux monitor</a:t>
            </a:r>
          </a:p>
        </p:txBody>
      </p:sp>
      <p:sp>
        <p:nvSpPr>
          <p:cNvPr id="46" name="Rounded Rectangle 45"/>
          <p:cNvSpPr/>
          <p:nvPr/>
        </p:nvSpPr>
        <p:spPr>
          <a:xfrm>
            <a:off x="612648" y="4005072"/>
            <a:ext cx="2514600" cy="512064"/>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psu.png"/>
          <p:cNvPicPr>
            <a:picLocks noChangeAspect="1"/>
          </p:cNvPicPr>
          <p:nvPr/>
        </p:nvPicPr>
        <p:blipFill>
          <a:blip r:embed="rId17"/>
          <a:stretch>
            <a:fillRect/>
          </a:stretch>
        </p:blipFill>
        <p:spPr>
          <a:xfrm>
            <a:off x="704088" y="4078224"/>
            <a:ext cx="365760" cy="365760"/>
          </a:xfrm>
          <a:prstGeom prst="rect">
            <a:avLst/>
          </a:prstGeom>
        </p:spPr>
      </p:pic>
      <p:sp>
        <p:nvSpPr>
          <p:cNvPr id="48" name="TextBox 47"/>
          <p:cNvSpPr txBox="1"/>
          <p:nvPr/>
        </p:nvSpPr>
        <p:spPr>
          <a:xfrm>
            <a:off x="1161288" y="4078224"/>
            <a:ext cx="1856232" cy="182880"/>
          </a:xfrm>
          <a:prstGeom prst="rect">
            <a:avLst/>
          </a:prstGeom>
          <a:noFill/>
        </p:spPr>
        <p:txBody>
          <a:bodyPr wrap="square" anchor="t" lIns="0" rIns="0" tIns="0" bIns="0">
            <a:spAutoFit/>
          </a:bodyPr>
          <a:lstStyle/>
          <a:p>
            <a:pPr algn="l">
              <a:lnSpc>
                <a:spcPct val="120000"/>
              </a:lnSpc>
            </a:pPr>
            <a:r>
              <a:rPr sz="780">
                <a:solidFill>
                  <a:srgbClr val="191919"/>
                </a:solidFill>
                <a:latin typeface="AvenirNext LT Pro Medium"/>
              </a:rPr>
              <a:t>Cell PSUs + PID</a:t>
            </a:r>
          </a:p>
        </p:txBody>
      </p:sp>
      <p:sp>
        <p:nvSpPr>
          <p:cNvPr id="49" name="TextBox 48"/>
          <p:cNvSpPr txBox="1"/>
          <p:nvPr/>
        </p:nvSpPr>
        <p:spPr>
          <a:xfrm>
            <a:off x="1161288" y="4261104"/>
            <a:ext cx="1856232" cy="201168"/>
          </a:xfrm>
          <a:prstGeom prst="rect">
            <a:avLst/>
          </a:prstGeom>
          <a:noFill/>
        </p:spPr>
        <p:txBody>
          <a:bodyPr wrap="square" anchor="t" lIns="0" rIns="0" tIns="0" bIns="0">
            <a:spAutoFit/>
          </a:bodyPr>
          <a:lstStyle/>
          <a:p>
            <a:pPr algn="l">
              <a:lnSpc>
                <a:spcPct val="112000"/>
              </a:lnSpc>
            </a:pPr>
            <a:r>
              <a:rPr sz="660">
                <a:solidFill>
                  <a:srgbClr val="666666"/>
                </a:solidFill>
                <a:latin typeface="Outfit"/>
              </a:rPr>
              <a:t>one DC supply + loop per heater zone</a:t>
            </a:r>
          </a:p>
        </p:txBody>
      </p:sp>
      <p:sp>
        <p:nvSpPr>
          <p:cNvPr id="50" name="Rounded Rectangle 49"/>
          <p:cNvSpPr/>
          <p:nvPr/>
        </p:nvSpPr>
        <p:spPr>
          <a:xfrm>
            <a:off x="3310128" y="4005072"/>
            <a:ext cx="2514600" cy="512064"/>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1" name="Picture 50" descr="ln2.png"/>
          <p:cNvPicPr>
            <a:picLocks noChangeAspect="1"/>
          </p:cNvPicPr>
          <p:nvPr/>
        </p:nvPicPr>
        <p:blipFill>
          <a:blip r:embed="rId18"/>
          <a:stretch>
            <a:fillRect/>
          </a:stretch>
        </p:blipFill>
        <p:spPr>
          <a:xfrm>
            <a:off x="3401568" y="4078224"/>
            <a:ext cx="365760" cy="365760"/>
          </a:xfrm>
          <a:prstGeom prst="rect">
            <a:avLst/>
          </a:prstGeom>
        </p:spPr>
      </p:pic>
      <p:sp>
        <p:nvSpPr>
          <p:cNvPr id="52" name="TextBox 51"/>
          <p:cNvSpPr txBox="1"/>
          <p:nvPr/>
        </p:nvSpPr>
        <p:spPr>
          <a:xfrm>
            <a:off x="3858768" y="4078224"/>
            <a:ext cx="1856232" cy="182880"/>
          </a:xfrm>
          <a:prstGeom prst="rect">
            <a:avLst/>
          </a:prstGeom>
          <a:noFill/>
        </p:spPr>
        <p:txBody>
          <a:bodyPr wrap="square" anchor="t" lIns="0" rIns="0" tIns="0" bIns="0">
            <a:spAutoFit/>
          </a:bodyPr>
          <a:lstStyle/>
          <a:p>
            <a:pPr algn="l">
              <a:lnSpc>
                <a:spcPct val="120000"/>
              </a:lnSpc>
            </a:pPr>
            <a:r>
              <a:rPr sz="780">
                <a:solidFill>
                  <a:srgbClr val="191919"/>
                </a:solidFill>
                <a:latin typeface="AvenirNext LT Pro Medium"/>
              </a:rPr>
              <a:t>LN₂ distribution</a:t>
            </a:r>
          </a:p>
        </p:txBody>
      </p:sp>
      <p:sp>
        <p:nvSpPr>
          <p:cNvPr id="53" name="TextBox 52"/>
          <p:cNvSpPr txBox="1"/>
          <p:nvPr/>
        </p:nvSpPr>
        <p:spPr>
          <a:xfrm>
            <a:off x="3858768" y="4261104"/>
            <a:ext cx="1856232" cy="201168"/>
          </a:xfrm>
          <a:prstGeom prst="rect">
            <a:avLst/>
          </a:prstGeom>
          <a:noFill/>
        </p:spPr>
        <p:txBody>
          <a:bodyPr wrap="square" anchor="t" lIns="0" rIns="0" tIns="0" bIns="0">
            <a:spAutoFit/>
          </a:bodyPr>
          <a:lstStyle/>
          <a:p>
            <a:pPr algn="l">
              <a:lnSpc>
                <a:spcPct val="112000"/>
              </a:lnSpc>
            </a:pPr>
            <a:r>
              <a:rPr sz="660">
                <a:solidFill>
                  <a:srgbClr val="666666"/>
                </a:solidFill>
                <a:latin typeface="Outfit"/>
              </a:rPr>
              <a:t>phase separator · vacuum-insulated lines</a:t>
            </a:r>
          </a:p>
        </p:txBody>
      </p:sp>
      <p:sp>
        <p:nvSpPr>
          <p:cNvPr id="54" name="Rounded Rectangle 53"/>
          <p:cNvSpPr/>
          <p:nvPr/>
        </p:nvSpPr>
        <p:spPr>
          <a:xfrm>
            <a:off x="6007608" y="4005072"/>
            <a:ext cx="2514600" cy="512064"/>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5" name="Picture 54" descr="facility.png"/>
          <p:cNvPicPr>
            <a:picLocks noChangeAspect="1"/>
          </p:cNvPicPr>
          <p:nvPr/>
        </p:nvPicPr>
        <p:blipFill>
          <a:blip r:embed="rId19"/>
          <a:stretch>
            <a:fillRect/>
          </a:stretch>
        </p:blipFill>
        <p:spPr>
          <a:xfrm>
            <a:off x="6099048" y="4078224"/>
            <a:ext cx="365760" cy="365760"/>
          </a:xfrm>
          <a:prstGeom prst="rect">
            <a:avLst/>
          </a:prstGeom>
        </p:spPr>
      </p:pic>
      <p:sp>
        <p:nvSpPr>
          <p:cNvPr id="56" name="TextBox 55"/>
          <p:cNvSpPr txBox="1"/>
          <p:nvPr/>
        </p:nvSpPr>
        <p:spPr>
          <a:xfrm>
            <a:off x="6556248" y="4078224"/>
            <a:ext cx="1856232" cy="182880"/>
          </a:xfrm>
          <a:prstGeom prst="rect">
            <a:avLst/>
          </a:prstGeom>
          <a:noFill/>
        </p:spPr>
        <p:txBody>
          <a:bodyPr wrap="square" anchor="t" lIns="0" rIns="0" tIns="0" bIns="0">
            <a:spAutoFit/>
          </a:bodyPr>
          <a:lstStyle/>
          <a:p>
            <a:pPr algn="l">
              <a:lnSpc>
                <a:spcPct val="120000"/>
              </a:lnSpc>
            </a:pPr>
            <a:r>
              <a:rPr sz="780">
                <a:solidFill>
                  <a:srgbClr val="191919"/>
                </a:solidFill>
                <a:latin typeface="AvenirNext LT Pro Medium"/>
              </a:rPr>
              <a:t>Bake-out · chiller · UPS</a:t>
            </a:r>
          </a:p>
        </p:txBody>
      </p:sp>
      <p:sp>
        <p:nvSpPr>
          <p:cNvPr id="57" name="TextBox 56"/>
          <p:cNvSpPr txBox="1"/>
          <p:nvPr/>
        </p:nvSpPr>
        <p:spPr>
          <a:xfrm>
            <a:off x="6556248" y="4261104"/>
            <a:ext cx="1856232" cy="201168"/>
          </a:xfrm>
          <a:prstGeom prst="rect">
            <a:avLst/>
          </a:prstGeom>
          <a:noFill/>
        </p:spPr>
        <p:txBody>
          <a:bodyPr wrap="square" anchor="t" lIns="0" rIns="0" tIns="0" bIns="0">
            <a:spAutoFit/>
          </a:bodyPr>
          <a:lstStyle/>
          <a:p>
            <a:pPr algn="l">
              <a:lnSpc>
                <a:spcPct val="112000"/>
              </a:lnSpc>
            </a:pPr>
            <a:r>
              <a:rPr sz="660">
                <a:solidFill>
                  <a:srgbClr val="666666"/>
                </a:solidFill>
                <a:latin typeface="Outfit"/>
              </a:rPr>
              <a:t>heaters · water loop · backup power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p:txBody>
          <a:bodyPr/>
          <a:lstStyle/>
          <a:p>
            <a:r>
              <a:rPr sz="2200" spc="20" dirty="0">
                <a:solidFill>
                  <a:srgbClr val="00B388"/>
                </a:solidFill>
                <a:latin typeface="AvenirNext LT Pro Light"/>
              </a:rPr>
              <a:t>US$0.9–1.5M all-in</a:t>
            </a:r>
          </a:p>
        </p:txBody>
      </p:sp>
      <p:sp>
        <p:nvSpPr>
          <p:cNvPr id="3" name="Content Placeholder 2"/>
          <p:cNvSpPr>
            <a:spLocks noGrp="1"/>
          </p:cNvSpPr>
          <p:nvPr>
            <p:ph sz="quarter" idx="14"/>
          </p:nvPr>
        </p:nvSpPr>
        <p:spPr/>
        <p:txBody>
          <a:bodyPr/>
          <a:lstStyle/>
          <a:p>
            <a:r>
              <a:rPr sz="800" spc="80">
                <a:solidFill>
                  <a:srgbClr val="191919"/>
                </a:solidFill>
                <a:latin typeface="AvenirNext LT Pro Medium"/>
              </a:rPr>
              <a:t>NITRIDE MBE PROPOSAL · BUDGET</a:t>
            </a:r>
          </a:p>
        </p:txBody>
      </p:sp>
      <p:sp>
        <p:nvSpPr>
          <p:cNvPr id="4" name="Rounded Rectangle 3"/>
          <p:cNvSpPr/>
          <p:nvPr/>
        </p:nvSpPr>
        <p:spPr>
          <a:xfrm>
            <a:off x="612648" y="1371600"/>
            <a:ext cx="7918704" cy="384048"/>
          </a:xfrm>
          <a:prstGeom prst="roundRect">
            <a:avLst>
              <a:gd name="adj" fmla="val 1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40664" y="1435608"/>
            <a:ext cx="256032" cy="256032"/>
          </a:xfrm>
          <a:prstGeom prst="ellipse">
            <a:avLst/>
          </a:prstGeom>
          <a:solidFill>
            <a:srgbClr val="00B3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FFFFFF"/>
                </a:solidFill>
                <a:latin typeface="AvenirNext LT Pro Medium"/>
              </a:rPr>
              <a:t>01</a:t>
            </a:r>
          </a:p>
        </p:txBody>
      </p:sp>
      <p:sp>
        <p:nvSpPr>
          <p:cNvPr id="6" name="TextBox 5"/>
          <p:cNvSpPr txBox="1"/>
          <p:nvPr/>
        </p:nvSpPr>
        <p:spPr>
          <a:xfrm>
            <a:off x="1143000" y="1371600"/>
            <a:ext cx="4297680" cy="384048"/>
          </a:xfrm>
          <a:prstGeom prst="rect">
            <a:avLst/>
          </a:prstGeom>
          <a:noFill/>
        </p:spPr>
        <p:txBody>
          <a:bodyPr wrap="square" anchor="ctr" lIns="0" rIns="0" tIns="0" bIns="0">
            <a:spAutoFit/>
          </a:bodyPr>
          <a:lstStyle/>
          <a:p>
            <a:pPr algn="l">
              <a:lnSpc>
                <a:spcPct val="120000"/>
              </a:lnSpc>
            </a:pPr>
            <a:r>
              <a:rPr sz="860">
                <a:solidFill>
                  <a:srgbClr val="191919"/>
                </a:solidFill>
                <a:latin typeface="AvenirNext LT Pro Medium"/>
              </a:rPr>
              <a:t>GEN II / Riber 32 class, refurbished</a:t>
            </a:r>
          </a:p>
        </p:txBody>
      </p:sp>
      <p:sp>
        <p:nvSpPr>
          <p:cNvPr id="7" name="TextBox 6"/>
          <p:cNvSpPr txBox="1"/>
          <p:nvPr/>
        </p:nvSpPr>
        <p:spPr>
          <a:xfrm>
            <a:off x="5532120" y="1371600"/>
            <a:ext cx="1554480" cy="384048"/>
          </a:xfrm>
          <a:prstGeom prst="rect">
            <a:avLst/>
          </a:prstGeom>
          <a:noFill/>
        </p:spPr>
        <p:txBody>
          <a:bodyPr wrap="square" anchor="ctr" lIns="0" rIns="0" tIns="0" bIns="0">
            <a:spAutoFit/>
          </a:bodyPr>
          <a:lstStyle/>
          <a:p>
            <a:pPr algn="l">
              <a:lnSpc>
                <a:spcPct val="120000"/>
              </a:lnSpc>
            </a:pPr>
            <a:r>
              <a:rPr sz="720">
                <a:solidFill>
                  <a:srgbClr val="666666"/>
                </a:solidFill>
                <a:latin typeface="Outfit"/>
              </a:rPr>
              <a:t>used chassis</a:t>
            </a:r>
          </a:p>
        </p:txBody>
      </p:sp>
      <p:sp>
        <p:nvSpPr>
          <p:cNvPr id="8" name="TextBox 7"/>
          <p:cNvSpPr txBox="1"/>
          <p:nvPr/>
        </p:nvSpPr>
        <p:spPr>
          <a:xfrm>
            <a:off x="7178040" y="1371600"/>
            <a:ext cx="1225296" cy="384048"/>
          </a:xfrm>
          <a:prstGeom prst="rect">
            <a:avLst/>
          </a:prstGeom>
          <a:noFill/>
        </p:spPr>
        <p:txBody>
          <a:bodyPr wrap="square" anchor="ctr" lIns="0" rIns="0" tIns="0" bIns="0">
            <a:spAutoFit/>
          </a:bodyPr>
          <a:lstStyle/>
          <a:p>
            <a:pPr algn="r">
              <a:lnSpc>
                <a:spcPct val="120000"/>
              </a:lnSpc>
            </a:pPr>
            <a:r>
              <a:rPr sz="900">
                <a:solidFill>
                  <a:srgbClr val="191919"/>
                </a:solidFill>
                <a:latin typeface="AvenirNext LT Pro Medium"/>
              </a:rPr>
              <a:t>0.20–0.50</a:t>
            </a:r>
          </a:p>
        </p:txBody>
      </p:sp>
      <p:sp>
        <p:nvSpPr>
          <p:cNvPr id="9" name="Rounded Rectangle 8"/>
          <p:cNvSpPr/>
          <p:nvPr/>
        </p:nvSpPr>
        <p:spPr>
          <a:xfrm>
            <a:off x="612648" y="1792224"/>
            <a:ext cx="7918704" cy="384048"/>
          </a:xfrm>
          <a:prstGeom prst="roundRect">
            <a:avLst>
              <a:gd name="adj" fmla="val 1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40664" y="1856231"/>
            <a:ext cx="256032" cy="256032"/>
          </a:xfrm>
          <a:prstGeom prst="ellipse">
            <a:avLst/>
          </a:prstGeom>
          <a:solidFill>
            <a:srgbClr val="00B3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FFFFFF"/>
                </a:solidFill>
                <a:latin typeface="AvenirNext LT Pro Medium"/>
              </a:rPr>
              <a:t>02</a:t>
            </a:r>
          </a:p>
        </p:txBody>
      </p:sp>
      <p:sp>
        <p:nvSpPr>
          <p:cNvPr id="11" name="TextBox 10"/>
          <p:cNvSpPr txBox="1"/>
          <p:nvPr/>
        </p:nvSpPr>
        <p:spPr>
          <a:xfrm>
            <a:off x="1143000" y="1792224"/>
            <a:ext cx="4297680" cy="384048"/>
          </a:xfrm>
          <a:prstGeom prst="rect">
            <a:avLst/>
          </a:prstGeom>
          <a:noFill/>
        </p:spPr>
        <p:txBody>
          <a:bodyPr wrap="square" anchor="ctr" lIns="0" rIns="0" tIns="0" bIns="0">
            <a:spAutoFit/>
          </a:bodyPr>
          <a:lstStyle/>
          <a:p>
            <a:pPr algn="l">
              <a:lnSpc>
                <a:spcPct val="120000"/>
              </a:lnSpc>
            </a:pPr>
            <a:r>
              <a:rPr sz="860">
                <a:solidFill>
                  <a:srgbClr val="191919"/>
                </a:solidFill>
                <a:latin typeface="AvenirNext LT Pro Medium"/>
              </a:rPr>
              <a:t>Plasma source · 1200 °C manipulator · effusion cells</a:t>
            </a:r>
          </a:p>
        </p:txBody>
      </p:sp>
      <p:sp>
        <p:nvSpPr>
          <p:cNvPr id="12" name="TextBox 11"/>
          <p:cNvSpPr txBox="1"/>
          <p:nvPr/>
        </p:nvSpPr>
        <p:spPr>
          <a:xfrm>
            <a:off x="5532120" y="1792224"/>
            <a:ext cx="1554480" cy="384048"/>
          </a:xfrm>
          <a:prstGeom prst="rect">
            <a:avLst/>
          </a:prstGeom>
          <a:noFill/>
        </p:spPr>
        <p:txBody>
          <a:bodyPr wrap="square" anchor="ctr" lIns="0" rIns="0" tIns="0" bIns="0">
            <a:spAutoFit/>
          </a:bodyPr>
          <a:lstStyle/>
          <a:p>
            <a:pPr algn="l">
              <a:lnSpc>
                <a:spcPct val="120000"/>
              </a:lnSpc>
            </a:pPr>
            <a:r>
              <a:rPr sz="720">
                <a:solidFill>
                  <a:srgbClr val="666666"/>
                </a:solidFill>
                <a:latin typeface="Outfit"/>
              </a:rPr>
              <a:t>nitride core</a:t>
            </a:r>
          </a:p>
        </p:txBody>
      </p:sp>
      <p:sp>
        <p:nvSpPr>
          <p:cNvPr id="13" name="TextBox 12"/>
          <p:cNvSpPr txBox="1"/>
          <p:nvPr/>
        </p:nvSpPr>
        <p:spPr>
          <a:xfrm>
            <a:off x="7178040" y="1792224"/>
            <a:ext cx="1225296" cy="384048"/>
          </a:xfrm>
          <a:prstGeom prst="rect">
            <a:avLst/>
          </a:prstGeom>
          <a:noFill/>
        </p:spPr>
        <p:txBody>
          <a:bodyPr wrap="square" anchor="ctr" lIns="0" rIns="0" tIns="0" bIns="0">
            <a:spAutoFit/>
          </a:bodyPr>
          <a:lstStyle/>
          <a:p>
            <a:pPr algn="r">
              <a:lnSpc>
                <a:spcPct val="120000"/>
              </a:lnSpc>
            </a:pPr>
            <a:r>
              <a:rPr sz="900">
                <a:solidFill>
                  <a:srgbClr val="191919"/>
                </a:solidFill>
                <a:latin typeface="AvenirNext LT Pro Medium"/>
              </a:rPr>
              <a:t>0.21–0.42</a:t>
            </a:r>
          </a:p>
        </p:txBody>
      </p:sp>
      <p:sp>
        <p:nvSpPr>
          <p:cNvPr id="14" name="Rounded Rectangle 13"/>
          <p:cNvSpPr/>
          <p:nvPr/>
        </p:nvSpPr>
        <p:spPr>
          <a:xfrm>
            <a:off x="612648" y="2212848"/>
            <a:ext cx="7918704" cy="384048"/>
          </a:xfrm>
          <a:prstGeom prst="roundRect">
            <a:avLst>
              <a:gd name="adj" fmla="val 1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40664" y="2276856"/>
            <a:ext cx="256032" cy="256032"/>
          </a:xfrm>
          <a:prstGeom prst="ellipse">
            <a:avLst/>
          </a:prstGeom>
          <a:solidFill>
            <a:srgbClr val="00B3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FFFFFF"/>
                </a:solidFill>
                <a:latin typeface="AvenirNext LT Pro Medium"/>
              </a:rPr>
              <a:t>03</a:t>
            </a:r>
          </a:p>
        </p:txBody>
      </p:sp>
      <p:sp>
        <p:nvSpPr>
          <p:cNvPr id="16" name="TextBox 15"/>
          <p:cNvSpPr txBox="1"/>
          <p:nvPr/>
        </p:nvSpPr>
        <p:spPr>
          <a:xfrm>
            <a:off x="1143000" y="2212848"/>
            <a:ext cx="4297680" cy="384048"/>
          </a:xfrm>
          <a:prstGeom prst="rect">
            <a:avLst/>
          </a:prstGeom>
          <a:noFill/>
        </p:spPr>
        <p:txBody>
          <a:bodyPr wrap="square" anchor="ctr" lIns="0" rIns="0" tIns="0" bIns="0">
            <a:spAutoFit/>
          </a:bodyPr>
          <a:lstStyle/>
          <a:p>
            <a:pPr algn="l">
              <a:lnSpc>
                <a:spcPct val="120000"/>
              </a:lnSpc>
            </a:pPr>
            <a:r>
              <a:rPr sz="860">
                <a:solidFill>
                  <a:srgbClr val="191919"/>
                </a:solidFill>
                <a:latin typeface="AvenirNext LT Pro Medium"/>
              </a:rPr>
              <a:t>Maglev turbo · RHEED 30 keV · band-edge pyrometry · RGA</a:t>
            </a:r>
          </a:p>
        </p:txBody>
      </p:sp>
      <p:sp>
        <p:nvSpPr>
          <p:cNvPr id="17" name="TextBox 16"/>
          <p:cNvSpPr txBox="1"/>
          <p:nvPr/>
        </p:nvSpPr>
        <p:spPr>
          <a:xfrm>
            <a:off x="5532120" y="2212848"/>
            <a:ext cx="1554480" cy="384048"/>
          </a:xfrm>
          <a:prstGeom prst="rect">
            <a:avLst/>
          </a:prstGeom>
          <a:noFill/>
        </p:spPr>
        <p:txBody>
          <a:bodyPr wrap="square" anchor="ctr" lIns="0" rIns="0" tIns="0" bIns="0">
            <a:spAutoFit/>
          </a:bodyPr>
          <a:lstStyle/>
          <a:p>
            <a:pPr algn="l">
              <a:lnSpc>
                <a:spcPct val="120000"/>
              </a:lnSpc>
            </a:pPr>
            <a:r>
              <a:rPr sz="720">
                <a:solidFill>
                  <a:srgbClr val="666666"/>
                </a:solidFill>
                <a:latin typeface="Outfit"/>
              </a:rPr>
              <a:t>vacuum + diagnostics</a:t>
            </a:r>
          </a:p>
        </p:txBody>
      </p:sp>
      <p:sp>
        <p:nvSpPr>
          <p:cNvPr id="18" name="TextBox 17"/>
          <p:cNvSpPr txBox="1"/>
          <p:nvPr/>
        </p:nvSpPr>
        <p:spPr>
          <a:xfrm>
            <a:off x="7178040" y="2212848"/>
            <a:ext cx="1225296" cy="384048"/>
          </a:xfrm>
          <a:prstGeom prst="rect">
            <a:avLst/>
          </a:prstGeom>
          <a:noFill/>
        </p:spPr>
        <p:txBody>
          <a:bodyPr wrap="square" anchor="ctr" lIns="0" rIns="0" tIns="0" bIns="0">
            <a:spAutoFit/>
          </a:bodyPr>
          <a:lstStyle/>
          <a:p>
            <a:pPr algn="r">
              <a:lnSpc>
                <a:spcPct val="120000"/>
              </a:lnSpc>
            </a:pPr>
            <a:r>
              <a:rPr sz="900">
                <a:solidFill>
                  <a:srgbClr val="191919"/>
                </a:solidFill>
                <a:latin typeface="AvenirNext LT Pro Medium"/>
              </a:rPr>
              <a:t>0.19–0.32</a:t>
            </a:r>
          </a:p>
        </p:txBody>
      </p:sp>
      <p:sp>
        <p:nvSpPr>
          <p:cNvPr id="19" name="Rounded Rectangle 18"/>
          <p:cNvSpPr/>
          <p:nvPr/>
        </p:nvSpPr>
        <p:spPr>
          <a:xfrm>
            <a:off x="612648" y="2633472"/>
            <a:ext cx="7918704" cy="384048"/>
          </a:xfrm>
          <a:prstGeom prst="roundRect">
            <a:avLst>
              <a:gd name="adj" fmla="val 1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40664" y="2697479"/>
            <a:ext cx="256032" cy="256032"/>
          </a:xfrm>
          <a:prstGeom prst="ellipse">
            <a:avLst/>
          </a:prstGeom>
          <a:solidFill>
            <a:srgbClr val="00B3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FFFFFF"/>
                </a:solidFill>
                <a:latin typeface="AvenirNext LT Pro Medium"/>
              </a:rPr>
              <a:t>04</a:t>
            </a:r>
          </a:p>
        </p:txBody>
      </p:sp>
      <p:sp>
        <p:nvSpPr>
          <p:cNvPr id="21" name="TextBox 20"/>
          <p:cNvSpPr txBox="1"/>
          <p:nvPr/>
        </p:nvSpPr>
        <p:spPr>
          <a:xfrm>
            <a:off x="1143000" y="2633472"/>
            <a:ext cx="4297680" cy="384048"/>
          </a:xfrm>
          <a:prstGeom prst="rect">
            <a:avLst/>
          </a:prstGeom>
          <a:noFill/>
        </p:spPr>
        <p:txBody>
          <a:bodyPr wrap="square" anchor="ctr" lIns="0" rIns="0" tIns="0" bIns="0">
            <a:spAutoFit/>
          </a:bodyPr>
          <a:lstStyle/>
          <a:p>
            <a:pPr algn="l">
              <a:lnSpc>
                <a:spcPct val="120000"/>
              </a:lnSpc>
            </a:pPr>
            <a:r>
              <a:rPr sz="860">
                <a:solidFill>
                  <a:srgbClr val="191919"/>
                </a:solidFill>
                <a:latin typeface="AvenirNext LT Pro Medium"/>
              </a:rPr>
              <a:t>Software built in-house on commercial interlocks</a:t>
            </a:r>
          </a:p>
        </p:txBody>
      </p:sp>
      <p:sp>
        <p:nvSpPr>
          <p:cNvPr id="22" name="TextBox 21"/>
          <p:cNvSpPr txBox="1"/>
          <p:nvPr/>
        </p:nvSpPr>
        <p:spPr>
          <a:xfrm>
            <a:off x="5532120" y="2633472"/>
            <a:ext cx="1554480" cy="384048"/>
          </a:xfrm>
          <a:prstGeom prst="rect">
            <a:avLst/>
          </a:prstGeom>
          <a:noFill/>
        </p:spPr>
        <p:txBody>
          <a:bodyPr wrap="square" anchor="ctr" lIns="0" rIns="0" tIns="0" bIns="0">
            <a:spAutoFit/>
          </a:bodyPr>
          <a:lstStyle/>
          <a:p>
            <a:pPr algn="l">
              <a:lnSpc>
                <a:spcPct val="120000"/>
              </a:lnSpc>
            </a:pPr>
            <a:r>
              <a:rPr sz="720">
                <a:solidFill>
                  <a:srgbClr val="666666"/>
                </a:solidFill>
                <a:latin typeface="Outfit"/>
              </a:rPr>
              <a:t>controls + DAQ</a:t>
            </a:r>
          </a:p>
        </p:txBody>
      </p:sp>
      <p:sp>
        <p:nvSpPr>
          <p:cNvPr id="23" name="TextBox 22"/>
          <p:cNvSpPr txBox="1"/>
          <p:nvPr/>
        </p:nvSpPr>
        <p:spPr>
          <a:xfrm>
            <a:off x="7178040" y="2633472"/>
            <a:ext cx="1225296" cy="384048"/>
          </a:xfrm>
          <a:prstGeom prst="rect">
            <a:avLst/>
          </a:prstGeom>
          <a:noFill/>
        </p:spPr>
        <p:txBody>
          <a:bodyPr wrap="square" anchor="ctr" lIns="0" rIns="0" tIns="0" bIns="0">
            <a:spAutoFit/>
          </a:bodyPr>
          <a:lstStyle/>
          <a:p>
            <a:pPr algn="r">
              <a:lnSpc>
                <a:spcPct val="120000"/>
              </a:lnSpc>
            </a:pPr>
            <a:r>
              <a:rPr sz="900">
                <a:solidFill>
                  <a:srgbClr val="191919"/>
                </a:solidFill>
                <a:latin typeface="AvenirNext LT Pro Medium"/>
              </a:rPr>
              <a:t>0.04–0.08</a:t>
            </a:r>
          </a:p>
        </p:txBody>
      </p:sp>
      <p:sp>
        <p:nvSpPr>
          <p:cNvPr id="24" name="Rounded Rectangle 23"/>
          <p:cNvSpPr/>
          <p:nvPr/>
        </p:nvSpPr>
        <p:spPr>
          <a:xfrm>
            <a:off x="612648" y="3054096"/>
            <a:ext cx="7918704" cy="384048"/>
          </a:xfrm>
          <a:prstGeom prst="roundRect">
            <a:avLst>
              <a:gd name="adj" fmla="val 1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40664" y="3118103"/>
            <a:ext cx="256032" cy="256032"/>
          </a:xfrm>
          <a:prstGeom prst="ellipse">
            <a:avLst/>
          </a:prstGeom>
          <a:solidFill>
            <a:srgbClr val="00B3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FFFFFF"/>
                </a:solidFill>
                <a:latin typeface="AvenirNext LT Pro Medium"/>
              </a:rPr>
              <a:t>05</a:t>
            </a:r>
          </a:p>
        </p:txBody>
      </p:sp>
      <p:sp>
        <p:nvSpPr>
          <p:cNvPr id="26" name="TextBox 25"/>
          <p:cNvSpPr txBox="1"/>
          <p:nvPr/>
        </p:nvSpPr>
        <p:spPr>
          <a:xfrm>
            <a:off x="1143000" y="3054096"/>
            <a:ext cx="4297680" cy="384048"/>
          </a:xfrm>
          <a:prstGeom prst="rect">
            <a:avLst/>
          </a:prstGeom>
          <a:noFill/>
        </p:spPr>
        <p:txBody>
          <a:bodyPr wrap="square" anchor="ctr" lIns="0" rIns="0" tIns="0" bIns="0">
            <a:spAutoFit/>
          </a:bodyPr>
          <a:lstStyle/>
          <a:p>
            <a:pPr algn="l">
              <a:lnSpc>
                <a:spcPct val="120000"/>
              </a:lnSpc>
            </a:pPr>
            <a:r>
              <a:rPr sz="860">
                <a:solidFill>
                  <a:srgbClr val="191919"/>
                </a:solidFill>
                <a:latin typeface="AvenirNext LT Pro Medium"/>
              </a:rPr>
              <a:t>LN₂ · 3-phase power + UPS · water · bake-out</a:t>
            </a:r>
          </a:p>
        </p:txBody>
      </p:sp>
      <p:sp>
        <p:nvSpPr>
          <p:cNvPr id="27" name="TextBox 26"/>
          <p:cNvSpPr txBox="1"/>
          <p:nvPr/>
        </p:nvSpPr>
        <p:spPr>
          <a:xfrm>
            <a:off x="5532120" y="3054096"/>
            <a:ext cx="1554480" cy="384048"/>
          </a:xfrm>
          <a:prstGeom prst="rect">
            <a:avLst/>
          </a:prstGeom>
          <a:noFill/>
        </p:spPr>
        <p:txBody>
          <a:bodyPr wrap="square" anchor="ctr" lIns="0" rIns="0" tIns="0" bIns="0">
            <a:spAutoFit/>
          </a:bodyPr>
          <a:lstStyle/>
          <a:p>
            <a:pPr algn="l">
              <a:lnSpc>
                <a:spcPct val="120000"/>
              </a:lnSpc>
            </a:pPr>
            <a:r>
              <a:rPr sz="720">
                <a:solidFill>
                  <a:srgbClr val="666666"/>
                </a:solidFill>
                <a:latin typeface="Outfit"/>
              </a:rPr>
              <a:t>facility</a:t>
            </a:r>
          </a:p>
        </p:txBody>
      </p:sp>
      <p:sp>
        <p:nvSpPr>
          <p:cNvPr id="28" name="TextBox 27"/>
          <p:cNvSpPr txBox="1"/>
          <p:nvPr/>
        </p:nvSpPr>
        <p:spPr>
          <a:xfrm>
            <a:off x="7178040" y="3054096"/>
            <a:ext cx="1225296" cy="384048"/>
          </a:xfrm>
          <a:prstGeom prst="rect">
            <a:avLst/>
          </a:prstGeom>
          <a:noFill/>
        </p:spPr>
        <p:txBody>
          <a:bodyPr wrap="square" anchor="ctr" lIns="0" rIns="0" tIns="0" bIns="0">
            <a:spAutoFit/>
          </a:bodyPr>
          <a:lstStyle/>
          <a:p>
            <a:pPr algn="r">
              <a:lnSpc>
                <a:spcPct val="120000"/>
              </a:lnSpc>
            </a:pPr>
            <a:r>
              <a:rPr sz="900">
                <a:solidFill>
                  <a:srgbClr val="191919"/>
                </a:solidFill>
                <a:latin typeface="AvenirNext LT Pro Medium"/>
              </a:rPr>
              <a:t>0.15–0.26</a:t>
            </a:r>
          </a:p>
        </p:txBody>
      </p:sp>
      <p:sp>
        <p:nvSpPr>
          <p:cNvPr id="29" name="Rounded Rectangle 28"/>
          <p:cNvSpPr/>
          <p:nvPr/>
        </p:nvSpPr>
        <p:spPr>
          <a:xfrm>
            <a:off x="612648" y="3474720"/>
            <a:ext cx="7918704" cy="384048"/>
          </a:xfrm>
          <a:prstGeom prst="roundRect">
            <a:avLst>
              <a:gd name="adj" fmla="val 1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40664" y="3538727"/>
            <a:ext cx="256032" cy="256032"/>
          </a:xfrm>
          <a:prstGeom prst="ellipse">
            <a:avLst/>
          </a:prstGeom>
          <a:solidFill>
            <a:srgbClr val="00B3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FFFFFF"/>
                </a:solidFill>
                <a:latin typeface="AvenirNext LT Pro Medium"/>
              </a:rPr>
              <a:t>06</a:t>
            </a:r>
          </a:p>
        </p:txBody>
      </p:sp>
      <p:sp>
        <p:nvSpPr>
          <p:cNvPr id="31" name="TextBox 30"/>
          <p:cNvSpPr txBox="1"/>
          <p:nvPr/>
        </p:nvSpPr>
        <p:spPr>
          <a:xfrm>
            <a:off x="1143000" y="3474720"/>
            <a:ext cx="4297680" cy="384048"/>
          </a:xfrm>
          <a:prstGeom prst="rect">
            <a:avLst/>
          </a:prstGeom>
          <a:noFill/>
        </p:spPr>
        <p:txBody>
          <a:bodyPr wrap="square" anchor="ctr" lIns="0" rIns="0" tIns="0" bIns="0">
            <a:spAutoFit/>
          </a:bodyPr>
          <a:lstStyle/>
          <a:p>
            <a:pPr algn="l">
              <a:lnSpc>
                <a:spcPct val="120000"/>
              </a:lnSpc>
            </a:pPr>
            <a:r>
              <a:rPr sz="860">
                <a:solidFill>
                  <a:srgbClr val="191919"/>
                </a:solidFill>
                <a:latin typeface="AvenirNext LT Pro Medium"/>
              </a:rPr>
              <a:t>Leak-chase · calibration · spares</a:t>
            </a:r>
          </a:p>
        </p:txBody>
      </p:sp>
      <p:sp>
        <p:nvSpPr>
          <p:cNvPr id="32" name="TextBox 31"/>
          <p:cNvSpPr txBox="1"/>
          <p:nvPr/>
        </p:nvSpPr>
        <p:spPr>
          <a:xfrm>
            <a:off x="5532120" y="3474720"/>
            <a:ext cx="1554480" cy="384048"/>
          </a:xfrm>
          <a:prstGeom prst="rect">
            <a:avLst/>
          </a:prstGeom>
          <a:noFill/>
        </p:spPr>
        <p:txBody>
          <a:bodyPr wrap="square" anchor="ctr" lIns="0" rIns="0" tIns="0" bIns="0">
            <a:spAutoFit/>
          </a:bodyPr>
          <a:lstStyle/>
          <a:p>
            <a:pPr algn="l">
              <a:lnSpc>
                <a:spcPct val="120000"/>
              </a:lnSpc>
            </a:pPr>
            <a:r>
              <a:rPr sz="720">
                <a:solidFill>
                  <a:srgbClr val="666666"/>
                </a:solidFill>
                <a:latin typeface="Outfit"/>
              </a:rPr>
              <a:t>install + contingency</a:t>
            </a:r>
          </a:p>
        </p:txBody>
      </p:sp>
      <p:sp>
        <p:nvSpPr>
          <p:cNvPr id="33" name="TextBox 32"/>
          <p:cNvSpPr txBox="1"/>
          <p:nvPr/>
        </p:nvSpPr>
        <p:spPr>
          <a:xfrm>
            <a:off x="7178040" y="3474720"/>
            <a:ext cx="1225296" cy="384048"/>
          </a:xfrm>
          <a:prstGeom prst="rect">
            <a:avLst/>
          </a:prstGeom>
          <a:noFill/>
        </p:spPr>
        <p:txBody>
          <a:bodyPr wrap="square" anchor="ctr" lIns="0" rIns="0" tIns="0" bIns="0">
            <a:spAutoFit/>
          </a:bodyPr>
          <a:lstStyle/>
          <a:p>
            <a:pPr algn="r">
              <a:lnSpc>
                <a:spcPct val="120000"/>
              </a:lnSpc>
            </a:pPr>
            <a:r>
              <a:rPr sz="900">
                <a:solidFill>
                  <a:srgbClr val="191919"/>
                </a:solidFill>
                <a:latin typeface="AvenirNext LT Pro Medium"/>
              </a:rPr>
              <a:t>0.10–0.25</a:t>
            </a:r>
          </a:p>
        </p:txBody>
      </p:sp>
      <p:sp>
        <p:nvSpPr>
          <p:cNvPr id="34" name="TextBox 33"/>
          <p:cNvSpPr txBox="1"/>
          <p:nvPr/>
        </p:nvSpPr>
        <p:spPr>
          <a:xfrm>
            <a:off x="7178040" y="1170432"/>
            <a:ext cx="1225296" cy="164592"/>
          </a:xfrm>
          <a:prstGeom prst="rect">
            <a:avLst/>
          </a:prstGeom>
          <a:noFill/>
        </p:spPr>
        <p:txBody>
          <a:bodyPr wrap="square" anchor="t" lIns="0" rIns="0" tIns="0" bIns="0">
            <a:spAutoFit/>
          </a:bodyPr>
          <a:lstStyle/>
          <a:p>
            <a:pPr algn="r">
              <a:lnSpc>
                <a:spcPct val="120000"/>
              </a:lnSpc>
            </a:pPr>
            <a:r>
              <a:rPr sz="700" spc="60">
                <a:solidFill>
                  <a:srgbClr val="666666"/>
                </a:solidFill>
                <a:latin typeface="AvenirNext LT Pro Medium"/>
              </a:rPr>
              <a:t>US$M</a:t>
            </a:r>
          </a:p>
        </p:txBody>
      </p:sp>
      <p:sp>
        <p:nvSpPr>
          <p:cNvPr id="35" name="Rounded Rectangle 34"/>
          <p:cNvSpPr/>
          <p:nvPr/>
        </p:nvSpPr>
        <p:spPr>
          <a:xfrm>
            <a:off x="612648" y="3950207"/>
            <a:ext cx="7918704" cy="512064"/>
          </a:xfrm>
          <a:prstGeom prst="roundRect">
            <a:avLst>
              <a:gd name="adj" fmla="val 18000"/>
            </a:avLst>
          </a:prstGeom>
          <a:solidFill>
            <a:srgbClr val="1919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41248" y="3950207"/>
            <a:ext cx="1005840" cy="512064"/>
          </a:xfrm>
          <a:prstGeom prst="rect">
            <a:avLst/>
          </a:prstGeom>
          <a:noFill/>
        </p:spPr>
        <p:txBody>
          <a:bodyPr wrap="square" anchor="ctr" lIns="0" rIns="0" tIns="0" bIns="0">
            <a:spAutoFit/>
          </a:bodyPr>
          <a:lstStyle/>
          <a:p>
            <a:pPr algn="l">
              <a:lnSpc>
                <a:spcPct val="120000"/>
              </a:lnSpc>
            </a:pPr>
            <a:r>
              <a:rPr sz="750" spc="60">
                <a:solidFill>
                  <a:srgbClr val="00B388"/>
                </a:solidFill>
                <a:latin typeface="AvenirNext LT Pro Medium"/>
              </a:rPr>
              <a:t>TOTAL</a:t>
            </a:r>
          </a:p>
        </p:txBody>
      </p:sp>
      <p:sp>
        <p:nvSpPr>
          <p:cNvPr id="37" name="TextBox 36"/>
          <p:cNvSpPr txBox="1"/>
          <p:nvPr/>
        </p:nvSpPr>
        <p:spPr>
          <a:xfrm>
            <a:off x="1920240" y="3950207"/>
            <a:ext cx="6400800" cy="512064"/>
          </a:xfrm>
          <a:prstGeom prst="rect">
            <a:avLst/>
          </a:prstGeom>
          <a:noFill/>
        </p:spPr>
        <p:txBody>
          <a:bodyPr wrap="square" anchor="ctr" lIns="0" rIns="0" tIns="0" bIns="0">
            <a:spAutoFit/>
          </a:bodyPr>
          <a:lstStyle/>
          <a:p>
            <a:pPr algn="l">
              <a:lnSpc>
                <a:spcPct val="120000"/>
              </a:lnSpc>
            </a:pPr>
            <a:r>
              <a:rPr sz="950">
                <a:solidFill>
                  <a:srgbClr val="FFFFFF"/>
                </a:solidFill>
                <a:latin typeface="AvenirNext LT Pro Medium"/>
              </a:rPr>
              <a:t>US$0.9–1.5M</a:t>
            </a:r>
            <a:r>
              <a:rPr sz="800">
                <a:solidFill>
                  <a:srgbClr val="FFFFFF"/>
                </a:solidFill>
                <a:latin typeface="AvenirNext LT Pro Medium"/>
              </a:rPr>
              <a:t>    ·    run cost ~US$60–120k / yr</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p:txBody>
          <a:bodyPr/>
          <a:lstStyle/>
          <a:p>
            <a:r>
              <a:rPr sz="2200" spc="20" dirty="0">
                <a:solidFill>
                  <a:srgbClr val="00B388"/>
                </a:solidFill>
                <a:latin typeface="AvenirNext LT Pro Light"/>
              </a:rPr>
              <a:t>24 months to first GaN</a:t>
            </a:r>
            <a:r>
              <a:rPr lang="en-HK" sz="2200" spc="20" dirty="0">
                <a:solidFill>
                  <a:srgbClr val="00B388"/>
                </a:solidFill>
                <a:latin typeface="AvenirNext LT Pro Light"/>
              </a:rPr>
              <a:t/>
            </a:r>
            <a:r>
              <a:rPr sz="2200" spc="20" dirty="0">
                <a:solidFill>
                  <a:srgbClr val="00B388"/>
                </a:solidFill>
                <a:latin typeface="AvenirNext LT Pro Light"/>
              </a:rPr>
              <a:t/>
            </a:r>
          </a:p>
        </p:txBody>
      </p:sp>
      <p:sp>
        <p:nvSpPr>
          <p:cNvPr id="3" name="Content Placeholder 2"/>
          <p:cNvSpPr>
            <a:spLocks noGrp="1"/>
          </p:cNvSpPr>
          <p:nvPr>
            <p:ph sz="quarter" idx="14"/>
          </p:nvPr>
        </p:nvSpPr>
        <p:spPr/>
        <p:txBody>
          <a:bodyPr/>
          <a:lstStyle/>
          <a:p>
            <a:r>
              <a:rPr sz="800" spc="80">
                <a:solidFill>
                  <a:srgbClr val="191919"/>
                </a:solidFill>
                <a:latin typeface="AvenirNext LT Pro Medium"/>
              </a:rPr>
              <a:t>NITRIDE MBE PROPOSAL · ROADMAP</a:t>
            </a:r>
          </a:p>
        </p:txBody>
      </p:sp>
      <p:sp>
        <p:nvSpPr>
          <p:cNvPr id="4" name="Rounded Rectangle 3"/>
          <p:cNvSpPr/>
          <p:nvPr/>
        </p:nvSpPr>
        <p:spPr>
          <a:xfrm>
            <a:off x="612648" y="1389888"/>
            <a:ext cx="7918704" cy="512064"/>
          </a:xfrm>
          <a:prstGeom prst="roundRect">
            <a:avLst>
              <a:gd name="adj" fmla="val 14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40664" y="1508760"/>
            <a:ext cx="274320" cy="274320"/>
          </a:xfrm>
          <a:prstGeom prst="ellipse">
            <a:avLst/>
          </a:prstGeom>
          <a:solidFill>
            <a:srgbClr val="00B3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FFFFFF"/>
                </a:solidFill>
                <a:latin typeface="AvenirNext LT Pro Medium"/>
              </a:rPr>
              <a:t>P0</a:t>
            </a:r>
          </a:p>
        </p:txBody>
      </p:sp>
      <p:sp>
        <p:nvSpPr>
          <p:cNvPr id="6" name="TextBox 5"/>
          <p:cNvSpPr txBox="1"/>
          <p:nvPr/>
        </p:nvSpPr>
        <p:spPr>
          <a:xfrm>
            <a:off x="1161288" y="1389888"/>
            <a:ext cx="1600200" cy="512064"/>
          </a:xfrm>
          <a:prstGeom prst="rect">
            <a:avLst/>
          </a:prstGeom>
          <a:noFill/>
        </p:spPr>
        <p:txBody>
          <a:bodyPr wrap="square" anchor="ctr" lIns="0" rIns="0" tIns="0" bIns="0">
            <a:spAutoFit/>
          </a:bodyPr>
          <a:lstStyle/>
          <a:p>
            <a:pPr algn="l">
              <a:lnSpc>
                <a:spcPct val="120000"/>
              </a:lnSpc>
            </a:pPr>
            <a:r>
              <a:rPr sz="950">
                <a:solidFill>
                  <a:srgbClr val="191919"/>
                </a:solidFill>
                <a:latin typeface="AvenirNext LT Pro Medium"/>
              </a:rPr>
              <a:t>Export licence</a:t>
            </a:r>
          </a:p>
        </p:txBody>
      </p:sp>
      <p:sp>
        <p:nvSpPr>
          <p:cNvPr id="7" name="TextBox 6"/>
          <p:cNvSpPr txBox="1"/>
          <p:nvPr/>
        </p:nvSpPr>
        <p:spPr>
          <a:xfrm>
            <a:off x="2834640" y="1389888"/>
            <a:ext cx="4480560" cy="512064"/>
          </a:xfrm>
          <a:prstGeom prst="rect">
            <a:avLst/>
          </a:prstGeom>
          <a:noFill/>
        </p:spPr>
        <p:txBody>
          <a:bodyPr wrap="square" anchor="ctr" lIns="0" rIns="0" tIns="0" bIns="0">
            <a:spAutoFit/>
          </a:bodyPr>
          <a:lstStyle/>
          <a:p>
            <a:pPr algn="l">
              <a:lnSpc>
                <a:spcPct val="120000"/>
              </a:lnSpc>
            </a:pPr>
            <a:r>
              <a:rPr sz="730">
                <a:solidFill>
                  <a:srgbClr val="666666"/>
                </a:solidFill>
                <a:latin typeface="Outfit"/>
              </a:rPr>
              <a:t>HK import licence (3B001) + ECCN checks — go / no-go on US-origin parts</a:t>
            </a:r>
          </a:p>
        </p:txBody>
      </p:sp>
      <p:sp>
        <p:nvSpPr>
          <p:cNvPr id="8" name="TextBox 7"/>
          <p:cNvSpPr txBox="1"/>
          <p:nvPr/>
        </p:nvSpPr>
        <p:spPr>
          <a:xfrm>
            <a:off x="7543800" y="1389888"/>
            <a:ext cx="859536" cy="512064"/>
          </a:xfrm>
          <a:prstGeom prst="rect">
            <a:avLst/>
          </a:prstGeom>
          <a:noFill/>
        </p:spPr>
        <p:txBody>
          <a:bodyPr wrap="square" anchor="ctr" lIns="0" rIns="0" tIns="0" bIns="0">
            <a:spAutoFit/>
          </a:bodyPr>
          <a:lstStyle/>
          <a:p>
            <a:pPr algn="r">
              <a:lnSpc>
                <a:spcPct val="120000"/>
              </a:lnSpc>
            </a:pPr>
            <a:r>
              <a:rPr sz="800" spc="40">
                <a:solidFill>
                  <a:srgbClr val="00B388"/>
                </a:solidFill>
                <a:latin typeface="AvenirNext LT Pro Medium"/>
              </a:rPr>
              <a:t>MO 0–4</a:t>
            </a:r>
          </a:p>
        </p:txBody>
      </p:sp>
      <p:sp>
        <p:nvSpPr>
          <p:cNvPr id="9" name="Rounded Rectangle 8"/>
          <p:cNvSpPr/>
          <p:nvPr/>
        </p:nvSpPr>
        <p:spPr>
          <a:xfrm>
            <a:off x="6720840" y="1554480"/>
            <a:ext cx="603504" cy="18288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660" spc="60">
                <a:solidFill>
                  <a:srgbClr val="00B388"/>
                </a:solidFill>
                <a:latin typeface="AvenirNext LT Pro Medium"/>
              </a:rPr>
              <a:t>GATING</a:t>
            </a:r>
          </a:p>
        </p:txBody>
      </p:sp>
      <p:sp>
        <p:nvSpPr>
          <p:cNvPr id="10" name="Rounded Rectangle 9"/>
          <p:cNvSpPr/>
          <p:nvPr/>
        </p:nvSpPr>
        <p:spPr>
          <a:xfrm>
            <a:off x="612648" y="1956816"/>
            <a:ext cx="7918704" cy="512064"/>
          </a:xfrm>
          <a:prstGeom prst="roundRect">
            <a:avLst>
              <a:gd name="adj" fmla="val 14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0664" y="2075688"/>
            <a:ext cx="274320" cy="274320"/>
          </a:xfrm>
          <a:prstGeom prst="ellipse">
            <a:avLst/>
          </a:prstGeom>
          <a:solidFill>
            <a:srgbClr val="00B3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FFFFFF"/>
                </a:solidFill>
                <a:latin typeface="AvenirNext LT Pro Medium"/>
              </a:rPr>
              <a:t>P1</a:t>
            </a:r>
          </a:p>
        </p:txBody>
      </p:sp>
      <p:sp>
        <p:nvSpPr>
          <p:cNvPr id="12" name="TextBox 11"/>
          <p:cNvSpPr txBox="1"/>
          <p:nvPr/>
        </p:nvSpPr>
        <p:spPr>
          <a:xfrm>
            <a:off x="1161288" y="1956816"/>
            <a:ext cx="1600200" cy="512064"/>
          </a:xfrm>
          <a:prstGeom prst="rect">
            <a:avLst/>
          </a:prstGeom>
          <a:noFill/>
        </p:spPr>
        <p:txBody>
          <a:bodyPr wrap="square" anchor="ctr" lIns="0" rIns="0" tIns="0" bIns="0">
            <a:spAutoFit/>
          </a:bodyPr>
          <a:lstStyle/>
          <a:p>
            <a:pPr algn="l">
              <a:lnSpc>
                <a:spcPct val="120000"/>
              </a:lnSpc>
            </a:pPr>
            <a:r>
              <a:rPr sz="950">
                <a:solidFill>
                  <a:srgbClr val="191919"/>
                </a:solidFill>
                <a:latin typeface="AvenirNext LT Pro Medium"/>
              </a:rPr>
              <a:t>Procurement</a:t>
            </a:r>
          </a:p>
        </p:txBody>
      </p:sp>
      <p:sp>
        <p:nvSpPr>
          <p:cNvPr id="13" name="TextBox 12"/>
          <p:cNvSpPr txBox="1"/>
          <p:nvPr/>
        </p:nvSpPr>
        <p:spPr>
          <a:xfrm>
            <a:off x="2834640" y="1956816"/>
            <a:ext cx="4480560" cy="512064"/>
          </a:xfrm>
          <a:prstGeom prst="rect">
            <a:avLst/>
          </a:prstGeom>
          <a:noFill/>
        </p:spPr>
        <p:txBody>
          <a:bodyPr wrap="square" anchor="ctr" lIns="0" rIns="0" tIns="0" bIns="0">
            <a:spAutoFit/>
          </a:bodyPr>
          <a:lstStyle/>
          <a:p>
            <a:pPr algn="l">
              <a:lnSpc>
                <a:spcPct val="120000"/>
              </a:lnSpc>
            </a:pPr>
            <a:r>
              <a:rPr sz="730">
                <a:solidFill>
                  <a:srgbClr val="666666"/>
                </a:solidFill>
                <a:latin typeface="Outfit"/>
              </a:rPr>
              <a:t>chassis + long-lead trio: plasma source · manipulator · turbo — in parallel with P0</a:t>
            </a:r>
          </a:p>
        </p:txBody>
      </p:sp>
      <p:sp>
        <p:nvSpPr>
          <p:cNvPr id="14" name="TextBox 13"/>
          <p:cNvSpPr txBox="1"/>
          <p:nvPr/>
        </p:nvSpPr>
        <p:spPr>
          <a:xfrm>
            <a:off x="7543800" y="1956816"/>
            <a:ext cx="859536" cy="512064"/>
          </a:xfrm>
          <a:prstGeom prst="rect">
            <a:avLst/>
          </a:prstGeom>
          <a:noFill/>
        </p:spPr>
        <p:txBody>
          <a:bodyPr wrap="square" anchor="ctr" lIns="0" rIns="0" tIns="0" bIns="0">
            <a:spAutoFit/>
          </a:bodyPr>
          <a:lstStyle/>
          <a:p>
            <a:pPr algn="r">
              <a:lnSpc>
                <a:spcPct val="120000"/>
              </a:lnSpc>
            </a:pPr>
            <a:r>
              <a:rPr sz="800" spc="40">
                <a:solidFill>
                  <a:srgbClr val="00B388"/>
                </a:solidFill>
                <a:latin typeface="AvenirNext LT Pro Medium"/>
              </a:rPr>
              <a:t>MO 2–8</a:t>
            </a:r>
          </a:p>
        </p:txBody>
      </p:sp>
      <p:sp>
        <p:nvSpPr>
          <p:cNvPr id="15" name="Rounded Rectangle 14"/>
          <p:cNvSpPr/>
          <p:nvPr/>
        </p:nvSpPr>
        <p:spPr>
          <a:xfrm>
            <a:off x="612648" y="2523744"/>
            <a:ext cx="7918704" cy="512064"/>
          </a:xfrm>
          <a:prstGeom prst="roundRect">
            <a:avLst>
              <a:gd name="adj" fmla="val 14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40664" y="2642616"/>
            <a:ext cx="274320" cy="274320"/>
          </a:xfrm>
          <a:prstGeom prst="ellipse">
            <a:avLst/>
          </a:prstGeom>
          <a:solidFill>
            <a:srgbClr val="00B3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FFFFFF"/>
                </a:solidFill>
                <a:latin typeface="AvenirNext LT Pro Medium"/>
              </a:rPr>
              <a:t>P2</a:t>
            </a:r>
          </a:p>
        </p:txBody>
      </p:sp>
      <p:sp>
        <p:nvSpPr>
          <p:cNvPr id="17" name="TextBox 16"/>
          <p:cNvSpPr txBox="1"/>
          <p:nvPr/>
        </p:nvSpPr>
        <p:spPr>
          <a:xfrm>
            <a:off x="1161288" y="2523744"/>
            <a:ext cx="1600200" cy="512064"/>
          </a:xfrm>
          <a:prstGeom prst="rect">
            <a:avLst/>
          </a:prstGeom>
          <a:noFill/>
        </p:spPr>
        <p:txBody>
          <a:bodyPr wrap="square" anchor="ctr" lIns="0" rIns="0" tIns="0" bIns="0">
            <a:spAutoFit/>
          </a:bodyPr>
          <a:lstStyle/>
          <a:p>
            <a:pPr algn="l">
              <a:lnSpc>
                <a:spcPct val="120000"/>
              </a:lnSpc>
            </a:pPr>
            <a:r>
              <a:rPr sz="950">
                <a:solidFill>
                  <a:srgbClr val="191919"/>
                </a:solidFill>
                <a:latin typeface="AvenirNext LT Pro Medium"/>
              </a:rPr>
              <a:t>Rebuild</a:t>
            </a:r>
          </a:p>
        </p:txBody>
      </p:sp>
      <p:sp>
        <p:nvSpPr>
          <p:cNvPr id="18" name="TextBox 17"/>
          <p:cNvSpPr txBox="1"/>
          <p:nvPr/>
        </p:nvSpPr>
        <p:spPr>
          <a:xfrm>
            <a:off x="2834640" y="2523744"/>
            <a:ext cx="4480560" cy="512064"/>
          </a:xfrm>
          <a:prstGeom prst="rect">
            <a:avLst/>
          </a:prstGeom>
          <a:noFill/>
        </p:spPr>
        <p:txBody>
          <a:bodyPr wrap="square" anchor="ctr" lIns="0" rIns="0" tIns="0" bIns="0">
            <a:spAutoFit/>
          </a:bodyPr>
          <a:lstStyle/>
          <a:p>
            <a:pPr algn="l">
              <a:lnSpc>
                <a:spcPct val="120000"/>
              </a:lnSpc>
            </a:pPr>
            <a:r>
              <a:rPr sz="730">
                <a:solidFill>
                  <a:srgbClr val="666666"/>
                </a:solidFill>
                <a:latin typeface="Outfit"/>
              </a:rPr>
              <a:t>fit nitride core · build control + DAQ layer</a:t>
            </a:r>
          </a:p>
        </p:txBody>
      </p:sp>
      <p:sp>
        <p:nvSpPr>
          <p:cNvPr id="19" name="TextBox 18"/>
          <p:cNvSpPr txBox="1"/>
          <p:nvPr/>
        </p:nvSpPr>
        <p:spPr>
          <a:xfrm>
            <a:off x="7543800" y="2523744"/>
            <a:ext cx="859536" cy="512064"/>
          </a:xfrm>
          <a:prstGeom prst="rect">
            <a:avLst/>
          </a:prstGeom>
          <a:noFill/>
        </p:spPr>
        <p:txBody>
          <a:bodyPr wrap="square" anchor="ctr" lIns="0" rIns="0" tIns="0" bIns="0">
            <a:spAutoFit/>
          </a:bodyPr>
          <a:lstStyle/>
          <a:p>
            <a:pPr algn="r">
              <a:lnSpc>
                <a:spcPct val="120000"/>
              </a:lnSpc>
            </a:pPr>
            <a:r>
              <a:rPr sz="800" spc="40">
                <a:solidFill>
                  <a:srgbClr val="00B388"/>
                </a:solidFill>
                <a:latin typeface="AvenirNext LT Pro Medium"/>
              </a:rPr>
              <a:t>MO 8–15</a:t>
            </a:r>
          </a:p>
        </p:txBody>
      </p:sp>
      <p:sp>
        <p:nvSpPr>
          <p:cNvPr id="20" name="Rounded Rectangle 19"/>
          <p:cNvSpPr/>
          <p:nvPr/>
        </p:nvSpPr>
        <p:spPr>
          <a:xfrm>
            <a:off x="612648" y="3090672"/>
            <a:ext cx="7918704" cy="512064"/>
          </a:xfrm>
          <a:prstGeom prst="roundRect">
            <a:avLst>
              <a:gd name="adj" fmla="val 14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40664" y="3209544"/>
            <a:ext cx="274320" cy="274320"/>
          </a:xfrm>
          <a:prstGeom prst="ellipse">
            <a:avLst/>
          </a:prstGeom>
          <a:solidFill>
            <a:srgbClr val="00B3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FFFFFF"/>
                </a:solidFill>
                <a:latin typeface="AvenirNext LT Pro Medium"/>
              </a:rPr>
              <a:t>P3</a:t>
            </a:r>
          </a:p>
        </p:txBody>
      </p:sp>
      <p:sp>
        <p:nvSpPr>
          <p:cNvPr id="22" name="TextBox 21"/>
          <p:cNvSpPr txBox="1"/>
          <p:nvPr/>
        </p:nvSpPr>
        <p:spPr>
          <a:xfrm>
            <a:off x="1161288" y="3090672"/>
            <a:ext cx="1600200" cy="512064"/>
          </a:xfrm>
          <a:prstGeom prst="rect">
            <a:avLst/>
          </a:prstGeom>
          <a:noFill/>
        </p:spPr>
        <p:txBody>
          <a:bodyPr wrap="square" anchor="ctr" lIns="0" rIns="0" tIns="0" bIns="0">
            <a:spAutoFit/>
          </a:bodyPr>
          <a:lstStyle/>
          <a:p>
            <a:pPr algn="l">
              <a:lnSpc>
                <a:spcPct val="120000"/>
              </a:lnSpc>
            </a:pPr>
            <a:r>
              <a:rPr sz="950">
                <a:solidFill>
                  <a:srgbClr val="191919"/>
                </a:solidFill>
                <a:latin typeface="AvenirNext LT Pro Medium"/>
              </a:rPr>
              <a:t>Commissioning</a:t>
            </a:r>
          </a:p>
        </p:txBody>
      </p:sp>
      <p:sp>
        <p:nvSpPr>
          <p:cNvPr id="23" name="TextBox 22"/>
          <p:cNvSpPr txBox="1"/>
          <p:nvPr/>
        </p:nvSpPr>
        <p:spPr>
          <a:xfrm>
            <a:off x="2834640" y="3090672"/>
            <a:ext cx="4480560" cy="512064"/>
          </a:xfrm>
          <a:prstGeom prst="rect">
            <a:avLst/>
          </a:prstGeom>
          <a:noFill/>
        </p:spPr>
        <p:txBody>
          <a:bodyPr wrap="square" anchor="ctr" lIns="0" rIns="0" tIns="0" bIns="0">
            <a:spAutoFit/>
          </a:bodyPr>
          <a:lstStyle/>
          <a:p>
            <a:pPr algn="l">
              <a:lnSpc>
                <a:spcPct val="120000"/>
              </a:lnSpc>
            </a:pPr>
            <a:r>
              <a:rPr sz="730">
                <a:solidFill>
                  <a:srgbClr val="666666"/>
                </a:solidFill>
                <a:latin typeface="Outfit"/>
              </a:rPr>
              <a:t>bake-out · leak-chase · plasma + flux calibration</a:t>
            </a:r>
          </a:p>
        </p:txBody>
      </p:sp>
      <p:sp>
        <p:nvSpPr>
          <p:cNvPr id="24" name="TextBox 23"/>
          <p:cNvSpPr txBox="1"/>
          <p:nvPr/>
        </p:nvSpPr>
        <p:spPr>
          <a:xfrm>
            <a:off x="7543800" y="3090672"/>
            <a:ext cx="859536" cy="512064"/>
          </a:xfrm>
          <a:prstGeom prst="rect">
            <a:avLst/>
          </a:prstGeom>
          <a:noFill/>
        </p:spPr>
        <p:txBody>
          <a:bodyPr wrap="square" anchor="ctr" lIns="0" rIns="0" tIns="0" bIns="0">
            <a:spAutoFit/>
          </a:bodyPr>
          <a:lstStyle/>
          <a:p>
            <a:pPr algn="r">
              <a:lnSpc>
                <a:spcPct val="120000"/>
              </a:lnSpc>
            </a:pPr>
            <a:r>
              <a:rPr sz="800" spc="40">
                <a:solidFill>
                  <a:srgbClr val="00B388"/>
                </a:solidFill>
                <a:latin typeface="AvenirNext LT Pro Medium"/>
              </a:rPr>
              <a:t>MO 15–20</a:t>
            </a:r>
          </a:p>
        </p:txBody>
      </p:sp>
      <p:sp>
        <p:nvSpPr>
          <p:cNvPr id="25" name="Rounded Rectangle 24"/>
          <p:cNvSpPr/>
          <p:nvPr/>
        </p:nvSpPr>
        <p:spPr>
          <a:xfrm>
            <a:off x="612648" y="3657600"/>
            <a:ext cx="7918704" cy="512064"/>
          </a:xfrm>
          <a:prstGeom prst="roundRect">
            <a:avLst>
              <a:gd name="adj" fmla="val 14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40664" y="3776472"/>
            <a:ext cx="274320" cy="274320"/>
          </a:xfrm>
          <a:prstGeom prst="ellipse">
            <a:avLst/>
          </a:prstGeom>
          <a:solidFill>
            <a:srgbClr val="00B3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FFFFFF"/>
                </a:solidFill>
                <a:latin typeface="AvenirNext LT Pro Medium"/>
              </a:rPr>
              <a:t>P4</a:t>
            </a:r>
          </a:p>
        </p:txBody>
      </p:sp>
      <p:sp>
        <p:nvSpPr>
          <p:cNvPr id="27" name="TextBox 26"/>
          <p:cNvSpPr txBox="1"/>
          <p:nvPr/>
        </p:nvSpPr>
        <p:spPr>
          <a:xfrm>
            <a:off x="1161288" y="3657600"/>
            <a:ext cx="1600200" cy="512064"/>
          </a:xfrm>
          <a:prstGeom prst="rect">
            <a:avLst/>
          </a:prstGeom>
          <a:noFill/>
        </p:spPr>
        <p:txBody>
          <a:bodyPr wrap="square" anchor="ctr" lIns="0" rIns="0" tIns="0" bIns="0">
            <a:spAutoFit/>
          </a:bodyPr>
          <a:lstStyle/>
          <a:p>
            <a:pPr algn="l">
              <a:lnSpc>
                <a:spcPct val="120000"/>
              </a:lnSpc>
            </a:pPr>
            <a:r>
              <a:rPr sz="950">
                <a:solidFill>
                  <a:srgbClr val="191919"/>
                </a:solidFill>
                <a:latin typeface="AvenirNext LT Pro Medium"/>
              </a:rPr>
              <a:t>First growth</a:t>
            </a:r>
          </a:p>
        </p:txBody>
      </p:sp>
      <p:sp>
        <p:nvSpPr>
          <p:cNvPr id="28" name="TextBox 27"/>
          <p:cNvSpPr txBox="1"/>
          <p:nvPr/>
        </p:nvSpPr>
        <p:spPr>
          <a:xfrm>
            <a:off x="2834640" y="3657600"/>
            <a:ext cx="4480560" cy="512064"/>
          </a:xfrm>
          <a:prstGeom prst="rect">
            <a:avLst/>
          </a:prstGeom>
          <a:noFill/>
        </p:spPr>
        <p:txBody>
          <a:bodyPr wrap="square" anchor="ctr" lIns="0" rIns="0" tIns="0" bIns="0">
            <a:spAutoFit/>
          </a:bodyPr>
          <a:lstStyle/>
          <a:p>
            <a:pPr algn="l">
              <a:lnSpc>
                <a:spcPct val="120000"/>
              </a:lnSpc>
            </a:pPr>
            <a:r>
              <a:rPr sz="730">
                <a:solidFill>
                  <a:srgbClr val="666666"/>
                </a:solidFill>
                <a:latin typeface="Outfit"/>
              </a:rPr>
              <a:t>GaN-on-Si baseline, then selective-area growth</a:t>
            </a:r>
          </a:p>
        </p:txBody>
      </p:sp>
      <p:sp>
        <p:nvSpPr>
          <p:cNvPr id="29" name="TextBox 28"/>
          <p:cNvSpPr txBox="1"/>
          <p:nvPr/>
        </p:nvSpPr>
        <p:spPr>
          <a:xfrm>
            <a:off x="7543800" y="3657600"/>
            <a:ext cx="859536" cy="512064"/>
          </a:xfrm>
          <a:prstGeom prst="rect">
            <a:avLst/>
          </a:prstGeom>
          <a:noFill/>
        </p:spPr>
        <p:txBody>
          <a:bodyPr wrap="square" anchor="ctr" lIns="0" rIns="0" tIns="0" bIns="0">
            <a:spAutoFit/>
          </a:bodyPr>
          <a:lstStyle/>
          <a:p>
            <a:pPr algn="r">
              <a:lnSpc>
                <a:spcPct val="120000"/>
              </a:lnSpc>
            </a:pPr>
            <a:r>
              <a:rPr sz="800" spc="40">
                <a:solidFill>
                  <a:srgbClr val="00B388"/>
                </a:solidFill>
                <a:latin typeface="AvenirNext LT Pro Medium"/>
              </a:rPr>
              <a:t>MO 20–24</a:t>
            </a:r>
          </a:p>
        </p:txBody>
      </p:sp>
      <p:sp>
        <p:nvSpPr>
          <p:cNvPr id="30" name="TextBox 29"/>
          <p:cNvSpPr txBox="1"/>
          <p:nvPr/>
        </p:nvSpPr>
        <p:spPr>
          <a:xfrm>
            <a:off x="612648" y="4261104"/>
            <a:ext cx="7918704" cy="228600"/>
          </a:xfrm>
          <a:prstGeom prst="rect">
            <a:avLst/>
          </a:prstGeom>
          <a:noFill/>
        </p:spPr>
        <p:txBody>
          <a:bodyPr wrap="square" anchor="t" lIns="0" rIns="0" tIns="0" bIns="0">
            <a:spAutoFit/>
          </a:bodyPr>
          <a:lstStyle/>
          <a:p>
            <a:pPr algn="l">
              <a:lnSpc>
                <a:spcPct val="120000"/>
              </a:lnSpc>
            </a:pPr>
            <a:r>
              <a:rPr sz="680">
                <a:solidFill>
                  <a:srgbClr val="666666"/>
                </a:solidFill>
                <a:latin typeface="Outfit"/>
              </a:rPr>
              <a:t>P0 gates everything: since Dec 2020 the US treats Hong Kong as mainland China for export controls — no PO before the licence path is confirmed.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p:txBody>
          <a:bodyPr/>
          <a:lstStyle/>
          <a:p>
            <a:r>
              <a:rPr lang="en-HK" sz="2200" spc="20" dirty="0">
                <a:solidFill>
                  <a:srgbClr val="00B388"/>
                </a:solidFill>
                <a:latin typeface="AvenirNext LT Pro Light"/>
              </a:rPr>
              <a:t>Three risks we manage from day one</a:t>
            </a:r>
            <a:r>
              <a:rPr sz="2200" spc="20" dirty="0">
                <a:solidFill>
                  <a:srgbClr val="00B388"/>
                </a:solidFill>
                <a:latin typeface="AvenirNext LT Pro Light"/>
              </a:rPr>
              <a:t/>
            </a:r>
          </a:p>
        </p:txBody>
      </p:sp>
      <p:sp>
        <p:nvSpPr>
          <p:cNvPr id="3" name="Content Placeholder 2"/>
          <p:cNvSpPr>
            <a:spLocks noGrp="1"/>
          </p:cNvSpPr>
          <p:nvPr>
            <p:ph sz="quarter" idx="14"/>
          </p:nvPr>
        </p:nvSpPr>
        <p:spPr/>
        <p:txBody>
          <a:bodyPr/>
          <a:lstStyle/>
          <a:p>
            <a:r>
              <a:rPr sz="800" spc="80">
                <a:solidFill>
                  <a:srgbClr val="191919"/>
                </a:solidFill>
                <a:latin typeface="AvenirNext LT Pro Medium"/>
              </a:rPr>
              <a:t>NITRIDE MBE PROPOSAL · RISKS</a:t>
            </a:r>
          </a:p>
        </p:txBody>
      </p:sp>
      <p:sp>
        <p:nvSpPr>
          <p:cNvPr id="4" name="Rounded Rectangle 3"/>
          <p:cNvSpPr/>
          <p:nvPr/>
        </p:nvSpPr>
        <p:spPr>
          <a:xfrm>
            <a:off x="612648" y="1389888"/>
            <a:ext cx="2514600" cy="3090672"/>
          </a:xfrm>
          <a:prstGeom prst="roundRect">
            <a:avLst>
              <a:gd name="adj" fmla="val 55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40664" y="1517904"/>
            <a:ext cx="274320" cy="274320"/>
          </a:xfrm>
          <a:prstGeom prst="ellipse">
            <a:avLst/>
          </a:prstGeom>
          <a:solidFill>
            <a:srgbClr val="00B3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a:solidFill>
                  <a:srgbClr val="FFFFFF"/>
                </a:solidFill>
                <a:latin typeface="AvenirNext LT Pro Medium"/>
              </a:rPr>
              <a:t>01</a:t>
            </a:r>
          </a:p>
        </p:txBody>
      </p:sp>
      <p:sp>
        <p:nvSpPr>
          <p:cNvPr id="6" name="TextBox 5"/>
          <p:cNvSpPr txBox="1"/>
          <p:nvPr/>
        </p:nvSpPr>
        <p:spPr>
          <a:xfrm>
            <a:off x="1124712" y="1554480"/>
            <a:ext cx="1856232" cy="228600"/>
          </a:xfrm>
          <a:prstGeom prst="rect">
            <a:avLst/>
          </a:prstGeom>
          <a:noFill/>
        </p:spPr>
        <p:txBody>
          <a:bodyPr wrap="square" anchor="t" lIns="0" rIns="0" tIns="0" bIns="0">
            <a:spAutoFit/>
          </a:bodyPr>
          <a:lstStyle/>
          <a:p>
            <a:pPr algn="l">
              <a:lnSpc>
                <a:spcPct val="120000"/>
              </a:lnSpc>
            </a:pPr>
            <a:r>
              <a:rPr sz="1000">
                <a:solidFill>
                  <a:srgbClr val="191919"/>
                </a:solidFill>
                <a:latin typeface="AvenirNext LT Pro Medium"/>
              </a:rPr>
              <a:t>Export control</a:t>
            </a:r>
          </a:p>
        </p:txBody>
      </p:sp>
      <p:sp>
        <p:nvSpPr>
          <p:cNvPr id="7" name="TextBox 6"/>
          <p:cNvSpPr txBox="1"/>
          <p:nvPr/>
        </p:nvSpPr>
        <p:spPr>
          <a:xfrm>
            <a:off x="740664" y="1956816"/>
            <a:ext cx="2240280" cy="1417320"/>
          </a:xfrm>
          <a:prstGeom prst="rect">
            <a:avLst/>
          </a:prstGeom>
          <a:noFill/>
        </p:spPr>
        <p:txBody>
          <a:bodyPr wrap="square" anchor="t" lIns="0" rIns="0" tIns="0" bIns="0">
            <a:spAutoFit/>
          </a:bodyPr>
          <a:lstStyle/>
          <a:p>
            <a:pPr algn="l">
              <a:lnSpc>
                <a:spcPct val="118000"/>
              </a:lnSpc>
            </a:pPr>
            <a:r>
              <a:rPr sz="720">
                <a:solidFill>
                  <a:srgbClr val="191919"/>
                </a:solidFill>
                <a:latin typeface="Outfit"/>
              </a:rPr>
              <a:t>MBE growth equipment is a listed strategic commodity — a Hong Kong import licence (3B001(a)(3)) is required whatever the origin. US-origin parts additionally need a BIS licence, since the US has treated HK as mainland China since Dec 2020, and approval is not assured.</a:t>
            </a:r>
          </a:p>
        </p:txBody>
      </p:sp>
      <p:sp>
        <p:nvSpPr>
          <p:cNvPr id="8" name="TextBox 7"/>
          <p:cNvSpPr txBox="1"/>
          <p:nvPr/>
        </p:nvSpPr>
        <p:spPr>
          <a:xfrm>
            <a:off x="740664" y="3438144"/>
            <a:ext cx="2240280" cy="164592"/>
          </a:xfrm>
          <a:prstGeom prst="rect">
            <a:avLst/>
          </a:prstGeom>
          <a:noFill/>
        </p:spPr>
        <p:txBody>
          <a:bodyPr wrap="square" anchor="t" lIns="0" rIns="0" tIns="0" bIns="0">
            <a:spAutoFit/>
          </a:bodyPr>
          <a:lstStyle/>
          <a:p>
            <a:pPr algn="l">
              <a:lnSpc>
                <a:spcPct val="120000"/>
              </a:lnSpc>
            </a:pPr>
            <a:r>
              <a:rPr sz="700" spc="60">
                <a:solidFill>
                  <a:srgbClr val="00B388"/>
                </a:solidFill>
                <a:latin typeface="AvenirNext LT Pro Medium"/>
              </a:rPr>
              <a:t>MITIGATION</a:t>
            </a:r>
          </a:p>
        </p:txBody>
      </p:sp>
      <p:sp>
        <p:nvSpPr>
          <p:cNvPr id="9" name="TextBox 8"/>
          <p:cNvSpPr txBox="1"/>
          <p:nvPr/>
        </p:nvSpPr>
        <p:spPr>
          <a:xfrm>
            <a:off x="740664" y="3639312"/>
            <a:ext cx="2240280" cy="777240"/>
          </a:xfrm>
          <a:prstGeom prst="rect">
            <a:avLst/>
          </a:prstGeom>
          <a:noFill/>
        </p:spPr>
        <p:txBody>
          <a:bodyPr wrap="square" anchor="t" lIns="0" rIns="0" tIns="0" bIns="0">
            <a:spAutoFit/>
          </a:bodyPr>
          <a:lstStyle/>
          <a:p>
            <a:pPr algn="l">
              <a:lnSpc>
                <a:spcPct val="118000"/>
              </a:lnSpc>
            </a:pPr>
            <a:r>
              <a:rPr sz="700">
                <a:solidFill>
                  <a:srgbClr val="666666"/>
                </a:solidFill>
                <a:latin typeface="Outfit"/>
              </a:rPr>
              <a:t>classify every candidate part's ECCN before any PO; prefer EU sources (Riber, MBE-Komponenten, STAIB) or domestic builders as fallback; licence path confirmed = go / no-go gate P0</a:t>
            </a:r>
          </a:p>
        </p:txBody>
      </p:sp>
      <p:sp>
        <p:nvSpPr>
          <p:cNvPr id="10" name="Rounded Rectangle 9"/>
          <p:cNvSpPr/>
          <p:nvPr/>
        </p:nvSpPr>
        <p:spPr>
          <a:xfrm>
            <a:off x="3310128" y="1389888"/>
            <a:ext cx="2514600" cy="3090672"/>
          </a:xfrm>
          <a:prstGeom prst="roundRect">
            <a:avLst>
              <a:gd name="adj" fmla="val 55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438144" y="1517904"/>
            <a:ext cx="274320" cy="274320"/>
          </a:xfrm>
          <a:prstGeom prst="ellipse">
            <a:avLst/>
          </a:prstGeom>
          <a:solidFill>
            <a:srgbClr val="00B3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a:solidFill>
                  <a:srgbClr val="FFFFFF"/>
                </a:solidFill>
                <a:latin typeface="AvenirNext LT Pro Medium"/>
              </a:rPr>
              <a:t>02</a:t>
            </a:r>
          </a:p>
        </p:txBody>
      </p:sp>
      <p:sp>
        <p:nvSpPr>
          <p:cNvPr id="12" name="TextBox 11"/>
          <p:cNvSpPr txBox="1"/>
          <p:nvPr/>
        </p:nvSpPr>
        <p:spPr>
          <a:xfrm>
            <a:off x="3822191" y="1554480"/>
            <a:ext cx="1856232" cy="228600"/>
          </a:xfrm>
          <a:prstGeom prst="rect">
            <a:avLst/>
          </a:prstGeom>
          <a:noFill/>
        </p:spPr>
        <p:txBody>
          <a:bodyPr wrap="square" anchor="t" lIns="0" rIns="0" tIns="0" bIns="0">
            <a:spAutoFit/>
          </a:bodyPr>
          <a:lstStyle/>
          <a:p>
            <a:pPr algn="l">
              <a:lnSpc>
                <a:spcPct val="120000"/>
              </a:lnSpc>
            </a:pPr>
            <a:r>
              <a:rPr sz="1000">
                <a:solidFill>
                  <a:srgbClr val="191919"/>
                </a:solidFill>
                <a:latin typeface="AvenirNext LT Pro Medium"/>
              </a:rPr>
              <a:t>Temperature spec</a:t>
            </a:r>
          </a:p>
        </p:txBody>
      </p:sp>
      <p:sp>
        <p:nvSpPr>
          <p:cNvPr id="13" name="TextBox 12"/>
          <p:cNvSpPr txBox="1"/>
          <p:nvPr/>
        </p:nvSpPr>
        <p:spPr>
          <a:xfrm>
            <a:off x="3438144" y="1956816"/>
            <a:ext cx="2240280" cy="1417320"/>
          </a:xfrm>
          <a:prstGeom prst="rect">
            <a:avLst/>
          </a:prstGeom>
          <a:noFill/>
        </p:spPr>
        <p:txBody>
          <a:bodyPr wrap="square" anchor="t" lIns="0" rIns="0" tIns="0" bIns="0">
            <a:spAutoFit/>
          </a:bodyPr>
          <a:lstStyle/>
          <a:p>
            <a:pPr algn="l">
              <a:lnSpc>
                <a:spcPct val="118000"/>
              </a:lnSpc>
            </a:pPr>
            <a:r>
              <a:rPr sz="720">
                <a:solidFill>
                  <a:srgbClr val="191919"/>
                </a:solidFill>
                <a:latin typeface="Outfit"/>
              </a:rPr>
              <a:t>Selective-area growth only turns on above ~930–940 °C on-wafer, and AlN wants more. Used chassis come with ~900 °C GaAs manipulators — unusable — and retrofitting later means re-opening the chamber. Heater filaments also degrade in nitrogen plasma.</a:t>
            </a:r>
          </a:p>
        </p:txBody>
      </p:sp>
      <p:sp>
        <p:nvSpPr>
          <p:cNvPr id="14" name="TextBox 13"/>
          <p:cNvSpPr txBox="1"/>
          <p:nvPr/>
        </p:nvSpPr>
        <p:spPr>
          <a:xfrm>
            <a:off x="3438144" y="3438144"/>
            <a:ext cx="2240280" cy="164592"/>
          </a:xfrm>
          <a:prstGeom prst="rect">
            <a:avLst/>
          </a:prstGeom>
          <a:noFill/>
        </p:spPr>
        <p:txBody>
          <a:bodyPr wrap="square" anchor="t" lIns="0" rIns="0" tIns="0" bIns="0">
            <a:spAutoFit/>
          </a:bodyPr>
          <a:lstStyle/>
          <a:p>
            <a:pPr algn="l">
              <a:lnSpc>
                <a:spcPct val="120000"/>
              </a:lnSpc>
            </a:pPr>
            <a:r>
              <a:rPr sz="700" spc="60">
                <a:solidFill>
                  <a:srgbClr val="00B388"/>
                </a:solidFill>
                <a:latin typeface="AvenirNext LT Pro Medium"/>
              </a:rPr>
              <a:t>MITIGATION</a:t>
            </a:r>
          </a:p>
        </p:txBody>
      </p:sp>
      <p:sp>
        <p:nvSpPr>
          <p:cNvPr id="15" name="TextBox 14"/>
          <p:cNvSpPr txBox="1"/>
          <p:nvPr/>
        </p:nvSpPr>
        <p:spPr>
          <a:xfrm>
            <a:off x="3438144" y="3639312"/>
            <a:ext cx="2240280" cy="777240"/>
          </a:xfrm>
          <a:prstGeom prst="rect">
            <a:avLst/>
          </a:prstGeom>
          <a:noFill/>
        </p:spPr>
        <p:txBody>
          <a:bodyPr wrap="square" anchor="t" lIns="0" rIns="0" tIns="0" bIns="0">
            <a:spAutoFit/>
          </a:bodyPr>
          <a:lstStyle/>
          <a:p>
            <a:pPr algn="l">
              <a:lnSpc>
                <a:spcPct val="118000"/>
              </a:lnSpc>
            </a:pPr>
            <a:r>
              <a:rPr sz="700">
                <a:solidFill>
                  <a:srgbClr val="666666"/>
                </a:solidFill>
                <a:latin typeface="Outfit"/>
              </a:rPr>
              <a:t>order the 1200 °C manipulator as the first long-lead item; specify a W or PBN/PG heater for the N-plasma environment; treat filaments as consumables and stock spares</a:t>
            </a:r>
          </a:p>
        </p:txBody>
      </p:sp>
      <p:sp>
        <p:nvSpPr>
          <p:cNvPr id="16" name="Rounded Rectangle 15"/>
          <p:cNvSpPr/>
          <p:nvPr/>
        </p:nvSpPr>
        <p:spPr>
          <a:xfrm>
            <a:off x="6007608" y="1389888"/>
            <a:ext cx="2514600" cy="3090672"/>
          </a:xfrm>
          <a:prstGeom prst="roundRect">
            <a:avLst>
              <a:gd name="adj" fmla="val 55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135624" y="1517904"/>
            <a:ext cx="274320" cy="274320"/>
          </a:xfrm>
          <a:prstGeom prst="ellipse">
            <a:avLst/>
          </a:prstGeom>
          <a:solidFill>
            <a:srgbClr val="00B3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a:solidFill>
                  <a:srgbClr val="FFFFFF"/>
                </a:solidFill>
                <a:latin typeface="AvenirNext LT Pro Medium"/>
              </a:rPr>
              <a:t>03</a:t>
            </a:r>
          </a:p>
        </p:txBody>
      </p:sp>
      <p:sp>
        <p:nvSpPr>
          <p:cNvPr id="18" name="TextBox 17"/>
          <p:cNvSpPr txBox="1"/>
          <p:nvPr/>
        </p:nvSpPr>
        <p:spPr>
          <a:xfrm>
            <a:off x="6519672" y="1554480"/>
            <a:ext cx="1856232" cy="228600"/>
          </a:xfrm>
          <a:prstGeom prst="rect">
            <a:avLst/>
          </a:prstGeom>
          <a:noFill/>
        </p:spPr>
        <p:txBody>
          <a:bodyPr wrap="square" anchor="t" lIns="0" rIns="0" tIns="0" bIns="0">
            <a:spAutoFit/>
          </a:bodyPr>
          <a:lstStyle/>
          <a:p>
            <a:pPr algn="l">
              <a:lnSpc>
                <a:spcPct val="120000"/>
              </a:lnSpc>
            </a:pPr>
            <a:r>
              <a:rPr sz="1000">
                <a:solidFill>
                  <a:srgbClr val="191919"/>
                </a:solidFill>
                <a:latin typeface="AvenirNext LT Pro Medium"/>
              </a:rPr>
              <a:t>N₂ gas load</a:t>
            </a:r>
          </a:p>
        </p:txBody>
      </p:sp>
      <p:sp>
        <p:nvSpPr>
          <p:cNvPr id="19" name="TextBox 18"/>
          <p:cNvSpPr txBox="1"/>
          <p:nvPr/>
        </p:nvSpPr>
        <p:spPr>
          <a:xfrm>
            <a:off x="6135624" y="1956816"/>
            <a:ext cx="2240280" cy="1417320"/>
          </a:xfrm>
          <a:prstGeom prst="rect">
            <a:avLst/>
          </a:prstGeom>
          <a:noFill/>
        </p:spPr>
        <p:txBody>
          <a:bodyPr wrap="square" anchor="t" lIns="0" rIns="0" tIns="0" bIns="0">
            <a:spAutoFit/>
          </a:bodyPr>
          <a:lstStyle/>
          <a:p>
            <a:pPr algn="l">
              <a:lnSpc>
                <a:spcPct val="118000"/>
              </a:lnSpc>
            </a:pPr>
            <a:r>
              <a:rPr sz="720">
                <a:solidFill>
                  <a:srgbClr val="191919"/>
                </a:solidFill>
                <a:latin typeface="Outfit"/>
              </a:rPr>
              <a:t>Nitride growth runs at ~10⁻⁵ Torr of continuous N₂. Ion pumps saturate and cryopumps need constant regeneration at this load — a mis-sized vacuum stack is usually discovered only at first plasma, after the rebuild is finished.</a:t>
            </a:r>
          </a:p>
        </p:txBody>
      </p:sp>
      <p:sp>
        <p:nvSpPr>
          <p:cNvPr id="20" name="TextBox 19"/>
          <p:cNvSpPr txBox="1"/>
          <p:nvPr/>
        </p:nvSpPr>
        <p:spPr>
          <a:xfrm>
            <a:off x="6135624" y="3438144"/>
            <a:ext cx="2240280" cy="164592"/>
          </a:xfrm>
          <a:prstGeom prst="rect">
            <a:avLst/>
          </a:prstGeom>
          <a:noFill/>
        </p:spPr>
        <p:txBody>
          <a:bodyPr wrap="square" anchor="t" lIns="0" rIns="0" tIns="0" bIns="0">
            <a:spAutoFit/>
          </a:bodyPr>
          <a:lstStyle/>
          <a:p>
            <a:pPr algn="l">
              <a:lnSpc>
                <a:spcPct val="120000"/>
              </a:lnSpc>
            </a:pPr>
            <a:r>
              <a:rPr sz="700" spc="60">
                <a:solidFill>
                  <a:srgbClr val="00B388"/>
                </a:solidFill>
                <a:latin typeface="AvenirNext LT Pro Medium"/>
              </a:rPr>
              <a:t>MITIGATION</a:t>
            </a:r>
          </a:p>
        </p:txBody>
      </p:sp>
      <p:sp>
        <p:nvSpPr>
          <p:cNvPr id="21" name="TextBox 20"/>
          <p:cNvSpPr txBox="1"/>
          <p:nvPr/>
        </p:nvSpPr>
        <p:spPr>
          <a:xfrm>
            <a:off x="6135624" y="3639312"/>
            <a:ext cx="2240280" cy="777240"/>
          </a:xfrm>
          <a:prstGeom prst="rect">
            <a:avLst/>
          </a:prstGeom>
          <a:noFill/>
        </p:spPr>
        <p:txBody>
          <a:bodyPr wrap="square" anchor="t" lIns="0" rIns="0" tIns="0" bIns="0">
            <a:spAutoFit/>
          </a:bodyPr>
          <a:lstStyle/>
          <a:p>
            <a:pPr algn="l">
              <a:lnSpc>
                <a:spcPct val="118000"/>
              </a:lnSpc>
            </a:pPr>
            <a:r>
              <a:rPr sz="700">
                <a:solidFill>
                  <a:srgbClr val="666666"/>
                </a:solidFill>
                <a:latin typeface="Outfit"/>
              </a:rPr>
              <a:t>maglev turbo ≥2000 L/s as the primary growth pump, sized up front — never retrofitted; valved ion pump + TSP kept for idle / base pressure; getter-purified N₂ protects film purity</a:t>
            </a:r>
          </a:p>
        </p:txBody>
      </p:sp>
    </p:spTree>
  </p:cSld>
  <p:clrMapOvr>
    <a:masterClrMapping/>
  </p:clrMapOvr>
</p:sld>
</file>

<file path=ppt/theme/theme1.xml><?xml version="1.0" encoding="utf-8"?>
<a:theme xmlns:a="http://schemas.openxmlformats.org/drawingml/2006/main" name="MRDI_System font">
  <a:themeElements>
    <a:clrScheme name="Testing for MRDI">
      <a:dk1>
        <a:srgbClr val="191919"/>
      </a:dk1>
      <a:lt1>
        <a:srgbClr val="FEFFFF"/>
      </a:lt1>
      <a:dk2>
        <a:srgbClr val="00B388"/>
      </a:dk2>
      <a:lt2>
        <a:srgbClr val="F5F5F5"/>
      </a:lt2>
      <a:accent1>
        <a:srgbClr val="00B388"/>
      </a:accent1>
      <a:accent2>
        <a:srgbClr val="696DCD"/>
      </a:accent2>
      <a:accent3>
        <a:srgbClr val="EF60A3"/>
      </a:accent3>
      <a:accent4>
        <a:srgbClr val="307FE2"/>
      </a:accent4>
      <a:accent5>
        <a:srgbClr val="3CDBC0"/>
      </a:accent5>
      <a:accent6>
        <a:srgbClr val="9699DC"/>
      </a:accent6>
      <a:hlink>
        <a:srgbClr val="00B685"/>
      </a:hlink>
      <a:folHlink>
        <a:srgbClr val="D9D9D6"/>
      </a:folHlink>
    </a:clrScheme>
    <a:fontScheme name="Avenir Next">
      <a:majorFont>
        <a:latin typeface="Avenir Next"/>
        <a:ea typeface="微軟正黑體 Bold"/>
        <a:cs typeface=""/>
      </a:majorFont>
      <a:minorFont>
        <a:latin typeface="Avenir Next"/>
        <a:ea typeface="微軟正黑體 Regular"/>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RDI_System Font_Avenir Next LT Pro .potx" id="{858DA585-415B-5C49-949B-D2FB951425D1}" vid="{B0DE1230-2BDE-CE44-A61D-F0E23B3A6858}"/>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036E4847BD80E241AD671FD9ED4F6360" ma:contentTypeVersion="21" ma:contentTypeDescription="Create a new document." ma:contentTypeScope="" ma:versionID="4069c741a583665eed84be1efd03745f">
  <xsd:schema xmlns:xsd="http://www.w3.org/2001/XMLSchema" xmlns:xs="http://www.w3.org/2001/XMLSchema" xmlns:p="http://schemas.microsoft.com/office/2006/metadata/properties" xmlns:ns2="ec86daf3-54cc-4371-8b45-255dbc846304" xmlns:ns3="0fc404c9-74b8-4235-a9fc-590446d087ba" targetNamespace="http://schemas.microsoft.com/office/2006/metadata/properties" ma:root="true" ma:fieldsID="8b66d103d2bd64bb270579f4551d1277" ns2:_="" ns3:_="">
    <xsd:import namespace="ec86daf3-54cc-4371-8b45-255dbc846304"/>
    <xsd:import namespace="0fc404c9-74b8-4235-a9fc-590446d087ba"/>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OCR" minOccurs="0"/>
                <xsd:element ref="ns2:MediaServiceLocation" minOccurs="0"/>
                <xsd:element ref="ns2:MediaServiceBillingMetadata" minOccurs="0"/>
                <xsd:element ref="ns2:Catgory" minOccurs="0"/>
                <xsd:element ref="ns2:Owner" minOccurs="0"/>
                <xsd:element ref="ns2:EffectiveDate" minOccurs="0"/>
                <xsd:element ref="ns2:Status" minOccurs="0"/>
                <xsd:element ref="ns2:Keyword" minOccurs="0"/>
                <xsd:element ref="ns2:Department" minOccurs="0"/>
                <xsd:element ref="ns2:Summar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c86daf3-54cc-4371-8b45-255dbc84630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lcf76f155ced4ddcb4097134ff3c332f" ma:index="17" nillable="true" ma:taxonomy="true" ma:internalName="lcf76f155ced4ddcb4097134ff3c332f" ma:taxonomyFieldName="MediaServiceImageTags" ma:displayName="Image Tags" ma:readOnly="false" ma:fieldId="{5cf76f15-5ced-4ddc-b409-7134ff3c332f}" ma:taxonomyMulti="true" ma:sspId="4029c3b0-41e4-415b-9da6-adf6dcc051a0" ma:termSetId="09814cd3-568e-fe90-9814-8d621ff8fb84" ma:anchorId="fba54fb3-c3e1-fe81-a776-ca4b69148c4d" ma:open="true" ma:isKeyword="false">
      <xsd:complexType>
        <xsd:sequence>
          <xsd:element ref="pc:Terms" minOccurs="0" maxOccurs="1"/>
        </xsd:sequence>
      </xsd:complex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indexed="true" ma:internalName="MediaServiceLocation" ma:readOnly="true">
      <xsd:simpleType>
        <xsd:restriction base="dms:Text"/>
      </xsd:simpleType>
    </xsd:element>
    <xsd:element name="MediaServiceBillingMetadata" ma:index="21" nillable="true" ma:displayName="MediaServiceBillingMetadata" ma:hidden="true" ma:internalName="MediaServiceBillingMetadata" ma:readOnly="true">
      <xsd:simpleType>
        <xsd:restriction base="dms:Note"/>
      </xsd:simpleType>
    </xsd:element>
    <xsd:element name="Catgory" ma:index="22" nillable="true" ma:displayName="Catgory" ma:format="Dropdown" ma:internalName="Catgory">
      <xsd:simpleType>
        <xsd:restriction base="dms:Text">
          <xsd:maxLength value="255"/>
        </xsd:restriction>
      </xsd:simpleType>
    </xsd:element>
    <xsd:element name="Owner" ma:index="23" nillable="true" ma:displayName="Owner" ma:format="Dropdown" ma:internalName="Owner">
      <xsd:simpleType>
        <xsd:restriction base="dms:Text">
          <xsd:maxLength value="255"/>
        </xsd:restriction>
      </xsd:simpleType>
    </xsd:element>
    <xsd:element name="EffectiveDate" ma:index="24" nillable="true" ma:displayName="EffectiveDate" ma:default="[today]" ma:format="DateOnly" ma:internalName="EffectiveDate">
      <xsd:simpleType>
        <xsd:restriction base="dms:DateTime"/>
      </xsd:simpleType>
    </xsd:element>
    <xsd:element name="Status" ma:index="25" nillable="true" ma:displayName="Status" ma:format="Dropdown" ma:internalName="Status">
      <xsd:simpleType>
        <xsd:restriction base="dms:Text">
          <xsd:maxLength value="255"/>
        </xsd:restriction>
      </xsd:simpleType>
    </xsd:element>
    <xsd:element name="Keyword" ma:index="26" nillable="true" ma:displayName="Keyword" ma:format="Dropdown" ma:internalName="Keyword">
      <xsd:simpleType>
        <xsd:restriction base="dms:Text">
          <xsd:maxLength value="255"/>
        </xsd:restriction>
      </xsd:simpleType>
    </xsd:element>
    <xsd:element name="Department" ma:index="27" nillable="true" ma:displayName="Department" ma:format="Dropdown" ma:internalName="Department">
      <xsd:simpleType>
        <xsd:restriction base="dms:Text">
          <xsd:maxLength value="255"/>
        </xsd:restriction>
      </xsd:simpleType>
    </xsd:element>
    <xsd:element name="Summary" ma:index="28" nillable="true" ma:displayName="Summary" ma:format="Dropdown" ma:internalName="Summary">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0fc404c9-74b8-4235-a9fc-590446d087ba"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2b683f08-953f-4826-81cc-c39cd3040095}" ma:internalName="TaxCatchAll" ma:showField="CatchAllData" ma:web="0fc404c9-74b8-4235-a9fc-590446d087ba">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Owner xmlns="ec86daf3-54cc-4371-8b45-255dbc846304" xsi:nil="true"/>
    <TaxCatchAll xmlns="0fc404c9-74b8-4235-a9fc-590446d087ba" xsi:nil="true"/>
    <lcf76f155ced4ddcb4097134ff3c332f xmlns="ec86daf3-54cc-4371-8b45-255dbc846304">
      <Terms xmlns="http://schemas.microsoft.com/office/infopath/2007/PartnerControls"/>
    </lcf76f155ced4ddcb4097134ff3c332f>
    <Keyword xmlns="ec86daf3-54cc-4371-8b45-255dbc846304" xsi:nil="true"/>
    <Summary xmlns="ec86daf3-54cc-4371-8b45-255dbc846304" xsi:nil="true"/>
    <Status xmlns="ec86daf3-54cc-4371-8b45-255dbc846304" xsi:nil="true"/>
    <EffectiveDate xmlns="ec86daf3-54cc-4371-8b45-255dbc846304">2026-03-24T01:53:06+00:00</EffectiveDate>
    <Catgory xmlns="ec86daf3-54cc-4371-8b45-255dbc846304">SOP</Catgory>
    <Department xmlns="ec86daf3-54cc-4371-8b45-255dbc846304" xsi:nil="true"/>
  </documentManagement>
</p:properties>
</file>

<file path=customXml/itemProps1.xml><?xml version="1.0" encoding="utf-8"?>
<ds:datastoreItem xmlns:ds="http://schemas.openxmlformats.org/officeDocument/2006/customXml" ds:itemID="{E389C391-BB32-4D60-9AA4-E046AA36D86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c86daf3-54cc-4371-8b45-255dbc846304"/>
    <ds:schemaRef ds:uri="0fc404c9-74b8-4235-a9fc-590446d087b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7A05AFF7-81B7-43EE-9E05-64E740D99DEB}">
  <ds:schemaRefs>
    <ds:schemaRef ds:uri="http://schemas.microsoft.com/sharepoint/v3/contenttype/forms"/>
  </ds:schemaRefs>
</ds:datastoreItem>
</file>

<file path=customXml/itemProps3.xml><?xml version="1.0" encoding="utf-8"?>
<ds:datastoreItem xmlns:ds="http://schemas.openxmlformats.org/officeDocument/2006/customXml" ds:itemID="{FA497A0E-6993-4E56-A42E-040A48550A3E}">
  <ds:schemaRefs>
    <ds:schemaRef ds:uri="http://schemas.microsoft.com/office/2006/metadata/properties"/>
    <ds:schemaRef ds:uri="http://schemas.microsoft.com/office/infopath/2007/PartnerControls"/>
    <ds:schemaRef ds:uri="ec86daf3-54cc-4371-8b45-255dbc846304"/>
    <ds:schemaRef ds:uri="0fc404c9-74b8-4235-a9fc-590446d087ba"/>
  </ds:schemaRefs>
</ds:datastoreItem>
</file>

<file path=docProps/app.xml><?xml version="1.0" encoding="utf-8"?>
<Properties xmlns="http://schemas.openxmlformats.org/officeDocument/2006/extended-properties" xmlns:vt="http://schemas.openxmlformats.org/officeDocument/2006/docPropsVTypes">
  <Template/>
  <TotalTime>4108</TotalTime>
  <Words>733</Words>
  <Application>Microsoft Office PowerPoint</Application>
  <PresentationFormat>On-screen Show (16:9)</PresentationFormat>
  <Paragraphs>126</Paragraphs>
  <Slides>6</Slides>
  <Notes>4</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6</vt:i4>
      </vt:variant>
    </vt:vector>
  </HeadingPairs>
  <TitlesOfParts>
    <vt:vector size="16" baseType="lpstr">
      <vt:lpstr>Avenir Next</vt:lpstr>
      <vt:lpstr>Avenir Next Demi Bold</vt:lpstr>
      <vt:lpstr>Avenir Next Medium</vt:lpstr>
      <vt:lpstr>AvenirNext LT Pro Light</vt:lpstr>
      <vt:lpstr>AvenirNext LT Pro Medium</vt:lpstr>
      <vt:lpstr>Aptos</vt:lpstr>
      <vt:lpstr>Arial</vt:lpstr>
      <vt:lpstr>Outfit</vt:lpstr>
      <vt:lpstr>Wingdings</vt:lpstr>
      <vt:lpstr>MRDI_System font</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TamBowie</dc:creator>
  <cp:lastModifiedBy>Wenhan Jiao</cp:lastModifiedBy>
  <cp:revision>402</cp:revision>
  <dcterms:created xsi:type="dcterms:W3CDTF">2024-09-11T16:02:56Z</dcterms:created>
  <dcterms:modified xsi:type="dcterms:W3CDTF">2026-07-27T06:56:57Z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0x010100036E4847BD80E241AD671FD9ED4F6360</vt:lpwstr>
  </property>
</Properties>
</file>