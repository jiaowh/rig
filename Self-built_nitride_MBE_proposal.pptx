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0"/>
  </p:notesMasterIdLst>
  <p:handoutMasterIdLst>
    <p:handoutMasterId r:id="rId11"/>
  </p:handoutMasterIdLst>
  <p:sldIdLst>
    <p:sldId id="263" r:id="rId5"/>
    <p:sldId id="257" r:id="rId6"/>
    <p:sldId id="256" r:id="rId7"/>
    <p:sldId id="258" r:id="rId8"/>
    <p:sldId id="259" r:id="rId9"/>
  </p:sldIdLst>
  <p:sldSz cx="9144000" cy="5143500" type="screen16x9"/>
  <p:notesSz cx="6858000" cy="9144000"/>
  <p:defaultText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Page" id="{4646E76A-B0C9-8A43-8157-5FACAE7D539B}">
          <p14:sldIdLst>
            <p14:sldId id="263"/>
            <p14:sldId id="257"/>
            <p14:sldId id="256"/>
            <p14:sldId id="258"/>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388"/>
    <a:srgbClr val="4CAFF0"/>
    <a:srgbClr val="000000"/>
    <a:srgbClr val="FF7EBC"/>
    <a:srgbClr val="9699E1"/>
    <a:srgbClr val="7FEF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3AC51-3469-43DF-BE14-42BC2C7A5E2A}" v="2" dt="2026-03-18T03:24:06.24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30"/>
    <p:restoredTop sz="94708"/>
  </p:normalViewPr>
  <p:slideViewPr>
    <p:cSldViewPr snapToGrid="0">
      <p:cViewPr varScale="1">
        <p:scale>
          <a:sx n="93" d="100"/>
          <a:sy n="93" d="100"/>
        </p:scale>
        <p:origin x="808"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9" d="100"/>
          <a:sy n="119" d="100"/>
        </p:scale>
        <p:origin x="3152" y="184"/>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i Ting Lai" userId="a471060c-7291-43ae-b7a1-00252d2a55f3" providerId="ADAL" clId="{E7922DBD-E454-4008-88A3-DE4844B61529}"/>
    <pc:docChg chg="modSld">
      <pc:chgData name="Hoi Ting Lai" userId="a471060c-7291-43ae-b7a1-00252d2a55f3" providerId="ADAL" clId="{E7922DBD-E454-4008-88A3-DE4844B61529}" dt="2026-03-18T03:29:13.191" v="40" actId="20577"/>
      <pc:docMkLst>
        <pc:docMk/>
      </pc:docMkLst>
      <pc:sldChg chg="modSp mod">
        <pc:chgData name="Hoi Ting Lai" userId="a471060c-7291-43ae-b7a1-00252d2a55f3" providerId="ADAL" clId="{E7922DBD-E454-4008-88A3-DE4844B61529}" dt="2026-03-18T03:23:00.364" v="28" actId="20577"/>
        <pc:sldMkLst>
          <pc:docMk/>
          <pc:sldMk cId="1148789365" sldId="263"/>
        </pc:sldMkLst>
        <pc:spChg chg="mod">
          <ac:chgData name="Hoi Ting Lai" userId="a471060c-7291-43ae-b7a1-00252d2a55f3" providerId="ADAL" clId="{E7922DBD-E454-4008-88A3-DE4844B61529}" dt="2026-03-18T03:23:00.364" v="28" actId="20577"/>
          <ac:spMkLst>
            <pc:docMk/>
            <pc:sldMk cId="1148789365" sldId="263"/>
            <ac:spMk id="6" creationId="{BF9E7EDA-A96F-E75B-C4DD-F661557842F7}"/>
          </ac:spMkLst>
        </pc:spChg>
      </pc:sldChg>
      <pc:sldChg chg="modSp">
        <pc:chgData name="Hoi Ting Lai" userId="a471060c-7291-43ae-b7a1-00252d2a55f3" providerId="ADAL" clId="{E7922DBD-E454-4008-88A3-DE4844B61529}" dt="2026-03-18T03:24:06.241" v="30"/>
        <pc:sldMkLst>
          <pc:docMk/>
          <pc:sldMk cId="2050100313" sldId="266"/>
        </pc:sldMkLst>
        <pc:spChg chg="mod">
          <ac:chgData name="Hoi Ting Lai" userId="a471060c-7291-43ae-b7a1-00252d2a55f3" providerId="ADAL" clId="{E7922DBD-E454-4008-88A3-DE4844B61529}" dt="2026-03-18T03:24:06.241" v="30"/>
          <ac:spMkLst>
            <pc:docMk/>
            <pc:sldMk cId="2050100313" sldId="266"/>
            <ac:spMk id="6" creationId="{BF9E7EDA-A96F-E75B-C4DD-F661557842F7}"/>
          </ac:spMkLst>
        </pc:spChg>
      </pc:sldChg>
      <pc:sldChg chg="modSp mod">
        <pc:chgData name="Hoi Ting Lai" userId="a471060c-7291-43ae-b7a1-00252d2a55f3" providerId="ADAL" clId="{E7922DBD-E454-4008-88A3-DE4844B61529}" dt="2026-03-18T03:29:07.254" v="38" actId="20577"/>
        <pc:sldMkLst>
          <pc:docMk/>
          <pc:sldMk cId="3342799939" sldId="285"/>
        </pc:sldMkLst>
        <pc:spChg chg="mod">
          <ac:chgData name="Hoi Ting Lai" userId="a471060c-7291-43ae-b7a1-00252d2a55f3" providerId="ADAL" clId="{E7922DBD-E454-4008-88A3-DE4844B61529}" dt="2026-03-18T03:29:07.254" v="38" actId="20577"/>
          <ac:spMkLst>
            <pc:docMk/>
            <pc:sldMk cId="3342799939" sldId="285"/>
            <ac:spMk id="3" creationId="{FEC0486B-D0C0-9FEF-1574-15FFD6EF3FF6}"/>
          </ac:spMkLst>
        </pc:spChg>
      </pc:sldChg>
      <pc:sldChg chg="modSp mod">
        <pc:chgData name="Hoi Ting Lai" userId="a471060c-7291-43ae-b7a1-00252d2a55f3" providerId="ADAL" clId="{E7922DBD-E454-4008-88A3-DE4844B61529}" dt="2026-03-18T03:29:10.326" v="39" actId="20577"/>
        <pc:sldMkLst>
          <pc:docMk/>
          <pc:sldMk cId="2128716493" sldId="286"/>
        </pc:sldMkLst>
        <pc:spChg chg="mod">
          <ac:chgData name="Hoi Ting Lai" userId="a471060c-7291-43ae-b7a1-00252d2a55f3" providerId="ADAL" clId="{E7922DBD-E454-4008-88A3-DE4844B61529}" dt="2026-03-18T03:29:10.326" v="39" actId="20577"/>
          <ac:spMkLst>
            <pc:docMk/>
            <pc:sldMk cId="2128716493" sldId="286"/>
            <ac:spMk id="3" creationId="{FEC0486B-D0C0-9FEF-1574-15FFD6EF3FF6}"/>
          </ac:spMkLst>
        </pc:spChg>
      </pc:sldChg>
      <pc:sldChg chg="modSp mod">
        <pc:chgData name="Hoi Ting Lai" userId="a471060c-7291-43ae-b7a1-00252d2a55f3" providerId="ADAL" clId="{E7922DBD-E454-4008-88A3-DE4844B61529}" dt="2026-03-18T03:29:13.191" v="40" actId="20577"/>
        <pc:sldMkLst>
          <pc:docMk/>
          <pc:sldMk cId="279927452" sldId="287"/>
        </pc:sldMkLst>
        <pc:spChg chg="mod">
          <ac:chgData name="Hoi Ting Lai" userId="a471060c-7291-43ae-b7a1-00252d2a55f3" providerId="ADAL" clId="{E7922DBD-E454-4008-88A3-DE4844B61529}" dt="2026-03-18T03:29:13.191" v="40" actId="20577"/>
          <ac:spMkLst>
            <pc:docMk/>
            <pc:sldMk cId="279927452" sldId="287"/>
            <ac:spMk id="4" creationId="{35069513-DB93-085F-5AFF-C286BDCE4074}"/>
          </ac:spMkLst>
        </pc:spChg>
      </pc:sldChg>
      <pc:sldChg chg="modSp mod">
        <pc:chgData name="Hoi Ting Lai" userId="a471060c-7291-43ae-b7a1-00252d2a55f3" providerId="ADAL" clId="{E7922DBD-E454-4008-88A3-DE4844B61529}" dt="2026-03-18T03:28:26.854" v="32" actId="20577"/>
        <pc:sldMkLst>
          <pc:docMk/>
          <pc:sldMk cId="742795201" sldId="290"/>
        </pc:sldMkLst>
        <pc:spChg chg="mod">
          <ac:chgData name="Hoi Ting Lai" userId="a471060c-7291-43ae-b7a1-00252d2a55f3" providerId="ADAL" clId="{E7922DBD-E454-4008-88A3-DE4844B61529}" dt="2026-03-18T03:28:26.854" v="32" actId="20577"/>
          <ac:spMkLst>
            <pc:docMk/>
            <pc:sldMk cId="742795201" sldId="290"/>
            <ac:spMk id="10" creationId="{F6F5561A-7B36-3ABC-52FD-1DF5BB97DC5C}"/>
          </ac:spMkLst>
        </pc:spChg>
      </pc:sldChg>
      <pc:sldChg chg="modSp">
        <pc:chgData name="Hoi Ting Lai" userId="a471060c-7291-43ae-b7a1-00252d2a55f3" providerId="ADAL" clId="{E7922DBD-E454-4008-88A3-DE4844B61529}" dt="2026-03-18T03:24:04.191" v="29"/>
        <pc:sldMkLst>
          <pc:docMk/>
          <pc:sldMk cId="699800239" sldId="297"/>
        </pc:sldMkLst>
        <pc:spChg chg="mod">
          <ac:chgData name="Hoi Ting Lai" userId="a471060c-7291-43ae-b7a1-00252d2a55f3" providerId="ADAL" clId="{E7922DBD-E454-4008-88A3-DE4844B61529}" dt="2026-03-18T03:24:04.191" v="29"/>
          <ac:spMkLst>
            <pc:docMk/>
            <pc:sldMk cId="699800239" sldId="297"/>
            <ac:spMk id="6" creationId="{BF9E7EDA-A96F-E75B-C4DD-F661557842F7}"/>
          </ac:spMkLst>
        </pc:spChg>
      </pc:sldChg>
      <pc:sldChg chg="modSp mod">
        <pc:chgData name="Hoi Ting Lai" userId="a471060c-7291-43ae-b7a1-00252d2a55f3" providerId="ADAL" clId="{E7922DBD-E454-4008-88A3-DE4844B61529}" dt="2026-03-18T03:28:48.764" v="34" actId="20577"/>
        <pc:sldMkLst>
          <pc:docMk/>
          <pc:sldMk cId="597199183" sldId="298"/>
        </pc:sldMkLst>
        <pc:spChg chg="mod">
          <ac:chgData name="Hoi Ting Lai" userId="a471060c-7291-43ae-b7a1-00252d2a55f3" providerId="ADAL" clId="{E7922DBD-E454-4008-88A3-DE4844B61529}" dt="2026-03-18T03:28:46.677" v="33" actId="20577"/>
          <ac:spMkLst>
            <pc:docMk/>
            <pc:sldMk cId="597199183" sldId="298"/>
            <ac:spMk id="2" creationId="{5DC559AA-C721-941A-9CB5-915FC760D272}"/>
          </ac:spMkLst>
        </pc:spChg>
        <pc:spChg chg="mod">
          <ac:chgData name="Hoi Ting Lai" userId="a471060c-7291-43ae-b7a1-00252d2a55f3" providerId="ADAL" clId="{E7922DBD-E454-4008-88A3-DE4844B61529}" dt="2026-03-18T03:28:48.764" v="34" actId="20577"/>
          <ac:spMkLst>
            <pc:docMk/>
            <pc:sldMk cId="597199183" sldId="298"/>
            <ac:spMk id="11" creationId="{ADC44E1E-FBD3-0A05-CAD6-FBBD075B75EC}"/>
          </ac:spMkLst>
        </pc:spChg>
      </pc:sldChg>
      <pc:sldChg chg="modSp mod">
        <pc:chgData name="Hoi Ting Lai" userId="a471060c-7291-43ae-b7a1-00252d2a55f3" providerId="ADAL" clId="{E7922DBD-E454-4008-88A3-DE4844B61529}" dt="2026-03-18T03:28:54.567" v="37" actId="20577"/>
        <pc:sldMkLst>
          <pc:docMk/>
          <pc:sldMk cId="3816412318" sldId="299"/>
        </pc:sldMkLst>
        <pc:spChg chg="mod">
          <ac:chgData name="Hoi Ting Lai" userId="a471060c-7291-43ae-b7a1-00252d2a55f3" providerId="ADAL" clId="{E7922DBD-E454-4008-88A3-DE4844B61529}" dt="2026-03-18T03:28:54.567" v="37" actId="20577"/>
          <ac:spMkLst>
            <pc:docMk/>
            <pc:sldMk cId="3816412318" sldId="299"/>
            <ac:spMk id="2" creationId="{38AEF44F-74F3-CBDB-74BD-9D2861BFBBAB}"/>
          </ac:spMkLst>
        </pc:spChg>
        <pc:spChg chg="mod">
          <ac:chgData name="Hoi Ting Lai" userId="a471060c-7291-43ae-b7a1-00252d2a55f3" providerId="ADAL" clId="{E7922DBD-E454-4008-88A3-DE4844B61529}" dt="2026-03-18T03:28:51.849" v="35" actId="20577"/>
          <ac:spMkLst>
            <pc:docMk/>
            <pc:sldMk cId="3816412318" sldId="299"/>
            <ac:spMk id="3" creationId="{B7D347A4-FFFF-1714-E223-511B871A9AFE}"/>
          </ac:spMkLst>
        </pc:spChg>
      </pc:sldChg>
    </pc:docChg>
  </pc:docChgLst>
  <pc:docChgLst>
    <pc:chgData name="Phoebe YIP" userId="S::phoebe.yip@mrdi.org.hk::42fecd46-3561-436a-a7f1-f8674249a1eb" providerId="AD" clId="Web-{1291845E-9D3C-DCA3-90E2-1E82E24B103C}"/>
    <pc:docChg chg="modSld">
      <pc:chgData name="Phoebe YIP" userId="S::phoebe.yip@mrdi.org.hk::42fecd46-3561-436a-a7f1-f8674249a1eb" providerId="AD" clId="Web-{1291845E-9D3C-DCA3-90E2-1E82E24B103C}" dt="2025-08-13T02:00:41.058" v="19" actId="20577"/>
      <pc:docMkLst>
        <pc:docMk/>
      </pc:docMkLst>
      <pc:sldChg chg="modSp">
        <pc:chgData name="Phoebe YIP" userId="S::phoebe.yip@mrdi.org.hk::42fecd46-3561-436a-a7f1-f8674249a1eb" providerId="AD" clId="Web-{1291845E-9D3C-DCA3-90E2-1E82E24B103C}" dt="2025-08-13T02:00:25.621" v="9" actId="20577"/>
        <pc:sldMkLst>
          <pc:docMk/>
          <pc:sldMk cId="4036985793" sldId="267"/>
        </pc:sldMkLst>
      </pc:sldChg>
      <pc:sldChg chg="modSp">
        <pc:chgData name="Phoebe YIP" userId="S::phoebe.yip@mrdi.org.hk::42fecd46-3561-436a-a7f1-f8674249a1eb" providerId="AD" clId="Web-{1291845E-9D3C-DCA3-90E2-1E82E24B103C}" dt="2025-08-13T02:00:41.058" v="19" actId="20577"/>
        <pc:sldMkLst>
          <pc:docMk/>
          <pc:sldMk cId="2031293291" sldId="26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852855E-60E8-C0BB-0297-504A46E936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dirty="0"/>
          </a:p>
        </p:txBody>
      </p:sp>
      <p:sp>
        <p:nvSpPr>
          <p:cNvPr id="3" name="日期版面配置區 2">
            <a:extLst>
              <a:ext uri="{FF2B5EF4-FFF2-40B4-BE49-F238E27FC236}">
                <a16:creationId xmlns:a16="http://schemas.microsoft.com/office/drawing/2014/main" id="{97689EDA-6CD1-0D6C-3849-EE475D497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DD02CC-F990-1844-B591-EC84015C737C}" type="datetimeFigureOut">
              <a:rPr kumimoji="1" lang="zh-HK" altLang="en-US" smtClean="0"/>
              <a:t>30/7/2026</a:t>
            </a:fld>
            <a:endParaRPr kumimoji="1" lang="zh-HK" altLang="en-US"/>
          </a:p>
        </p:txBody>
      </p:sp>
      <p:sp>
        <p:nvSpPr>
          <p:cNvPr id="4" name="頁尾版面配置區 3">
            <a:extLst>
              <a:ext uri="{FF2B5EF4-FFF2-40B4-BE49-F238E27FC236}">
                <a16:creationId xmlns:a16="http://schemas.microsoft.com/office/drawing/2014/main" id="{4BFB14BF-32D3-4FF8-FFBA-ED49553ED9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5" name="投影片編號版面配置區 4">
            <a:extLst>
              <a:ext uri="{FF2B5EF4-FFF2-40B4-BE49-F238E27FC236}">
                <a16:creationId xmlns:a16="http://schemas.microsoft.com/office/drawing/2014/main" id="{93501F15-8709-0697-82D2-A2564E53589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5217B7-A2BE-EB4C-8552-E8582860D0E4}" type="slidenum">
              <a:rPr kumimoji="1" lang="zh-HK" altLang="en-US" smtClean="0"/>
              <a:t>‹#›</a:t>
            </a:fld>
            <a:endParaRPr kumimoji="1" lang="zh-HK" altLang="en-US"/>
          </a:p>
        </p:txBody>
      </p:sp>
    </p:spTree>
    <p:extLst>
      <p:ext uri="{BB962C8B-B14F-4D97-AF65-F5344CB8AC3E}">
        <p14:creationId xmlns:p14="http://schemas.microsoft.com/office/powerpoint/2010/main" val="250469068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B0CD84-F832-A74C-BF33-B303A6BFB4B1}" type="datetimeFigureOut">
              <a:rPr kumimoji="1" lang="zh-HK" altLang="en-US" smtClean="0"/>
              <a:t>30/7/2026</a:t>
            </a:fld>
            <a:endParaRPr kumimoji="1" lang="zh-HK"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endParaRPr kumimoji="1" lang="zh-HK"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8A042-BF42-DC46-B869-61174102F144}" type="slidenum">
              <a:rPr kumimoji="1" lang="zh-HK" altLang="en-US" smtClean="0"/>
              <a:t>‹#›</a:t>
            </a:fld>
            <a:endParaRPr kumimoji="1" lang="zh-HK" altLang="en-US"/>
          </a:p>
        </p:txBody>
      </p:sp>
    </p:spTree>
    <p:extLst>
      <p:ext uri="{BB962C8B-B14F-4D97-AF65-F5344CB8AC3E}">
        <p14:creationId xmlns:p14="http://schemas.microsoft.com/office/powerpoint/2010/main" val="3637682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White">
    <p:bg>
      <p:bgPr>
        <a:solidFill>
          <a:schemeClr val="tx1"/>
        </a:solidFill>
        <a:effectLst/>
      </p:bgPr>
    </p:bg>
    <p:spTree>
      <p:nvGrpSpPr>
        <p:cNvPr id="1" name=""/>
        <p:cNvGrpSpPr/>
        <p:nvPr/>
      </p:nvGrpSpPr>
      <p:grpSpPr>
        <a:xfrm>
          <a:off x="0" y="0"/>
          <a:ext cx="0" cy="0"/>
          <a:chOff x="0" y="0"/>
          <a:chExt cx="0" cy="0"/>
        </a:xfrm>
      </p:grpSpPr>
      <p:sp>
        <p:nvSpPr>
          <p:cNvPr id="44" name="圖片版面配置區 43">
            <a:extLst>
              <a:ext uri="{FF2B5EF4-FFF2-40B4-BE49-F238E27FC236}">
                <a16:creationId xmlns:a16="http://schemas.microsoft.com/office/drawing/2014/main" id="{DE09AE4F-6395-9880-B0D7-5B2F57D53816}"/>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chemeClr val="tx1"/>
          </a:solidFill>
        </p:spPr>
        <p:txBody>
          <a:bodyPr/>
          <a:lstStyle>
            <a:lvl1pPr>
              <a:defRPr>
                <a:latin typeface="+mj-lt"/>
              </a:defRPr>
            </a:lvl1pPr>
          </a:lstStyle>
          <a:p>
            <a:endParaRPr kumimoji="1" lang="zh-HK" altLang="en-US"/>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32" name="Subtitle 2">
            <a:extLst>
              <a:ext uri="{FF2B5EF4-FFF2-40B4-BE49-F238E27FC236}">
                <a16:creationId xmlns:a16="http://schemas.microsoft.com/office/drawing/2014/main" id="{2544D859-08AC-DF1E-1CFE-6D5832586FDF}"/>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bg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52" name="圖片 51">
            <a:extLst>
              <a:ext uri="{FF2B5EF4-FFF2-40B4-BE49-F238E27FC236}">
                <a16:creationId xmlns:a16="http://schemas.microsoft.com/office/drawing/2014/main" id="{90A66FFF-BBBC-B73A-240A-62744C603E66}"/>
              </a:ext>
            </a:extLst>
          </p:cNvPr>
          <p:cNvPicPr>
            <a:picLocks noChangeAspect="1"/>
          </p:cNvPicPr>
          <p:nvPr userDrawn="1"/>
        </p:nvPicPr>
        <p:blipFill>
          <a:blip r:embed="rId2"/>
          <a:stretch>
            <a:fillRect/>
          </a:stretch>
        </p:blipFill>
        <p:spPr>
          <a:xfrm>
            <a:off x="7792576" y="231775"/>
            <a:ext cx="884699" cy="287337"/>
          </a:xfrm>
          <a:prstGeom prst="rect">
            <a:avLst/>
          </a:prstGeom>
        </p:spPr>
      </p:pic>
      <p:sp>
        <p:nvSpPr>
          <p:cNvPr id="4" name="文字方塊 3">
            <a:extLst>
              <a:ext uri="{FF2B5EF4-FFF2-40B4-BE49-F238E27FC236}">
                <a16:creationId xmlns:a16="http://schemas.microsoft.com/office/drawing/2014/main" id="{99A31B88-0386-D209-47E6-9CC43C6EB7B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bg1"/>
                </a:solidFill>
                <a:latin typeface="Avenir Next Demi Bold" panose="020B0503020202020204" pitchFamily="34" charset="0"/>
                <a:ea typeface="+mn-ea"/>
                <a:cs typeface="+mn-cs"/>
              </a:rPr>
              <a:t>CONFIDENTIAL &amp; RESTRICTED BY MRDI</a:t>
            </a:r>
            <a:endParaRPr kumimoji="1" lang="zh-HK" altLang="en-US" sz="700" b="1" i="0" kern="1200" dirty="0">
              <a:solidFill>
                <a:schemeClr val="bg1"/>
              </a:solidFill>
              <a:latin typeface="Avenir Next Demi Bold" panose="020B0503020202020204" pitchFamily="34" charset="0"/>
              <a:ea typeface="+mn-ea"/>
              <a:cs typeface="+mn-cs"/>
            </a:endParaRPr>
          </a:p>
        </p:txBody>
      </p:sp>
      <p:sp>
        <p:nvSpPr>
          <p:cNvPr id="18" name="內容版面配置區 17">
            <a:extLst>
              <a:ext uri="{FF2B5EF4-FFF2-40B4-BE49-F238E27FC236}">
                <a16:creationId xmlns:a16="http://schemas.microsoft.com/office/drawing/2014/main" id="{448350DC-A71D-AD01-55CF-2C2EA72BE3BD}"/>
              </a:ext>
            </a:extLst>
          </p:cNvPr>
          <p:cNvSpPr>
            <a:spLocks noGrp="1"/>
          </p:cNvSpPr>
          <p:nvPr>
            <p:ph sz="quarter" idx="14" hasCustomPrompt="1"/>
          </p:nvPr>
        </p:nvSpPr>
        <p:spPr>
          <a:xfrm>
            <a:off x="611188" y="231775"/>
            <a:ext cx="1331912" cy="144463"/>
          </a:xfrm>
        </p:spPr>
        <p:txBody>
          <a:bodyPr>
            <a:normAutofit/>
          </a:bodyPr>
          <a:lstStyle>
            <a:lvl1pPr>
              <a:defRPr sz="800" b="0" i="0">
                <a:latin typeface="Avenir Next" panose="020B0503020202020204" pitchFamily="34" charset="0"/>
              </a:defRPr>
            </a:lvl1pPr>
          </a:lstStyle>
          <a:p>
            <a:pPr lvl="0"/>
            <a:r>
              <a:rPr kumimoji="1" lang="en-US" altLang="zh-TW" dirty="0"/>
              <a:t>Enter the date here</a:t>
            </a:r>
            <a:endParaRPr kumimoji="1" lang="zh-HK" altLang="en-US" dirty="0"/>
          </a:p>
        </p:txBody>
      </p:sp>
      <p:sp>
        <p:nvSpPr>
          <p:cNvPr id="25" name="內容版面配置區 17">
            <a:extLst>
              <a:ext uri="{FF2B5EF4-FFF2-40B4-BE49-F238E27FC236}">
                <a16:creationId xmlns:a16="http://schemas.microsoft.com/office/drawing/2014/main" id="{2F1B619A-9BC2-255D-1BD9-FFDBF85B8DD0}"/>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bg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Tree>
    <p:extLst>
      <p:ext uri="{BB962C8B-B14F-4D97-AF65-F5344CB8AC3E}">
        <p14:creationId xmlns:p14="http://schemas.microsoft.com/office/powerpoint/2010/main" val="25814579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Black">
    <p:bg>
      <p:bgPr>
        <a:solidFill>
          <a:srgbClr val="000000"/>
        </a:solidFill>
        <a:effectLst/>
      </p:bgPr>
    </p:bg>
    <p:spTree>
      <p:nvGrpSpPr>
        <p:cNvPr id="1" name=""/>
        <p:cNvGrpSpPr/>
        <p:nvPr/>
      </p:nvGrpSpPr>
      <p:grpSpPr>
        <a:xfrm>
          <a:off x="0" y="0"/>
          <a:ext cx="0" cy="0"/>
          <a:chOff x="0" y="0"/>
          <a:chExt cx="0" cy="0"/>
        </a:xfrm>
      </p:grpSpPr>
      <p:sp>
        <p:nvSpPr>
          <p:cNvPr id="6" name="圖片版面配置區 43">
            <a:extLst>
              <a:ext uri="{FF2B5EF4-FFF2-40B4-BE49-F238E27FC236}">
                <a16:creationId xmlns:a16="http://schemas.microsoft.com/office/drawing/2014/main" id="{F1572E3A-6D6E-1F9B-A8E1-DCF841A004B2}"/>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rgbClr val="000000"/>
          </a:solidFill>
        </p:spPr>
        <p:txBody>
          <a:bodyPr/>
          <a:lstStyle>
            <a:lvl1pPr>
              <a:defRPr>
                <a:latin typeface="+mj-lt"/>
              </a:defRPr>
            </a:lvl1pPr>
          </a:lstStyle>
          <a:p>
            <a:endParaRPr kumimoji="1" lang="zh-HK" altLang="en-US" dirty="0"/>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3" name="圖形 2">
            <a:extLst>
              <a:ext uri="{FF2B5EF4-FFF2-40B4-BE49-F238E27FC236}">
                <a16:creationId xmlns:a16="http://schemas.microsoft.com/office/drawing/2014/main" id="{839372CB-F4C2-AA86-E732-9BB4987FA4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791675" y="230329"/>
            <a:ext cx="885600" cy="288783"/>
          </a:xfrm>
          <a:prstGeom prst="rect">
            <a:avLst/>
          </a:prstGeom>
        </p:spPr>
      </p:pic>
      <p:sp>
        <p:nvSpPr>
          <p:cNvPr id="9" name="Subtitle 2">
            <a:extLst>
              <a:ext uri="{FF2B5EF4-FFF2-40B4-BE49-F238E27FC236}">
                <a16:creationId xmlns:a16="http://schemas.microsoft.com/office/drawing/2014/main" id="{7318FB37-48C5-92C4-9C8A-CDAD6EC3E549}"/>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tx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10" name="內容版面配置區 17">
            <a:extLst>
              <a:ext uri="{FF2B5EF4-FFF2-40B4-BE49-F238E27FC236}">
                <a16:creationId xmlns:a16="http://schemas.microsoft.com/office/drawing/2014/main" id="{C53C2606-26D4-F81C-1F6A-1DF7FC84E87F}"/>
              </a:ext>
            </a:extLst>
          </p:cNvPr>
          <p:cNvSpPr>
            <a:spLocks noGrp="1"/>
          </p:cNvSpPr>
          <p:nvPr>
            <p:ph sz="quarter" idx="14" hasCustomPrompt="1"/>
          </p:nvPr>
        </p:nvSpPr>
        <p:spPr>
          <a:xfrm>
            <a:off x="611188" y="231775"/>
            <a:ext cx="1331912" cy="144463"/>
          </a:xfrm>
        </p:spPr>
        <p:txBody>
          <a:bodyPr>
            <a:normAutofit/>
          </a:bodyPr>
          <a:lstStyle>
            <a:lvl1pPr>
              <a:defRPr sz="800" b="0" i="0">
                <a:solidFill>
                  <a:schemeClr val="tx1"/>
                </a:solidFill>
                <a:latin typeface="Avenir Next" panose="020B0503020202020204" pitchFamily="34" charset="0"/>
              </a:defRPr>
            </a:lvl1pPr>
          </a:lstStyle>
          <a:p>
            <a:pPr lvl="0"/>
            <a:r>
              <a:rPr kumimoji="1" lang="en-US" altLang="zh-TW" dirty="0"/>
              <a:t>Enter the date here</a:t>
            </a:r>
            <a:endParaRPr kumimoji="1" lang="zh-HK" altLang="en-US" dirty="0"/>
          </a:p>
        </p:txBody>
      </p:sp>
      <p:sp>
        <p:nvSpPr>
          <p:cNvPr id="11" name="內容版面配置區 17">
            <a:extLst>
              <a:ext uri="{FF2B5EF4-FFF2-40B4-BE49-F238E27FC236}">
                <a16:creationId xmlns:a16="http://schemas.microsoft.com/office/drawing/2014/main" id="{80407631-089D-DC3C-609F-4CAC66900393}"/>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tx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
        <p:nvSpPr>
          <p:cNvPr id="12" name="文字方塊 11">
            <a:extLst>
              <a:ext uri="{FF2B5EF4-FFF2-40B4-BE49-F238E27FC236}">
                <a16:creationId xmlns:a16="http://schemas.microsoft.com/office/drawing/2014/main" id="{B92F16EE-10F0-4688-EEF2-08BC468E1F8F}"/>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00990517"/>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age_1_White">
    <p:spTree>
      <p:nvGrpSpPr>
        <p:cNvPr id="1" name=""/>
        <p:cNvGrpSpPr/>
        <p:nvPr/>
      </p:nvGrpSpPr>
      <p:grpSpPr>
        <a:xfrm>
          <a:off x="0" y="0"/>
          <a:ext cx="0" cy="0"/>
          <a:chOff x="0" y="0"/>
          <a:chExt cx="0" cy="0"/>
        </a:xfrm>
      </p:grpSpPr>
      <p:sp>
        <p:nvSpPr>
          <p:cNvPr id="28" name="圖片版面配置區 27">
            <a:extLst>
              <a:ext uri="{FF2B5EF4-FFF2-40B4-BE49-F238E27FC236}">
                <a16:creationId xmlns:a16="http://schemas.microsoft.com/office/drawing/2014/main" id="{5AD4A29A-36AB-88C6-72EB-510912B80E38}"/>
              </a:ext>
            </a:extLst>
          </p:cNvPr>
          <p:cNvSpPr>
            <a:spLocks noGrp="1"/>
          </p:cNvSpPr>
          <p:nvPr>
            <p:ph type="pic" sz="quarter" idx="17"/>
          </p:nvPr>
        </p:nvSpPr>
        <p:spPr>
          <a:xfrm>
            <a:off x="-1" y="0"/>
            <a:ext cx="9144001" cy="2247900"/>
          </a:xfrm>
          <a:solidFill>
            <a:srgbClr val="000000"/>
          </a:solidFill>
        </p:spPr>
        <p:txBody>
          <a:bodyPr/>
          <a:lstStyle/>
          <a:p>
            <a:endParaRPr kumimoji="1" lang="zh-HK" altLang="en-US"/>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bg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pic>
        <p:nvPicPr>
          <p:cNvPr id="11" name="圖片 10">
            <a:extLst>
              <a:ext uri="{FF2B5EF4-FFF2-40B4-BE49-F238E27FC236}">
                <a16:creationId xmlns:a16="http://schemas.microsoft.com/office/drawing/2014/main" id="{0301543E-412F-7691-223E-80B81B09684D}"/>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lnSpc>
                <a:spcPct val="100000"/>
              </a:lnSpc>
              <a:defRPr sz="3500" b="0" i="0">
                <a:latin typeface="Avenir Next" panose="020B0503020202020204" pitchFamily="34" charset="0"/>
              </a:defRPr>
            </a:lvl1pPr>
          </a:lstStyle>
          <a:p>
            <a:r>
              <a:rPr kumimoji="1" lang="en-US" altLang="zh-TW" dirty="0"/>
              <a:t>CHAPTER TITLE USING REGULAR WEIGHT IN 35PT</a:t>
            </a:r>
            <a:endParaRPr kumimoji="1" lang="zh-HK" altLang="en-US" dirty="0"/>
          </a:p>
        </p:txBody>
      </p:sp>
      <p:sp>
        <p:nvSpPr>
          <p:cNvPr id="24" name="文字版面配置區 23">
            <a:extLst>
              <a:ext uri="{FF2B5EF4-FFF2-40B4-BE49-F238E27FC236}">
                <a16:creationId xmlns:a16="http://schemas.microsoft.com/office/drawing/2014/main" id="{59DE0CA9-BB64-664E-B948-F09A3B775BCC}"/>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5" name="文字版面配置區 23">
            <a:extLst>
              <a:ext uri="{FF2B5EF4-FFF2-40B4-BE49-F238E27FC236}">
                <a16:creationId xmlns:a16="http://schemas.microsoft.com/office/drawing/2014/main" id="{15C74A27-FDA8-9432-E114-713E450B5659}"/>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6" name="文字版面配置區 23">
            <a:extLst>
              <a:ext uri="{FF2B5EF4-FFF2-40B4-BE49-F238E27FC236}">
                <a16:creationId xmlns:a16="http://schemas.microsoft.com/office/drawing/2014/main" id="{5C5716F0-EAC9-944F-F9BF-F905AE507578}"/>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119931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page_1_Black">
    <p:bg>
      <p:bgPr>
        <a:solidFill>
          <a:srgbClr val="000000"/>
        </a:solidFill>
        <a:effectLst/>
      </p:bgPr>
    </p:bg>
    <p:spTree>
      <p:nvGrpSpPr>
        <p:cNvPr id="1" name=""/>
        <p:cNvGrpSpPr/>
        <p:nvPr/>
      </p:nvGrpSpPr>
      <p:grpSpPr>
        <a:xfrm>
          <a:off x="0" y="0"/>
          <a:ext cx="0" cy="0"/>
          <a:chOff x="0" y="0"/>
          <a:chExt cx="0" cy="0"/>
        </a:xfrm>
      </p:grpSpPr>
      <p:sp>
        <p:nvSpPr>
          <p:cNvPr id="5" name="圖片版面配置區 27">
            <a:extLst>
              <a:ext uri="{FF2B5EF4-FFF2-40B4-BE49-F238E27FC236}">
                <a16:creationId xmlns:a16="http://schemas.microsoft.com/office/drawing/2014/main" id="{6CE141C8-D1D2-E862-44AA-9998F44B342B}"/>
              </a:ext>
            </a:extLst>
          </p:cNvPr>
          <p:cNvSpPr>
            <a:spLocks noGrp="1"/>
          </p:cNvSpPr>
          <p:nvPr>
            <p:ph type="pic" sz="quarter" idx="17"/>
          </p:nvPr>
        </p:nvSpPr>
        <p:spPr>
          <a:xfrm>
            <a:off x="-1" y="0"/>
            <a:ext cx="9144001" cy="2247900"/>
          </a:xfrm>
          <a:solidFill>
            <a:schemeClr val="tx1"/>
          </a:solidFill>
        </p:spPr>
        <p:txBody>
          <a:bodyPr/>
          <a:lstStyle/>
          <a:p>
            <a:endParaRPr kumimoji="1" lang="zh-HK" altLang="en-US" dirty="0"/>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defRPr sz="3500"/>
            </a:lvl1pPr>
          </a:lstStyle>
          <a:p>
            <a:r>
              <a:rPr kumimoji="1" lang="en-US" altLang="zh-TW" dirty="0"/>
              <a:t>CHAPTER TITLE USING REGULAR WEIGHT IN 35PT</a:t>
            </a:r>
            <a:endParaRPr kumimoji="1" lang="zh-HK" altLang="en-US" dirty="0"/>
          </a:p>
        </p:txBody>
      </p:sp>
      <p:pic>
        <p:nvPicPr>
          <p:cNvPr id="4" name="圖形 3">
            <a:extLst>
              <a:ext uri="{FF2B5EF4-FFF2-40B4-BE49-F238E27FC236}">
                <a16:creationId xmlns:a16="http://schemas.microsoft.com/office/drawing/2014/main" id="{A029FFD5-0156-69AB-8923-624A983E06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7" name="文字版面配置區 23">
            <a:extLst>
              <a:ext uri="{FF2B5EF4-FFF2-40B4-BE49-F238E27FC236}">
                <a16:creationId xmlns:a16="http://schemas.microsoft.com/office/drawing/2014/main" id="{081D180A-C354-8015-4ABF-53BC5C3B054E}"/>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9" name="文字版面配置區 23">
            <a:extLst>
              <a:ext uri="{FF2B5EF4-FFF2-40B4-BE49-F238E27FC236}">
                <a16:creationId xmlns:a16="http://schemas.microsoft.com/office/drawing/2014/main" id="{ECF415F2-E461-2B3D-9A37-306DE48780C3}"/>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13" name="文字版面配置區 23">
            <a:extLst>
              <a:ext uri="{FF2B5EF4-FFF2-40B4-BE49-F238E27FC236}">
                <a16:creationId xmlns:a16="http://schemas.microsoft.com/office/drawing/2014/main" id="{3EB5D96A-7062-C8EB-7906-B02A9C46C703}"/>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3264066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_2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8" name="Page #">
            <a:extLst>
              <a:ext uri="{FF2B5EF4-FFF2-40B4-BE49-F238E27FC236}">
                <a16:creationId xmlns:a16="http://schemas.microsoft.com/office/drawing/2014/main" id="{084B327D-0E66-3835-97CA-88654A7F38E2}"/>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9" name="文字方塊 8">
            <a:extLst>
              <a:ext uri="{FF2B5EF4-FFF2-40B4-BE49-F238E27FC236}">
                <a16:creationId xmlns:a16="http://schemas.microsoft.com/office/drawing/2014/main" id="{83E01C9C-90B1-27E4-D20C-58433B65DEC8}"/>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88709353"/>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_2_Black">
    <p:bg>
      <p:bgPr>
        <a:solidFill>
          <a:srgbClr val="000000"/>
        </a:solidFill>
        <a:effectLst/>
      </p:bgPr>
    </p:bg>
    <p:spTree>
      <p:nvGrpSpPr>
        <p:cNvPr id="1" name=""/>
        <p:cNvGrpSpPr/>
        <p:nvPr/>
      </p:nvGrpSpPr>
      <p:grpSpPr>
        <a:xfrm>
          <a:off x="0" y="0"/>
          <a:ext cx="0" cy="0"/>
          <a:chOff x="0" y="0"/>
          <a:chExt cx="0" cy="0"/>
        </a:xfrm>
      </p:grpSpPr>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9" name="文字版面配置區 2">
            <a:extLst>
              <a:ext uri="{FF2B5EF4-FFF2-40B4-BE49-F238E27FC236}">
                <a16:creationId xmlns:a16="http://schemas.microsoft.com/office/drawing/2014/main" id="{2ACB8503-F428-445F-42F2-1157052FF9E6}"/>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標題 20">
            <a:extLst>
              <a:ext uri="{FF2B5EF4-FFF2-40B4-BE49-F238E27FC236}">
                <a16:creationId xmlns:a16="http://schemas.microsoft.com/office/drawing/2014/main" id="{ECD24D39-E2A2-4245-DF0D-3FAF82C93BE6}"/>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11" name="矩形 10">
            <a:extLst>
              <a:ext uri="{FF2B5EF4-FFF2-40B4-BE49-F238E27FC236}">
                <a16:creationId xmlns:a16="http://schemas.microsoft.com/office/drawing/2014/main" id="{F990E2FA-822A-82E0-D2F9-3E0ECEAD7573}"/>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12" name="文字方塊 11">
            <a:extLst>
              <a:ext uri="{FF2B5EF4-FFF2-40B4-BE49-F238E27FC236}">
                <a16:creationId xmlns:a16="http://schemas.microsoft.com/office/drawing/2014/main" id="{B07D5A4E-0A57-1B85-B0FC-660949D519F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9229906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9" name="Page #">
            <a:extLst>
              <a:ext uri="{FF2B5EF4-FFF2-40B4-BE49-F238E27FC236}">
                <a16:creationId xmlns:a16="http://schemas.microsoft.com/office/drawing/2014/main" id="{D7494D87-8B33-584F-0F36-E598F1EA03C3}"/>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40" name="文字版面配置區 2">
            <a:extLst>
              <a:ext uri="{FF2B5EF4-FFF2-40B4-BE49-F238E27FC236}">
                <a16:creationId xmlns:a16="http://schemas.microsoft.com/office/drawing/2014/main" id="{78BAD94F-1FD1-9B6E-FF55-866E082CFD94}"/>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2B2A1E93-B938-6657-A176-48DFB88F3B78}"/>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rgbClr val="000000"/>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42" name="文字版面配置區 23">
            <a:extLst>
              <a:ext uri="{FF2B5EF4-FFF2-40B4-BE49-F238E27FC236}">
                <a16:creationId xmlns:a16="http://schemas.microsoft.com/office/drawing/2014/main" id="{3FC23BC5-536C-896B-A1F5-DEDF5C4AE9D0}"/>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
            <a:extLst>
              <a:ext uri="{FF2B5EF4-FFF2-40B4-BE49-F238E27FC236}">
                <a16:creationId xmlns:a16="http://schemas.microsoft.com/office/drawing/2014/main" id="{496F94C7-535E-8E46-F157-3B84E9A1F3F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4" name="文字版面配置區 23">
            <a:extLst>
              <a:ext uri="{FF2B5EF4-FFF2-40B4-BE49-F238E27FC236}">
                <a16:creationId xmlns:a16="http://schemas.microsoft.com/office/drawing/2014/main" id="{B3FC2589-EE45-03C0-9318-F1C563D60548}"/>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5" name="文字版面配置區 23">
            <a:extLst>
              <a:ext uri="{FF2B5EF4-FFF2-40B4-BE49-F238E27FC236}">
                <a16:creationId xmlns:a16="http://schemas.microsoft.com/office/drawing/2014/main" id="{60F07436-A38C-F74A-BEE8-568686B086C2}"/>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6" name="文字版面配置區 2">
            <a:extLst>
              <a:ext uri="{FF2B5EF4-FFF2-40B4-BE49-F238E27FC236}">
                <a16:creationId xmlns:a16="http://schemas.microsoft.com/office/drawing/2014/main" id="{EAF427C1-75AF-D573-4FC5-09304C95DF34}"/>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7" name="文字版面配置區 23">
            <a:extLst>
              <a:ext uri="{FF2B5EF4-FFF2-40B4-BE49-F238E27FC236}">
                <a16:creationId xmlns:a16="http://schemas.microsoft.com/office/drawing/2014/main" id="{7500E522-9E9E-9BA4-C59D-A86E52C5129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8" name="文字版面配置區 23">
            <a:extLst>
              <a:ext uri="{FF2B5EF4-FFF2-40B4-BE49-F238E27FC236}">
                <a16:creationId xmlns:a16="http://schemas.microsoft.com/office/drawing/2014/main" id="{6207FEBE-F0BD-7DA7-5AFA-D50F5098F0F3}"/>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9" name="文字版面配置區 23">
            <a:extLst>
              <a:ext uri="{FF2B5EF4-FFF2-40B4-BE49-F238E27FC236}">
                <a16:creationId xmlns:a16="http://schemas.microsoft.com/office/drawing/2014/main" id="{C49F334E-10E6-B0C3-87D8-360C528CA84C}"/>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0" name="文字版面配置區 23">
            <a:extLst>
              <a:ext uri="{FF2B5EF4-FFF2-40B4-BE49-F238E27FC236}">
                <a16:creationId xmlns:a16="http://schemas.microsoft.com/office/drawing/2014/main" id="{A31A87C5-5C46-6395-5529-87BF624AC6D5}"/>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1" name="文字版面配置區 23">
            <a:extLst>
              <a:ext uri="{FF2B5EF4-FFF2-40B4-BE49-F238E27FC236}">
                <a16:creationId xmlns:a16="http://schemas.microsoft.com/office/drawing/2014/main" id="{E2D2274F-7160-D299-5C95-9CDF4861D0DC}"/>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2" name="文字方塊 51">
            <a:extLst>
              <a:ext uri="{FF2B5EF4-FFF2-40B4-BE49-F238E27FC236}">
                <a16:creationId xmlns:a16="http://schemas.microsoft.com/office/drawing/2014/main" id="{6925B1E3-D27B-4D10-04D6-B8CEF88173B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186309452"/>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_Black">
    <p:bg>
      <p:bgPr>
        <a:solidFill>
          <a:srgbClr val="000000"/>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33" name="文字版面配置區 2">
            <a:extLst>
              <a:ext uri="{FF2B5EF4-FFF2-40B4-BE49-F238E27FC236}">
                <a16:creationId xmlns:a16="http://schemas.microsoft.com/office/drawing/2014/main" id="{45AD4C69-2630-EDB1-9791-0505DB4BB16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4" name="文字版面配置區 2">
            <a:extLst>
              <a:ext uri="{FF2B5EF4-FFF2-40B4-BE49-F238E27FC236}">
                <a16:creationId xmlns:a16="http://schemas.microsoft.com/office/drawing/2014/main" id="{A43A166C-FEC3-80B1-39FB-51F6F6E56C0A}"/>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5" name="文字版面配置區 23">
            <a:extLst>
              <a:ext uri="{FF2B5EF4-FFF2-40B4-BE49-F238E27FC236}">
                <a16:creationId xmlns:a16="http://schemas.microsoft.com/office/drawing/2014/main" id="{C4F278EB-D23A-D470-8982-E8B73619A7E5}"/>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36" name="文字版面配置區 23">
            <a:extLst>
              <a:ext uri="{FF2B5EF4-FFF2-40B4-BE49-F238E27FC236}">
                <a16:creationId xmlns:a16="http://schemas.microsoft.com/office/drawing/2014/main" id="{88775B95-EA19-00B9-AE11-F925C6BA8B1C}"/>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37" name="文字版面配置區 2">
            <a:extLst>
              <a:ext uri="{FF2B5EF4-FFF2-40B4-BE49-F238E27FC236}">
                <a16:creationId xmlns:a16="http://schemas.microsoft.com/office/drawing/2014/main" id="{85D39E71-88D0-9F58-9791-81A27246A49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8" name="文字版面配置區 23">
            <a:extLst>
              <a:ext uri="{FF2B5EF4-FFF2-40B4-BE49-F238E27FC236}">
                <a16:creationId xmlns:a16="http://schemas.microsoft.com/office/drawing/2014/main" id="{37A300AC-0D8C-C1D0-974E-7DAD5A221321}"/>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39" name="文字版面配置區 23">
            <a:extLst>
              <a:ext uri="{FF2B5EF4-FFF2-40B4-BE49-F238E27FC236}">
                <a16:creationId xmlns:a16="http://schemas.microsoft.com/office/drawing/2014/main" id="{9981C551-91C1-0543-1540-C9D35CF4B80D}"/>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0" name="文字版面配置區 2">
            <a:extLst>
              <a:ext uri="{FF2B5EF4-FFF2-40B4-BE49-F238E27FC236}">
                <a16:creationId xmlns:a16="http://schemas.microsoft.com/office/drawing/2014/main" id="{5C3FF703-B1BE-070B-4F93-63C0D71D1A71}"/>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954E49BA-B676-B055-1949-5AE60F0589A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2" name="文字版面配置區 23">
            <a:extLst>
              <a:ext uri="{FF2B5EF4-FFF2-40B4-BE49-F238E27FC236}">
                <a16:creationId xmlns:a16="http://schemas.microsoft.com/office/drawing/2014/main" id="{8642E889-23D2-828B-DC8B-2CC7AE7C3D4B}"/>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3">
            <a:extLst>
              <a:ext uri="{FF2B5EF4-FFF2-40B4-BE49-F238E27FC236}">
                <a16:creationId xmlns:a16="http://schemas.microsoft.com/office/drawing/2014/main" id="{476BC270-46C9-4C6E-C713-7AEBD2A63FF8}"/>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4" name="文字版面配置區 23">
            <a:extLst>
              <a:ext uri="{FF2B5EF4-FFF2-40B4-BE49-F238E27FC236}">
                <a16:creationId xmlns:a16="http://schemas.microsoft.com/office/drawing/2014/main" id="{A50535C0-9E49-3A89-E277-A7FE875C1568}"/>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5" name="文字版面配置區 23">
            <a:extLst>
              <a:ext uri="{FF2B5EF4-FFF2-40B4-BE49-F238E27FC236}">
                <a16:creationId xmlns:a16="http://schemas.microsoft.com/office/drawing/2014/main" id="{7BDE7614-D635-41C7-E84F-3561A881C0BF}"/>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6" name="文字方塊 45">
            <a:extLst>
              <a:ext uri="{FF2B5EF4-FFF2-40B4-BE49-F238E27FC236}">
                <a16:creationId xmlns:a16="http://schemas.microsoft.com/office/drawing/2014/main" id="{D102D6CF-D4C1-43A8-52E6-F584E6A065C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35366638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owerful Qutoe ">
    <p:bg>
      <p:bgPr>
        <a:blipFill dpi="0" rotWithShape="1">
          <a:blip r:embed="rId2" cstate="hqprint">
            <a:lum/>
            <a:extLst>
              <a:ext uri="{28A0092B-C50C-407E-A947-70E740481C1C}">
                <a14:useLocalDpi xmlns:a14="http://schemas.microsoft.com/office/drawing/2010/main"/>
              </a:ext>
            </a:extLst>
          </a:blip>
          <a:srcRect/>
          <a:stretch>
            <a:fillRect t="-35000" b="-35000"/>
          </a:stretch>
        </a:blipFill>
        <a:effectLst/>
      </p:bgPr>
    </p:bg>
    <p:spTree>
      <p:nvGrpSpPr>
        <p:cNvPr id="1" name=""/>
        <p:cNvGrpSpPr/>
        <p:nvPr/>
      </p:nvGrpSpPr>
      <p:grpSpPr>
        <a:xfrm>
          <a:off x="0" y="0"/>
          <a:ext cx="0" cy="0"/>
          <a:chOff x="0" y="0"/>
          <a:chExt cx="0" cy="0"/>
        </a:xfrm>
      </p:grpSpPr>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611189" y="1388512"/>
            <a:ext cx="6553199" cy="3226350"/>
          </a:xfrm>
        </p:spPr>
        <p:txBody>
          <a:bodyPr>
            <a:noAutofit/>
          </a:bodyPr>
          <a:lstStyle>
            <a:lvl1pPr>
              <a:defRPr sz="3500">
                <a:solidFill>
                  <a:schemeClr val="tx1"/>
                </a:solidFill>
              </a:defRPr>
            </a:lvl1pPr>
          </a:lstStyle>
          <a:p>
            <a:r>
              <a:rPr kumimoji="1" lang="en-US" altLang="zh-TW" dirty="0"/>
              <a:t>POWERFUL QUOTE OR STATEMENT IS HERE WITH REGULAR IN 120PT</a:t>
            </a:r>
            <a:endParaRPr kumimoji="1" lang="zh-HK" altLang="en-US" dirty="0"/>
          </a:p>
        </p:txBody>
      </p:sp>
      <p:pic>
        <p:nvPicPr>
          <p:cNvPr id="9" name="圖形 8">
            <a:extLst>
              <a:ext uri="{FF2B5EF4-FFF2-40B4-BE49-F238E27FC236}">
                <a16:creationId xmlns:a16="http://schemas.microsoft.com/office/drawing/2014/main" id="{DE294D31-FCB4-8FC2-3897-B1F2B7ABCF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9002" y="519114"/>
            <a:ext cx="107723" cy="86988"/>
          </a:xfrm>
          <a:prstGeom prst="rect">
            <a:avLst/>
          </a:prstGeom>
        </p:spPr>
      </p:pic>
      <p:sp>
        <p:nvSpPr>
          <p:cNvPr id="14" name="矩形 13">
            <a:extLst>
              <a:ext uri="{FF2B5EF4-FFF2-40B4-BE49-F238E27FC236}">
                <a16:creationId xmlns:a16="http://schemas.microsoft.com/office/drawing/2014/main" id="{79F7E2A2-24F9-1442-DD4E-B7B20E326310}"/>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7" name="矩形 16">
            <a:extLst>
              <a:ext uri="{FF2B5EF4-FFF2-40B4-BE49-F238E27FC236}">
                <a16:creationId xmlns:a16="http://schemas.microsoft.com/office/drawing/2014/main" id="{3BA9BD74-992E-DF18-4EEA-13D0A6B5E35D}"/>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19" name="圖形 18">
            <a:extLst>
              <a:ext uri="{FF2B5EF4-FFF2-40B4-BE49-F238E27FC236}">
                <a16:creationId xmlns:a16="http://schemas.microsoft.com/office/drawing/2014/main" id="{77DCDFA5-41D0-EF2D-3282-6FDBAE38F60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845212" y="4687101"/>
            <a:ext cx="687601" cy="224218"/>
          </a:xfrm>
          <a:prstGeom prst="rect">
            <a:avLst/>
          </a:prstGeom>
        </p:spPr>
      </p:pic>
      <p:sp>
        <p:nvSpPr>
          <p:cNvPr id="24" name="文字版面配置區 23">
            <a:extLst>
              <a:ext uri="{FF2B5EF4-FFF2-40B4-BE49-F238E27FC236}">
                <a16:creationId xmlns:a16="http://schemas.microsoft.com/office/drawing/2014/main" id="{3EB17081-311F-1B39-99D0-2C7E9D22A871}"/>
              </a:ext>
            </a:extLst>
          </p:cNvPr>
          <p:cNvSpPr>
            <a:spLocks noGrp="1"/>
          </p:cNvSpPr>
          <p:nvPr>
            <p:ph type="body" sz="quarter" idx="15" hasCustomPrompt="1"/>
          </p:nvPr>
        </p:nvSpPr>
        <p:spPr>
          <a:xfrm>
            <a:off x="611189" y="528638"/>
            <a:ext cx="5220000" cy="162000"/>
          </a:xfrm>
        </p:spPr>
        <p:txBody>
          <a:bodyPr>
            <a:noAutofit/>
          </a:bodyPr>
          <a:lstStyle>
            <a:lvl1pPr algn="l">
              <a:spcBef>
                <a:spcPts val="0"/>
              </a:spcBef>
              <a:defRPr sz="1000" b="0" i="0">
                <a:solidFill>
                  <a:schemeClr val="tx1"/>
                </a:solidFill>
                <a:latin typeface="Avenir Next Medium"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Name of the speaker</a:t>
            </a:r>
          </a:p>
        </p:txBody>
      </p:sp>
      <p:sp>
        <p:nvSpPr>
          <p:cNvPr id="26" name="文字版面配置區 23">
            <a:extLst>
              <a:ext uri="{FF2B5EF4-FFF2-40B4-BE49-F238E27FC236}">
                <a16:creationId xmlns:a16="http://schemas.microsoft.com/office/drawing/2014/main" id="{A3414990-EB0E-B35C-6FFF-9619D7CC34C4}"/>
              </a:ext>
            </a:extLst>
          </p:cNvPr>
          <p:cNvSpPr>
            <a:spLocks noGrp="1"/>
          </p:cNvSpPr>
          <p:nvPr>
            <p:ph type="body" sz="quarter" idx="16" hasCustomPrompt="1"/>
          </p:nvPr>
        </p:nvSpPr>
        <p:spPr>
          <a:xfrm>
            <a:off x="611189" y="690638"/>
            <a:ext cx="5221286" cy="507999"/>
          </a:xfrm>
        </p:spPr>
        <p:txBody>
          <a:bodyPr>
            <a:noAutofit/>
          </a:bodyPr>
          <a:lstStyle>
            <a:lvl1pPr algn="l">
              <a:spcBef>
                <a:spcPts val="0"/>
              </a:spcBef>
              <a:defRPr sz="1000" b="0" i="0">
                <a:solidFill>
                  <a:schemeClr val="tx1"/>
                </a:solidFill>
                <a:latin typeface="+mn-lt"/>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Description</a:t>
            </a:r>
            <a:endParaRPr kumimoji="1" lang="zh-HK" altLang="en-US" dirty="0"/>
          </a:p>
        </p:txBody>
      </p:sp>
      <p:sp>
        <p:nvSpPr>
          <p:cNvPr id="27" name="Page #">
            <a:extLst>
              <a:ext uri="{FF2B5EF4-FFF2-40B4-BE49-F238E27FC236}">
                <a16:creationId xmlns:a16="http://schemas.microsoft.com/office/drawing/2014/main" id="{450DB25F-0F70-F131-0898-921B62FD8715}"/>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28" name="文字方塊 27">
            <a:extLst>
              <a:ext uri="{FF2B5EF4-FFF2-40B4-BE49-F238E27FC236}">
                <a16:creationId xmlns:a16="http://schemas.microsoft.com/office/drawing/2014/main" id="{98564C5D-4C5F-BC5D-D70A-AC00D079439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32500305"/>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18" name="文字版面配置區 2">
            <a:extLst>
              <a:ext uri="{FF2B5EF4-FFF2-40B4-BE49-F238E27FC236}">
                <a16:creationId xmlns:a16="http://schemas.microsoft.com/office/drawing/2014/main" id="{EE3B63F7-716B-480A-360A-C50E5597311D}"/>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243998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92238"/>
            <a:ext cx="2555875"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92238"/>
            <a:ext cx="2592756" cy="2439987"/>
          </a:xfrm>
        </p:spPr>
        <p:txBody>
          <a:bodyPr/>
          <a:lstStyle/>
          <a:p>
            <a:endParaRPr kumimoji="1" lang="zh-HK" altLang="en-US" dirty="0"/>
          </a:p>
        </p:txBody>
      </p:sp>
      <p:sp>
        <p:nvSpPr>
          <p:cNvPr id="32" name="內容版面配置區 17">
            <a:extLst>
              <a:ext uri="{FF2B5EF4-FFF2-40B4-BE49-F238E27FC236}">
                <a16:creationId xmlns:a16="http://schemas.microsoft.com/office/drawing/2014/main" id="{F1E60AD7-0665-A0E5-872D-D5C83775D3A9}"/>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3" name="內容版面配置區 17">
            <a:extLst>
              <a:ext uri="{FF2B5EF4-FFF2-40B4-BE49-F238E27FC236}">
                <a16:creationId xmlns:a16="http://schemas.microsoft.com/office/drawing/2014/main" id="{9F9023F6-A05A-B185-71E3-A161F582F947}"/>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BAB25912-FD56-1666-E81D-A06250C57BC8}"/>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419BA26-178A-3E55-274C-900D6872ECCE}"/>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文字方塊 35">
            <a:extLst>
              <a:ext uri="{FF2B5EF4-FFF2-40B4-BE49-F238E27FC236}">
                <a16:creationId xmlns:a16="http://schemas.microsoft.com/office/drawing/2014/main" id="{653BEAAB-08BE-0302-BD12-48081D51A775}"/>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40" name="文字版面配置區 23">
            <a:extLst>
              <a:ext uri="{FF2B5EF4-FFF2-40B4-BE49-F238E27FC236}">
                <a16:creationId xmlns:a16="http://schemas.microsoft.com/office/drawing/2014/main" id="{DD1C196B-EAD6-83E3-6B29-49BEDB96C261}"/>
              </a:ext>
            </a:extLst>
          </p:cNvPr>
          <p:cNvSpPr>
            <a:spLocks noGrp="1"/>
          </p:cNvSpPr>
          <p:nvPr>
            <p:ph type="body" sz="quarter" idx="25" hasCustomPrompt="1"/>
          </p:nvPr>
        </p:nvSpPr>
        <p:spPr>
          <a:xfrm>
            <a:off x="611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1" name="文字版面配置區 23">
            <a:extLst>
              <a:ext uri="{FF2B5EF4-FFF2-40B4-BE49-F238E27FC236}">
                <a16:creationId xmlns:a16="http://schemas.microsoft.com/office/drawing/2014/main" id="{D71CA7C5-B15A-A599-0C94-4288A4EA0C3D}"/>
              </a:ext>
            </a:extLst>
          </p:cNvPr>
          <p:cNvSpPr>
            <a:spLocks noGrp="1"/>
          </p:cNvSpPr>
          <p:nvPr>
            <p:ph type="body" sz="quarter" idx="34" hasCustomPrompt="1"/>
          </p:nvPr>
        </p:nvSpPr>
        <p:spPr>
          <a:xfrm>
            <a:off x="3278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文字版面配置區 23">
            <a:extLst>
              <a:ext uri="{FF2B5EF4-FFF2-40B4-BE49-F238E27FC236}">
                <a16:creationId xmlns:a16="http://schemas.microsoft.com/office/drawing/2014/main" id="{165C4396-4302-88A4-BA10-86737AD5E104}"/>
              </a:ext>
            </a:extLst>
          </p:cNvPr>
          <p:cNvSpPr>
            <a:spLocks noGrp="1"/>
          </p:cNvSpPr>
          <p:nvPr>
            <p:ph type="body" sz="quarter" idx="35" hasCustomPrompt="1"/>
          </p:nvPr>
        </p:nvSpPr>
        <p:spPr>
          <a:xfrm>
            <a:off x="5945186" y="3984624"/>
            <a:ext cx="2597153"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457994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158273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3" y="1384300"/>
            <a:ext cx="2583229" cy="1582737"/>
          </a:xfrm>
        </p:spPr>
        <p:txBody>
          <a:bodyPr/>
          <a:lstStyle/>
          <a:p>
            <a:endParaRPr kumimoji="1" lang="zh-HK" altLang="en-US" dirty="0"/>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7"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10" name="圖片版面配置區 23">
            <a:extLst>
              <a:ext uri="{FF2B5EF4-FFF2-40B4-BE49-F238E27FC236}">
                <a16:creationId xmlns:a16="http://schemas.microsoft.com/office/drawing/2014/main" id="{8B86B866-5AAD-2156-4765-BE603AAAE092}"/>
              </a:ext>
            </a:extLst>
          </p:cNvPr>
          <p:cNvSpPr>
            <a:spLocks noGrp="1"/>
          </p:cNvSpPr>
          <p:nvPr>
            <p:ph type="pic" sz="quarter" idx="26"/>
          </p:nvPr>
        </p:nvSpPr>
        <p:spPr>
          <a:xfrm>
            <a:off x="5949584" y="3116457"/>
            <a:ext cx="2583228" cy="1507932"/>
          </a:xfrm>
        </p:spPr>
        <p:txBody>
          <a:bodyPr/>
          <a:lstStyle/>
          <a:p>
            <a:endParaRPr kumimoji="1" lang="zh-HK" altLang="en-US" dirty="0"/>
          </a:p>
        </p:txBody>
      </p:sp>
      <p:sp>
        <p:nvSpPr>
          <p:cNvPr id="40" name="文字版面配置區 2">
            <a:extLst>
              <a:ext uri="{FF2B5EF4-FFF2-40B4-BE49-F238E27FC236}">
                <a16:creationId xmlns:a16="http://schemas.microsoft.com/office/drawing/2014/main" id="{0A0BD4BD-F4E9-3718-DC4B-50D6DBC985F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1" name="內容版面配置區 17">
            <a:extLst>
              <a:ext uri="{FF2B5EF4-FFF2-40B4-BE49-F238E27FC236}">
                <a16:creationId xmlns:a16="http://schemas.microsoft.com/office/drawing/2014/main" id="{066E2BD4-2C16-AA8E-50BE-A92180BA4677}"/>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2" name="內容版面配置區 17">
            <a:extLst>
              <a:ext uri="{FF2B5EF4-FFF2-40B4-BE49-F238E27FC236}">
                <a16:creationId xmlns:a16="http://schemas.microsoft.com/office/drawing/2014/main" id="{56F48387-F1C8-9187-E176-4421B357D24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9805CE43-FBDC-2A97-D406-F642F5C4CF43}"/>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4" name="內容版面配置區 17">
            <a:extLst>
              <a:ext uri="{FF2B5EF4-FFF2-40B4-BE49-F238E27FC236}">
                <a16:creationId xmlns:a16="http://schemas.microsoft.com/office/drawing/2014/main" id="{486680C3-F920-B666-C97C-E02DFAE46D9D}"/>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5" name="內容版面配置區 17">
            <a:extLst>
              <a:ext uri="{FF2B5EF4-FFF2-40B4-BE49-F238E27FC236}">
                <a16:creationId xmlns:a16="http://schemas.microsoft.com/office/drawing/2014/main" id="{60216210-FA08-68B5-17E3-2D189A49FD3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6" name="內容版面配置區 17">
            <a:extLst>
              <a:ext uri="{FF2B5EF4-FFF2-40B4-BE49-F238E27FC236}">
                <a16:creationId xmlns:a16="http://schemas.microsoft.com/office/drawing/2014/main" id="{B30FAC14-1218-288C-181B-74076F8CA4E7}"/>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7" name="內容版面配置區 17">
            <a:extLst>
              <a:ext uri="{FF2B5EF4-FFF2-40B4-BE49-F238E27FC236}">
                <a16:creationId xmlns:a16="http://schemas.microsoft.com/office/drawing/2014/main" id="{B8A6919E-A968-BAE8-71A6-0BB0F7EAF168}"/>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8" name="文字方塊 47">
            <a:extLst>
              <a:ext uri="{FF2B5EF4-FFF2-40B4-BE49-F238E27FC236}">
                <a16:creationId xmlns:a16="http://schemas.microsoft.com/office/drawing/2014/main" id="{12D94B83-ED1C-6FAF-0509-B06484C9992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543100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7921625" cy="3230562"/>
          </a:xfrm>
        </p:spPr>
        <p:txBody>
          <a:bodyPr/>
          <a:lstStyle/>
          <a:p>
            <a:endParaRPr kumimoji="1" lang="zh-HK" altLang="en-US" dirty="0"/>
          </a:p>
        </p:txBody>
      </p:sp>
      <p:sp>
        <p:nvSpPr>
          <p:cNvPr id="7" name="文字版面配置區 2">
            <a:extLst>
              <a:ext uri="{FF2B5EF4-FFF2-40B4-BE49-F238E27FC236}">
                <a16:creationId xmlns:a16="http://schemas.microsoft.com/office/drawing/2014/main" id="{9CC3E18B-E9A5-FCE4-20DD-7E61EB8C9D8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0" name="內容版面配置區 17">
            <a:extLst>
              <a:ext uri="{FF2B5EF4-FFF2-40B4-BE49-F238E27FC236}">
                <a16:creationId xmlns:a16="http://schemas.microsoft.com/office/drawing/2014/main" id="{5DCDD6EF-9D20-828E-04FC-46245C19976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1" name="內容版面配置區 17">
            <a:extLst>
              <a:ext uri="{FF2B5EF4-FFF2-40B4-BE49-F238E27FC236}">
                <a16:creationId xmlns:a16="http://schemas.microsoft.com/office/drawing/2014/main" id="{BE97CF67-A76D-8D9B-3C17-3F3279B7937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22" name="文字方塊 21">
            <a:extLst>
              <a:ext uri="{FF2B5EF4-FFF2-40B4-BE49-F238E27FC236}">
                <a16:creationId xmlns:a16="http://schemas.microsoft.com/office/drawing/2014/main" id="{FABE4217-8F66-2E01-24FA-4F7A53081E90}"/>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78891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3230562"/>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92756" cy="1582737"/>
          </a:xfrm>
        </p:spPr>
        <p:txBody>
          <a:bodyPr/>
          <a:lstStyle/>
          <a:p>
            <a:endParaRPr kumimoji="1" lang="zh-HK" altLang="en-US" dirty="0"/>
          </a:p>
        </p:txBody>
      </p:sp>
      <p:sp>
        <p:nvSpPr>
          <p:cNvPr id="5" name="圖片版面配置區 23">
            <a:extLst>
              <a:ext uri="{FF2B5EF4-FFF2-40B4-BE49-F238E27FC236}">
                <a16:creationId xmlns:a16="http://schemas.microsoft.com/office/drawing/2014/main" id="{56AF7904-BDD8-A533-FA68-9BCFC9E54A93}"/>
              </a:ext>
            </a:extLst>
          </p:cNvPr>
          <p:cNvSpPr>
            <a:spLocks noGrp="1"/>
          </p:cNvSpPr>
          <p:nvPr>
            <p:ph type="pic" sz="quarter" idx="25"/>
          </p:nvPr>
        </p:nvSpPr>
        <p:spPr>
          <a:xfrm>
            <a:off x="3283539" y="3116457"/>
            <a:ext cx="5249274" cy="1507932"/>
          </a:xfrm>
        </p:spPr>
        <p:txBody>
          <a:bodyPr/>
          <a:lstStyle/>
          <a:p>
            <a:endParaRPr kumimoji="1" lang="zh-HK" altLang="en-US" dirty="0"/>
          </a:p>
        </p:txBody>
      </p:sp>
      <p:sp>
        <p:nvSpPr>
          <p:cNvPr id="21" name="文字方塊 20">
            <a:extLst>
              <a:ext uri="{FF2B5EF4-FFF2-40B4-BE49-F238E27FC236}">
                <a16:creationId xmlns:a16="http://schemas.microsoft.com/office/drawing/2014/main" id="{9FE704EF-E80B-5CF9-562E-C2194AED728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05F145D-98ED-36C8-F562-811E3B1F38DC}"/>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F7CC7C33-DDE1-8C34-6412-D5E1B2AEE9A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2" name="內容版面配置區 17">
            <a:extLst>
              <a:ext uri="{FF2B5EF4-FFF2-40B4-BE49-F238E27FC236}">
                <a16:creationId xmlns:a16="http://schemas.microsoft.com/office/drawing/2014/main" id="{A99489E9-426F-901E-B301-FE64A83C7E8B}"/>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4D42B2AE-BC4E-73F8-41EE-F70661872DA5}"/>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7B38A2E5-0959-AB04-3D66-F0194796EFD7}"/>
              </a:ext>
            </a:extLst>
          </p:cNvPr>
          <p:cNvSpPr>
            <a:spLocks noGrp="1"/>
          </p:cNvSpPr>
          <p:nvPr>
            <p:ph sz="quarter" idx="34"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5BFA2BF-15A2-4006-88AA-C3BE98F0EEC4}"/>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3240226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5228227"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56000" cy="3230562"/>
          </a:xfrm>
        </p:spPr>
        <p:txBody>
          <a:bodyPr/>
          <a:lstStyle/>
          <a:p>
            <a:endParaRPr kumimoji="1" lang="zh-HK" altLang="en-US" dirty="0"/>
          </a:p>
        </p:txBody>
      </p:sp>
      <p:sp>
        <p:nvSpPr>
          <p:cNvPr id="3" name="圖片版面配置區 23">
            <a:extLst>
              <a:ext uri="{FF2B5EF4-FFF2-40B4-BE49-F238E27FC236}">
                <a16:creationId xmlns:a16="http://schemas.microsoft.com/office/drawing/2014/main" id="{B8FF59B4-9E85-175F-008F-69BCF730633D}"/>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4" name="圖片版面配置區 23">
            <a:extLst>
              <a:ext uri="{FF2B5EF4-FFF2-40B4-BE49-F238E27FC236}">
                <a16:creationId xmlns:a16="http://schemas.microsoft.com/office/drawing/2014/main" id="{476B1EAD-46F1-C203-88C8-798A0CAE373C}"/>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22" name="文字方塊 21">
            <a:extLst>
              <a:ext uri="{FF2B5EF4-FFF2-40B4-BE49-F238E27FC236}">
                <a16:creationId xmlns:a16="http://schemas.microsoft.com/office/drawing/2014/main" id="{778E0B5F-6908-4C26-6ADA-A319C23ED5E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5" name="文字版面配置區 2">
            <a:extLst>
              <a:ext uri="{FF2B5EF4-FFF2-40B4-BE49-F238E27FC236}">
                <a16:creationId xmlns:a16="http://schemas.microsoft.com/office/drawing/2014/main" id="{04F45231-CD91-FA81-51AC-334CA9FFBC02}"/>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6" name="內容版面配置區 17">
            <a:extLst>
              <a:ext uri="{FF2B5EF4-FFF2-40B4-BE49-F238E27FC236}">
                <a16:creationId xmlns:a16="http://schemas.microsoft.com/office/drawing/2014/main" id="{EE02ACFE-763B-1CE2-87B5-588DA7DBF40C}"/>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6" name="內容版面配置區 17">
            <a:extLst>
              <a:ext uri="{FF2B5EF4-FFF2-40B4-BE49-F238E27FC236}">
                <a16:creationId xmlns:a16="http://schemas.microsoft.com/office/drawing/2014/main" id="{5BBEA4C7-25A4-C649-9DFF-B156E1B10318}"/>
              </a:ext>
            </a:extLst>
          </p:cNvPr>
          <p:cNvSpPr>
            <a:spLocks noGrp="1"/>
          </p:cNvSpPr>
          <p:nvPr>
            <p:ph sz="quarter" idx="32"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9ABF7C3D-477F-5DF2-C1E5-EBB4355D2C59}"/>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8" name="內容版面配置區 17">
            <a:extLst>
              <a:ext uri="{FF2B5EF4-FFF2-40B4-BE49-F238E27FC236}">
                <a16:creationId xmlns:a16="http://schemas.microsoft.com/office/drawing/2014/main" id="{CA6E1476-4497-4FDA-0BF8-E8BDF6CABBF4}"/>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9" name="內容版面配置區 17">
            <a:extLst>
              <a:ext uri="{FF2B5EF4-FFF2-40B4-BE49-F238E27FC236}">
                <a16:creationId xmlns:a16="http://schemas.microsoft.com/office/drawing/2014/main" id="{5D1505B9-5F7D-FE67-AE8D-F93E58665CCC}"/>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0" name="內容版面配置區 17">
            <a:extLst>
              <a:ext uri="{FF2B5EF4-FFF2-40B4-BE49-F238E27FC236}">
                <a16:creationId xmlns:a16="http://schemas.microsoft.com/office/drawing/2014/main" id="{06CF17A3-9481-DA74-097A-8D890179D141}"/>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208514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6" name="圖片版面配置區 23">
            <a:extLst>
              <a:ext uri="{FF2B5EF4-FFF2-40B4-BE49-F238E27FC236}">
                <a16:creationId xmlns:a16="http://schemas.microsoft.com/office/drawing/2014/main" id="{1C11E74B-70A4-5730-BB04-C2AA1B77F6B7}"/>
              </a:ext>
            </a:extLst>
          </p:cNvPr>
          <p:cNvSpPr>
            <a:spLocks noGrp="1"/>
          </p:cNvSpPr>
          <p:nvPr>
            <p:ph type="pic" sz="quarter" idx="18"/>
          </p:nvPr>
        </p:nvSpPr>
        <p:spPr>
          <a:xfrm>
            <a:off x="611185" y="1384301"/>
            <a:ext cx="5221289" cy="1582738"/>
          </a:xfrm>
        </p:spPr>
        <p:txBody>
          <a:bodyPr/>
          <a:lstStyle/>
          <a:p>
            <a:endParaRPr kumimoji="1" lang="zh-HK" altLang="en-US" dirty="0"/>
          </a:p>
        </p:txBody>
      </p:sp>
      <p:sp>
        <p:nvSpPr>
          <p:cNvPr id="21" name="文字方塊 20">
            <a:extLst>
              <a:ext uri="{FF2B5EF4-FFF2-40B4-BE49-F238E27FC236}">
                <a16:creationId xmlns:a16="http://schemas.microsoft.com/office/drawing/2014/main" id="{3DFB79AB-A2FC-8CFD-274E-2E9D76A04D9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55A9838-7A25-F618-3A92-2FF2B0FC83C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3" name="內容版面配置區 17">
            <a:extLst>
              <a:ext uri="{FF2B5EF4-FFF2-40B4-BE49-F238E27FC236}">
                <a16:creationId xmlns:a16="http://schemas.microsoft.com/office/drawing/2014/main" id="{94F77B21-2EB0-5D20-55FE-B5F647FF4A1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0" name="文字版面配置區 23">
            <a:extLst>
              <a:ext uri="{FF2B5EF4-FFF2-40B4-BE49-F238E27FC236}">
                <a16:creationId xmlns:a16="http://schemas.microsoft.com/office/drawing/2014/main" id="{CEF3DE92-7212-7FA9-7B5B-3C5700938A1F}"/>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3" name="內容版面配置區 17">
            <a:extLst>
              <a:ext uri="{FF2B5EF4-FFF2-40B4-BE49-F238E27FC236}">
                <a16:creationId xmlns:a16="http://schemas.microsoft.com/office/drawing/2014/main" id="{C9C9A8CA-F7A7-3FAF-AC6C-58738DC989B7}"/>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82448C07-DDD4-117D-0783-CBB157D5B32A}"/>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內容版面配置區 17">
            <a:extLst>
              <a:ext uri="{FF2B5EF4-FFF2-40B4-BE49-F238E27FC236}">
                <a16:creationId xmlns:a16="http://schemas.microsoft.com/office/drawing/2014/main" id="{8C39E765-0611-90E5-6FA2-3334C296698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AE4DD2A2-92FE-86D7-50AC-8D35D978AE17}"/>
              </a:ext>
            </a:extLst>
          </p:cNvPr>
          <p:cNvSpPr>
            <a:spLocks noGrp="1"/>
          </p:cNvSpPr>
          <p:nvPr>
            <p:ph sz="quarter" idx="37"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91408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5221288" cy="3230562"/>
          </a:xfrm>
        </p:spPr>
        <p:txBody>
          <a:bodyPr/>
          <a:lstStyle/>
          <a:p>
            <a:endParaRPr kumimoji="1" lang="zh-HK" altLang="en-US" dirty="0"/>
          </a:p>
        </p:txBody>
      </p:sp>
      <p:sp>
        <p:nvSpPr>
          <p:cNvPr id="21" name="文字方塊 20">
            <a:extLst>
              <a:ext uri="{FF2B5EF4-FFF2-40B4-BE49-F238E27FC236}">
                <a16:creationId xmlns:a16="http://schemas.microsoft.com/office/drawing/2014/main" id="{32C5114C-8C67-5E3C-4BDC-9EBFD31FC7C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0F360932-5BC0-B982-7C4D-9799D7143836}"/>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63F61A05-E905-9252-24D6-14A2EAAFB1A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6" name="文字版面配置區 23">
            <a:extLst>
              <a:ext uri="{FF2B5EF4-FFF2-40B4-BE49-F238E27FC236}">
                <a16:creationId xmlns:a16="http://schemas.microsoft.com/office/drawing/2014/main" id="{D8DF0C01-2CE0-7468-7510-3F92CB2CE0D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2" name="內容版面配置區 17">
            <a:extLst>
              <a:ext uri="{FF2B5EF4-FFF2-40B4-BE49-F238E27FC236}">
                <a16:creationId xmlns:a16="http://schemas.microsoft.com/office/drawing/2014/main" id="{F8F6F88B-4817-3EFD-9202-093D20C3BAE6}"/>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A00FD493-5C26-C2D5-3E7D-93B78CBF9F84}"/>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5743211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7" name="文字方塊 6">
            <a:extLst>
              <a:ext uri="{FF2B5EF4-FFF2-40B4-BE49-F238E27FC236}">
                <a16:creationId xmlns:a16="http://schemas.microsoft.com/office/drawing/2014/main" id="{AA2C723E-4EEC-B077-4FD9-22E806A1A53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49B99673-0AFE-D713-1D66-B68EA4EB8421}"/>
              </a:ext>
            </a:extLst>
          </p:cNvPr>
          <p:cNvSpPr>
            <a:spLocks noGrp="1"/>
          </p:cNvSpPr>
          <p:nvPr>
            <p:ph type="body" idx="1" hasCustomPrompt="1"/>
          </p:nvPr>
        </p:nvSpPr>
        <p:spPr>
          <a:xfrm>
            <a:off x="611187"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81B211A6-E404-B71F-B8CF-34D2DEDAE21E}"/>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7ED65F06-3D0F-0C5D-A00D-A1EA41FF93AB}"/>
              </a:ext>
            </a:extLst>
          </p:cNvPr>
          <p:cNvSpPr>
            <a:spLocks noGrp="1"/>
          </p:cNvSpPr>
          <p:nvPr>
            <p:ph type="body" sz="quarter" idx="35" hasCustomPrompt="1"/>
          </p:nvPr>
        </p:nvSpPr>
        <p:spPr>
          <a:xfrm>
            <a:off x="3290476" y="1585428"/>
            <a:ext cx="5242335"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11" name="內容版面配置區 17">
            <a:extLst>
              <a:ext uri="{FF2B5EF4-FFF2-40B4-BE49-F238E27FC236}">
                <a16:creationId xmlns:a16="http://schemas.microsoft.com/office/drawing/2014/main" id="{D4B4B519-6C28-BF33-3CB7-EFF6B3EFBF1B}"/>
              </a:ext>
            </a:extLst>
          </p:cNvPr>
          <p:cNvSpPr>
            <a:spLocks noGrp="1"/>
          </p:cNvSpPr>
          <p:nvPr>
            <p:ph sz="quarter" idx="36" hasCustomPrompt="1"/>
          </p:nvPr>
        </p:nvSpPr>
        <p:spPr>
          <a:xfrm>
            <a:off x="3290477" y="1384301"/>
            <a:ext cx="400408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12" name="文字版面配置區 23">
            <a:extLst>
              <a:ext uri="{FF2B5EF4-FFF2-40B4-BE49-F238E27FC236}">
                <a16:creationId xmlns:a16="http://schemas.microsoft.com/office/drawing/2014/main" id="{8E367ED7-2099-AAF5-C304-43579243B5BB}"/>
              </a:ext>
            </a:extLst>
          </p:cNvPr>
          <p:cNvSpPr>
            <a:spLocks noGrp="1"/>
          </p:cNvSpPr>
          <p:nvPr>
            <p:ph type="body" sz="quarter" idx="37" hasCustomPrompt="1"/>
          </p:nvPr>
        </p:nvSpPr>
        <p:spPr>
          <a:xfrm>
            <a:off x="611188" y="1585428"/>
            <a:ext cx="255587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20" name="內容版面配置區 17">
            <a:extLst>
              <a:ext uri="{FF2B5EF4-FFF2-40B4-BE49-F238E27FC236}">
                <a16:creationId xmlns:a16="http://schemas.microsoft.com/office/drawing/2014/main" id="{D698AF5C-12C9-1828-C647-A98D5BFFF0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66483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3889376"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4581158" y="1384300"/>
            <a:ext cx="3951653" cy="2439987"/>
          </a:xfrm>
        </p:spPr>
        <p:txBody>
          <a:bodyPr/>
          <a:lstStyle/>
          <a:p>
            <a:endParaRPr kumimoji="1" lang="zh-HK" altLang="en-US" dirty="0"/>
          </a:p>
        </p:txBody>
      </p:sp>
      <p:sp>
        <p:nvSpPr>
          <p:cNvPr id="6" name="文字方塊 5">
            <a:extLst>
              <a:ext uri="{FF2B5EF4-FFF2-40B4-BE49-F238E27FC236}">
                <a16:creationId xmlns:a16="http://schemas.microsoft.com/office/drawing/2014/main" id="{200DDA9A-576E-7333-A1DF-0F856C8AE00D}"/>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7" name="文字版面配置區 2">
            <a:extLst>
              <a:ext uri="{FF2B5EF4-FFF2-40B4-BE49-F238E27FC236}">
                <a16:creationId xmlns:a16="http://schemas.microsoft.com/office/drawing/2014/main" id="{DA93E440-9FE4-6440-CE33-46DB0198112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8" name="內容版面配置區 17">
            <a:extLst>
              <a:ext uri="{FF2B5EF4-FFF2-40B4-BE49-F238E27FC236}">
                <a16:creationId xmlns:a16="http://schemas.microsoft.com/office/drawing/2014/main" id="{D3DF9AB9-51AC-86DE-CA6E-AB215B1D4B72}"/>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9" name="內容版面配置區 17">
            <a:extLst>
              <a:ext uri="{FF2B5EF4-FFF2-40B4-BE49-F238E27FC236}">
                <a16:creationId xmlns:a16="http://schemas.microsoft.com/office/drawing/2014/main" id="{526698DD-96B8-B3D7-3420-E543B36B3510}"/>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0" name="內容版面配置區 17">
            <a:extLst>
              <a:ext uri="{FF2B5EF4-FFF2-40B4-BE49-F238E27FC236}">
                <a16:creationId xmlns:a16="http://schemas.microsoft.com/office/drawing/2014/main" id="{8C437B62-DA35-958C-CC65-87C847FA1E20}"/>
              </a:ext>
            </a:extLst>
          </p:cNvPr>
          <p:cNvSpPr>
            <a:spLocks noGrp="1"/>
          </p:cNvSpPr>
          <p:nvPr>
            <p:ph sz="quarter" idx="33" hasCustomPrompt="1"/>
          </p:nvPr>
        </p:nvSpPr>
        <p:spPr>
          <a:xfrm>
            <a:off x="4581158"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1" name="文字版面配置區 23">
            <a:extLst>
              <a:ext uri="{FF2B5EF4-FFF2-40B4-BE49-F238E27FC236}">
                <a16:creationId xmlns:a16="http://schemas.microsoft.com/office/drawing/2014/main" id="{5B36DAEB-63F2-558C-492F-BD25E77F7839}"/>
              </a:ext>
            </a:extLst>
          </p:cNvPr>
          <p:cNvSpPr>
            <a:spLocks noGrp="1"/>
          </p:cNvSpPr>
          <p:nvPr>
            <p:ph type="body" sz="quarter" idx="35" hasCustomPrompt="1"/>
          </p:nvPr>
        </p:nvSpPr>
        <p:spPr>
          <a:xfrm>
            <a:off x="4581157" y="3976689"/>
            <a:ext cx="3951653"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12" name="文字版面配置區 23">
            <a:extLst>
              <a:ext uri="{FF2B5EF4-FFF2-40B4-BE49-F238E27FC236}">
                <a16:creationId xmlns:a16="http://schemas.microsoft.com/office/drawing/2014/main" id="{2BB6FBEC-2714-E23C-FD8E-5AC66CCB9A6B}"/>
              </a:ext>
            </a:extLst>
          </p:cNvPr>
          <p:cNvSpPr>
            <a:spLocks noGrp="1"/>
          </p:cNvSpPr>
          <p:nvPr>
            <p:ph type="body" sz="quarter" idx="36" hasCustomPrompt="1"/>
          </p:nvPr>
        </p:nvSpPr>
        <p:spPr>
          <a:xfrm>
            <a:off x="611185" y="3976689"/>
            <a:ext cx="3889378"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27476963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age_2">
    <p:bg>
      <p:bgPr>
        <a:solidFill>
          <a:schemeClr val="tx1"/>
        </a:solidFill>
        <a:effectLst/>
      </p:bgPr>
    </p:bg>
    <p:spTree>
      <p:nvGrpSpPr>
        <p:cNvPr id="1" name=""/>
        <p:cNvGrpSpPr/>
        <p:nvPr/>
      </p:nvGrpSpPr>
      <p:grpSpPr>
        <a:xfrm>
          <a:off x="0" y="0"/>
          <a:ext cx="0" cy="0"/>
          <a:chOff x="0" y="0"/>
          <a:chExt cx="0" cy="0"/>
        </a:xfrm>
      </p:grpSpPr>
      <p:sp>
        <p:nvSpPr>
          <p:cNvPr id="35" name="SmartArt 版面配置區 34">
            <a:extLst>
              <a:ext uri="{FF2B5EF4-FFF2-40B4-BE49-F238E27FC236}">
                <a16:creationId xmlns:a16="http://schemas.microsoft.com/office/drawing/2014/main" id="{BD0DE52C-E097-8C6F-36AC-A955C8016F28}"/>
              </a:ext>
            </a:extLst>
          </p:cNvPr>
          <p:cNvSpPr>
            <a:spLocks noGrp="1"/>
          </p:cNvSpPr>
          <p:nvPr>
            <p:ph type="dgm" sz="quarter" idx="27"/>
          </p:nvPr>
        </p:nvSpPr>
        <p:spPr>
          <a:xfrm>
            <a:off x="5949950" y="3976688"/>
            <a:ext cx="2583229" cy="647700"/>
          </a:xfrm>
        </p:spPr>
        <p:txBody>
          <a:bodyPr/>
          <a:lstStyle/>
          <a:p>
            <a:endParaRPr kumimoji="1" lang="zh-HK" altLang="en-US"/>
          </a:p>
        </p:txBody>
      </p:sp>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5949586" y="3450026"/>
            <a:ext cx="2577046" cy="382199"/>
          </a:xfrm>
          <a:prstGeom prst="rect">
            <a:avLst/>
          </a:prstGeom>
        </p:spPr>
        <p:txBody>
          <a:bodyPr>
            <a:no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38" name="文字方塊 37">
            <a:extLst>
              <a:ext uri="{FF2B5EF4-FFF2-40B4-BE49-F238E27FC236}">
                <a16:creationId xmlns:a16="http://schemas.microsoft.com/office/drawing/2014/main" id="{B42A5ED2-6CBD-917C-18BC-8B6CC6A05E8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39" name="文字版面配置區 2">
            <a:extLst>
              <a:ext uri="{FF2B5EF4-FFF2-40B4-BE49-F238E27FC236}">
                <a16:creationId xmlns:a16="http://schemas.microsoft.com/office/drawing/2014/main" id="{CE77C970-5651-1367-92D1-822E1D96816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0" name="內容版面配置區 17">
            <a:extLst>
              <a:ext uri="{FF2B5EF4-FFF2-40B4-BE49-F238E27FC236}">
                <a16:creationId xmlns:a16="http://schemas.microsoft.com/office/drawing/2014/main" id="{C692D0F3-CBA3-7CAA-E961-1910E053EB31}"/>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1" name="文字版面配置區 23">
            <a:extLst>
              <a:ext uri="{FF2B5EF4-FFF2-40B4-BE49-F238E27FC236}">
                <a16:creationId xmlns:a16="http://schemas.microsoft.com/office/drawing/2014/main" id="{98517C40-ABD2-C529-BE1E-A5BC161B9327}"/>
              </a:ext>
            </a:extLst>
          </p:cNvPr>
          <p:cNvSpPr>
            <a:spLocks noGrp="1"/>
          </p:cNvSpPr>
          <p:nvPr>
            <p:ph type="body" sz="quarter" idx="35" hasCustomPrompt="1"/>
          </p:nvPr>
        </p:nvSpPr>
        <p:spPr>
          <a:xfrm>
            <a:off x="5955767" y="1585429"/>
            <a:ext cx="257704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內容版面配置區 17">
            <a:extLst>
              <a:ext uri="{FF2B5EF4-FFF2-40B4-BE49-F238E27FC236}">
                <a16:creationId xmlns:a16="http://schemas.microsoft.com/office/drawing/2014/main" id="{12FECE34-D776-6F2A-31C7-FE5C65B75016}"/>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8B4948EE-2208-A7A7-2048-8E71FA4DF465}"/>
              </a:ext>
            </a:extLst>
          </p:cNvPr>
          <p:cNvSpPr>
            <a:spLocks noGrp="1"/>
          </p:cNvSpPr>
          <p:nvPr>
            <p:ph sz="quarter" idx="39" hasCustomPrompt="1"/>
          </p:nvPr>
        </p:nvSpPr>
        <p:spPr>
          <a:xfrm>
            <a:off x="5949585" y="3114980"/>
            <a:ext cx="2577046"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881154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page_2">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3" name="文字方塊 2">
            <a:extLst>
              <a:ext uri="{FF2B5EF4-FFF2-40B4-BE49-F238E27FC236}">
                <a16:creationId xmlns:a16="http://schemas.microsoft.com/office/drawing/2014/main" id="{189F44DA-2CC2-058C-3196-CAD5D2A04A7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6" name="文字版面配置區 2">
            <a:extLst>
              <a:ext uri="{FF2B5EF4-FFF2-40B4-BE49-F238E27FC236}">
                <a16:creationId xmlns:a16="http://schemas.microsoft.com/office/drawing/2014/main" id="{F2EDE72A-3C8D-E542-6D55-B58163EDE800}"/>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7" name="內容版面配置區 17">
            <a:extLst>
              <a:ext uri="{FF2B5EF4-FFF2-40B4-BE49-F238E27FC236}">
                <a16:creationId xmlns:a16="http://schemas.microsoft.com/office/drawing/2014/main" id="{FD5439A2-3531-A7FE-4A67-AF9BFAB7B3D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8" name="文字版面配置區 23">
            <a:extLst>
              <a:ext uri="{FF2B5EF4-FFF2-40B4-BE49-F238E27FC236}">
                <a16:creationId xmlns:a16="http://schemas.microsoft.com/office/drawing/2014/main" id="{F7A73D77-B1E4-CB35-F018-FBA14FB6D20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9" name="內容版面配置區 17">
            <a:extLst>
              <a:ext uri="{FF2B5EF4-FFF2-40B4-BE49-F238E27FC236}">
                <a16:creationId xmlns:a16="http://schemas.microsoft.com/office/drawing/2014/main" id="{34CB5AD6-B970-156A-EA24-F65240B45D18}"/>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823668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age_3">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3276600" y="1392238"/>
            <a:ext cx="5256213"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611188" y="3535609"/>
            <a:ext cx="2555875" cy="514738"/>
          </a:xfrm>
          <a:prstGeom prst="rect">
            <a:avLst/>
          </a:prstGeom>
          <a:solidFill>
            <a:schemeClr val="tx2"/>
          </a:solidFill>
        </p:spPr>
        <p:txBody>
          <a:bodyPr lIns="72000" tIns="72000" rIns="72000" bIns="72000" anchor="ctr" anchorCtr="1">
            <a:sp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7" name="文字方塊 6">
            <a:extLst>
              <a:ext uri="{FF2B5EF4-FFF2-40B4-BE49-F238E27FC236}">
                <a16:creationId xmlns:a16="http://schemas.microsoft.com/office/drawing/2014/main" id="{663B196F-331E-EC9B-8FB9-926DA9B65E72}"/>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D72966E7-EA44-0168-5361-0014ED682A5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AFF818EE-7D1B-5A8A-1BAC-0BE05F60EC0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1AEE3DCE-99A4-33FE-D064-B208EEB500D1}"/>
              </a:ext>
            </a:extLst>
          </p:cNvPr>
          <p:cNvSpPr>
            <a:spLocks noGrp="1"/>
          </p:cNvSpPr>
          <p:nvPr>
            <p:ph type="body" sz="quarter" idx="37" hasCustomPrompt="1"/>
          </p:nvPr>
        </p:nvSpPr>
        <p:spPr>
          <a:xfrm>
            <a:off x="611188" y="1585429"/>
            <a:ext cx="255587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p:txBody>
      </p:sp>
      <p:sp>
        <p:nvSpPr>
          <p:cNvPr id="11" name="內容版面配置區 17">
            <a:extLst>
              <a:ext uri="{FF2B5EF4-FFF2-40B4-BE49-F238E27FC236}">
                <a16:creationId xmlns:a16="http://schemas.microsoft.com/office/drawing/2014/main" id="{6C2A1E4A-AA2C-B539-9BFA-5F6FD13F92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0" name="內容版面配置區 17">
            <a:extLst>
              <a:ext uri="{FF2B5EF4-FFF2-40B4-BE49-F238E27FC236}">
                <a16:creationId xmlns:a16="http://schemas.microsoft.com/office/drawing/2014/main" id="{5B42F32B-C1F3-41D3-21BF-ABC861A1CBF4}"/>
              </a:ext>
            </a:extLst>
          </p:cNvPr>
          <p:cNvSpPr>
            <a:spLocks noGrp="1"/>
          </p:cNvSpPr>
          <p:nvPr>
            <p:ph sz="quarter" idx="39" hasCustomPrompt="1"/>
          </p:nvPr>
        </p:nvSpPr>
        <p:spPr>
          <a:xfrm>
            <a:off x="611187" y="311404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3" name="文字版面配置區 23">
            <a:extLst>
              <a:ext uri="{FF2B5EF4-FFF2-40B4-BE49-F238E27FC236}">
                <a16:creationId xmlns:a16="http://schemas.microsoft.com/office/drawing/2014/main" id="{251583DD-8BC4-2EE7-9B07-AE13F9801136}"/>
              </a:ext>
            </a:extLst>
          </p:cNvPr>
          <p:cNvSpPr>
            <a:spLocks noGrp="1"/>
          </p:cNvSpPr>
          <p:nvPr>
            <p:ph type="body" sz="quarter" idx="40" hasCustomPrompt="1"/>
          </p:nvPr>
        </p:nvSpPr>
        <p:spPr>
          <a:xfrm>
            <a:off x="611188" y="4291964"/>
            <a:ext cx="2555876" cy="475299"/>
          </a:xfrm>
        </p:spPr>
        <p:txBody>
          <a:bodyPr anchor="b">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175066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age_4">
    <p:spTree>
      <p:nvGrpSpPr>
        <p:cNvPr id="1" name=""/>
        <p:cNvGrpSpPr/>
        <p:nvPr/>
      </p:nvGrpSpPr>
      <p:grpSpPr>
        <a:xfrm>
          <a:off x="0" y="0"/>
          <a:ext cx="0" cy="0"/>
          <a:chOff x="0" y="0"/>
          <a:chExt cx="0" cy="0"/>
        </a:xfrm>
      </p:grpSpPr>
      <p:sp>
        <p:nvSpPr>
          <p:cNvPr id="6" name="Page #">
            <a:extLst>
              <a:ext uri="{FF2B5EF4-FFF2-40B4-BE49-F238E27FC236}">
                <a16:creationId xmlns:a16="http://schemas.microsoft.com/office/drawing/2014/main" id="{E5DAD4A7-66E9-F017-C4C5-805CDD2C2821}"/>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n-lt"/>
                <a:ea typeface="Arial" charset="0"/>
                <a:cs typeface="Arial" panose="020B0604020202020204" pitchFamily="34" charset="0"/>
              </a:rPr>
              <a:pPr lvl="0" algn="l">
                <a:lnSpc>
                  <a:spcPts val="1000"/>
                </a:lnSpc>
              </a:pPr>
              <a:t>‹#›</a:t>
            </a:fld>
            <a:endParaRPr lang="en-GB" sz="600" b="0" i="0" dirty="0">
              <a:latin typeface="+mn-lt"/>
              <a:ea typeface="Arial" charset="0"/>
              <a:cs typeface="Arial" panose="020B0604020202020204" pitchFamily="34" charset="0"/>
            </a:endParaRPr>
          </a:p>
        </p:txBody>
      </p:sp>
      <p:pic>
        <p:nvPicPr>
          <p:cNvPr id="7" name="圖片 6">
            <a:extLst>
              <a:ext uri="{FF2B5EF4-FFF2-40B4-BE49-F238E27FC236}">
                <a16:creationId xmlns:a16="http://schemas.microsoft.com/office/drawing/2014/main" id="{D521DA00-9CD7-328A-2999-FA20CE30E4E8}"/>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8" name="矩形 7">
            <a:extLst>
              <a:ext uri="{FF2B5EF4-FFF2-40B4-BE49-F238E27FC236}">
                <a16:creationId xmlns:a16="http://schemas.microsoft.com/office/drawing/2014/main" id="{24426D64-1680-03AF-1E5E-C040206225FD}"/>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1" name="矩形 10">
            <a:extLst>
              <a:ext uri="{FF2B5EF4-FFF2-40B4-BE49-F238E27FC236}">
                <a16:creationId xmlns:a16="http://schemas.microsoft.com/office/drawing/2014/main" id="{5F57F45A-927B-ECA1-B060-35B15C7F2E11}"/>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4" name="文字方塊 13">
            <a:extLst>
              <a:ext uri="{FF2B5EF4-FFF2-40B4-BE49-F238E27FC236}">
                <a16:creationId xmlns:a16="http://schemas.microsoft.com/office/drawing/2014/main" id="{359AAFA2-9F60-5C7E-B902-111C8ADC52A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15" name="文字版面配置區 2">
            <a:extLst>
              <a:ext uri="{FF2B5EF4-FFF2-40B4-BE49-F238E27FC236}">
                <a16:creationId xmlns:a16="http://schemas.microsoft.com/office/drawing/2014/main" id="{B939FF9A-E1B5-2E56-5BE1-0C8622A4D82F}"/>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16" name="內容版面配置區 17">
            <a:extLst>
              <a:ext uri="{FF2B5EF4-FFF2-40B4-BE49-F238E27FC236}">
                <a16:creationId xmlns:a16="http://schemas.microsoft.com/office/drawing/2014/main" id="{3D259565-4BDB-2642-EF8A-813FCD7301F5}"/>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Tree>
    <p:extLst>
      <p:ext uri="{BB962C8B-B14F-4D97-AF65-F5344CB8AC3E}">
        <p14:creationId xmlns:p14="http://schemas.microsoft.com/office/powerpoint/2010/main" val="15403028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訂版面配置">
    <p:bg>
      <p:bgPr>
        <a:solidFill>
          <a:schemeClr val="bg2"/>
        </a:solidFill>
        <a:effectLst/>
      </p:bgPr>
    </p:bg>
    <p:spTree>
      <p:nvGrpSpPr>
        <p:cNvPr id="1" name=""/>
        <p:cNvGrpSpPr/>
        <p:nvPr/>
      </p:nvGrpSpPr>
      <p:grpSpPr>
        <a:xfrm>
          <a:off x="0" y="0"/>
          <a:ext cx="0" cy="0"/>
          <a:chOff x="0" y="0"/>
          <a:chExt cx="0" cy="0"/>
        </a:xfrm>
      </p:grpSpPr>
      <p:pic>
        <p:nvPicPr>
          <p:cNvPr id="7" name="圖形 6">
            <a:extLst>
              <a:ext uri="{FF2B5EF4-FFF2-40B4-BE49-F238E27FC236}">
                <a16:creationId xmlns:a16="http://schemas.microsoft.com/office/drawing/2014/main" id="{229B4280-BFFD-2B21-2CF9-5ECE9BEE1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31736" y="3976688"/>
            <a:ext cx="2845539" cy="927893"/>
          </a:xfrm>
          <a:prstGeom prst="rect">
            <a:avLst/>
          </a:prstGeom>
        </p:spPr>
      </p:pic>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tx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spTree>
    <p:extLst>
      <p:ext uri="{BB962C8B-B14F-4D97-AF65-F5344CB8AC3E}">
        <p14:creationId xmlns:p14="http://schemas.microsoft.com/office/powerpoint/2010/main" val="1410312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自訂版面配置">
    <p:bg>
      <p:bgPr>
        <a:solidFill>
          <a:schemeClr val="tx1"/>
        </a:solidFill>
        <a:effectLst/>
      </p:bgPr>
    </p:bg>
    <p:spTree>
      <p:nvGrpSpPr>
        <p:cNvPr id="1" name=""/>
        <p:cNvGrpSpPr/>
        <p:nvPr/>
      </p:nvGrpSpPr>
      <p:grpSpPr>
        <a:xfrm>
          <a:off x="0" y="0"/>
          <a:ext cx="0" cy="0"/>
          <a:chOff x="0" y="0"/>
          <a:chExt cx="0" cy="0"/>
        </a:xfrm>
      </p:grpSpPr>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bg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pic>
        <p:nvPicPr>
          <p:cNvPr id="3" name="圖形 2">
            <a:extLst>
              <a:ext uri="{FF2B5EF4-FFF2-40B4-BE49-F238E27FC236}">
                <a16:creationId xmlns:a16="http://schemas.microsoft.com/office/drawing/2014/main" id="{3BDF90BE-7211-BE69-E144-365AF1859E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32475" y="3984073"/>
            <a:ext cx="2844800" cy="927652"/>
          </a:xfrm>
          <a:prstGeom prst="rect">
            <a:avLst/>
          </a:prstGeom>
        </p:spPr>
      </p:pic>
    </p:spTree>
    <p:extLst>
      <p:ext uri="{BB962C8B-B14F-4D97-AF65-F5344CB8AC3E}">
        <p14:creationId xmlns:p14="http://schemas.microsoft.com/office/powerpoint/2010/main" val="836504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71D9F18-9241-7629-810F-1815FAFDE672}"/>
              </a:ext>
            </a:extLst>
          </p:cNvPr>
          <p:cNvSpPr>
            <a:spLocks noGrp="1"/>
          </p:cNvSpPr>
          <p:nvPr>
            <p:ph type="title"/>
          </p:nvPr>
        </p:nvSpPr>
        <p:spPr>
          <a:xfrm>
            <a:off x="611189" y="376238"/>
            <a:ext cx="7921624" cy="863600"/>
          </a:xfrm>
          <a:prstGeom prst="rect">
            <a:avLst/>
          </a:prstGeom>
        </p:spPr>
        <p:txBody>
          <a:bodyPr vert="horz" lIns="0" tIns="0" rIns="0" bIns="0" rtlCol="0" anchor="t" anchorCtr="0">
            <a:normAutofit/>
          </a:bodyPr>
          <a:lstStyle/>
          <a:p>
            <a:r>
              <a:rPr kumimoji="1" lang="en-US" altLang="zh-TW" dirty="0"/>
              <a:t>Headline - Avenir Next</a:t>
            </a:r>
            <a:endParaRPr kumimoji="1" lang="zh-HK" altLang="en-US" dirty="0"/>
          </a:p>
        </p:txBody>
      </p:sp>
      <p:sp>
        <p:nvSpPr>
          <p:cNvPr id="3" name="文字版面配置區 2">
            <a:extLst>
              <a:ext uri="{FF2B5EF4-FFF2-40B4-BE49-F238E27FC236}">
                <a16:creationId xmlns:a16="http://schemas.microsoft.com/office/drawing/2014/main" id="{EFA68FE0-EDFB-2640-E347-82E8A2024190}"/>
              </a:ext>
            </a:extLst>
          </p:cNvPr>
          <p:cNvSpPr>
            <a:spLocks noGrp="1"/>
          </p:cNvSpPr>
          <p:nvPr>
            <p:ph type="body" idx="1"/>
          </p:nvPr>
        </p:nvSpPr>
        <p:spPr>
          <a:xfrm>
            <a:off x="611189" y="1384300"/>
            <a:ext cx="7921624" cy="2447925"/>
          </a:xfrm>
          <a:prstGeom prst="rect">
            <a:avLst/>
          </a:prstGeom>
        </p:spPr>
        <p:txBody>
          <a:bodyPr vert="horz" lIns="0" tIns="0" rIns="0" bIns="0" rtlCol="0">
            <a:normAutofit/>
          </a:bodyPr>
          <a:lstStyle/>
          <a:p>
            <a:pPr lvl="0"/>
            <a:r>
              <a:rPr kumimoji="1" lang="en-US" altLang="zh-TW" dirty="0"/>
              <a:t>Click to edit the master text style</a:t>
            </a:r>
            <a:endParaRPr kumimoji="1" lang="zh-TW" altLang="en-US" dirty="0"/>
          </a:p>
          <a:p>
            <a:pPr lvl="1"/>
            <a:r>
              <a:rPr kumimoji="1" lang="en-US" altLang="zh-TW" dirty="0"/>
              <a:t>First level bullet</a:t>
            </a:r>
            <a:endParaRPr kumimoji="1" lang="zh-TW" altLang="en-US" dirty="0"/>
          </a:p>
          <a:p>
            <a:pPr lvl="2"/>
            <a:r>
              <a:rPr kumimoji="1" lang="en-US" altLang="zh-TW" dirty="0"/>
              <a:t>Second level bullet</a:t>
            </a:r>
            <a:endParaRPr kumimoji="1" lang="zh-TW" altLang="en-US" dirty="0"/>
          </a:p>
          <a:p>
            <a:pPr lvl="3"/>
            <a:r>
              <a:rPr kumimoji="1" lang="en-US" altLang="zh-TW" dirty="0"/>
              <a:t>Third level bullet</a:t>
            </a:r>
            <a:endParaRPr kumimoji="1" lang="zh-TW" altLang="en-US" dirty="0"/>
          </a:p>
          <a:p>
            <a:pPr lvl="4"/>
            <a:r>
              <a:rPr kumimoji="1" lang="en-US" altLang="zh-TW" dirty="0"/>
              <a:t>Fourth level bullet</a:t>
            </a:r>
            <a:endParaRPr kumimoji="1" lang="zh-HK" altLang="en-US" dirty="0"/>
          </a:p>
        </p:txBody>
      </p:sp>
    </p:spTree>
    <p:extLst>
      <p:ext uri="{BB962C8B-B14F-4D97-AF65-F5344CB8AC3E}">
        <p14:creationId xmlns:p14="http://schemas.microsoft.com/office/powerpoint/2010/main" val="1062535829"/>
      </p:ext>
    </p:extLst>
  </p:cSld>
  <p:clrMap bg1="dk1" tx1="lt1" bg2="dk2" tx2="lt2" accent1="accent1" accent2="accent2" accent3="accent3" accent4="accent4" accent5="accent5" accent6="accent6" hlink="hlink" folHlink="folHlink"/>
  <p:sldLayoutIdLst>
    <p:sldLayoutId id="2147483673" r:id="rId1"/>
    <p:sldLayoutId id="2147483687" r:id="rId2"/>
    <p:sldLayoutId id="2147483675" r:id="rId3"/>
    <p:sldLayoutId id="2147483689" r:id="rId4"/>
    <p:sldLayoutId id="2147483690" r:id="rId5"/>
    <p:sldLayoutId id="2147483691" r:id="rId6"/>
    <p:sldLayoutId id="2147483692" r:id="rId7"/>
    <p:sldLayoutId id="2147483696" r:id="rId8"/>
    <p:sldLayoutId id="2147483695" r:id="rId9"/>
    <p:sldLayoutId id="2147483679" r:id="rId10"/>
    <p:sldLayoutId id="2147483700" r:id="rId11"/>
    <p:sldLayoutId id="2147483705" r:id="rId12"/>
    <p:sldLayoutId id="2147483704" r:id="rId13"/>
    <p:sldLayoutId id="2147483703" r:id="rId14"/>
    <p:sldLayoutId id="2147483710" r:id="rId15"/>
    <p:sldLayoutId id="2147483701" r:id="rId16"/>
    <p:sldLayoutId id="2147483709" r:id="rId17"/>
    <p:sldLayoutId id="2147483699" r:id="rId18"/>
    <p:sldLayoutId id="2147483697" r:id="rId19"/>
    <p:sldLayoutId id="2147483711" r:id="rId20"/>
    <p:sldLayoutId id="2147483698" r:id="rId21"/>
    <p:sldLayoutId id="2147483684" r:id="rId22"/>
    <p:sldLayoutId id="2147483685" r:id="rId23"/>
    <p:sldLayoutId id="2147483686" r:id="rId24"/>
  </p:sldLayoutIdLst>
  <p:hf sldNum="0" hdr="0" ftr="0"/>
  <p:txStyles>
    <p:titleStyle>
      <a:lvl1pPr algn="l" defTabSz="685800" rtl="0" eaLnBrk="1" latinLnBrk="0" hangingPunct="1">
        <a:lnSpc>
          <a:spcPct val="100000"/>
        </a:lnSpc>
        <a:spcBef>
          <a:spcPct val="0"/>
        </a:spcBef>
        <a:buNone/>
        <a:defRPr sz="330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685800" rtl="0" eaLnBrk="1" latinLnBrk="0" hangingPunct="1">
        <a:lnSpc>
          <a:spcPct val="100000"/>
        </a:lnSpc>
        <a:spcBef>
          <a:spcPts val="750"/>
        </a:spcBef>
        <a:buFont typeface="Arial" panose="020B0604020202020204" pitchFamily="34" charset="0"/>
        <a:buNone/>
        <a:defRPr sz="2000" b="0" i="0" kern="1200">
          <a:solidFill>
            <a:schemeClr val="bg1"/>
          </a:solidFill>
          <a:latin typeface="Avenir Next Medium" panose="020B0503020202020204" pitchFamily="34" charset="0"/>
          <a:ea typeface="+mj-ea"/>
          <a:cs typeface="+mn-cs"/>
        </a:defRPr>
      </a:lvl1pPr>
      <a:lvl2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Avenir Next Medium" panose="020B0503020202020204" pitchFamily="34" charset="0"/>
          <a:ea typeface="+mn-ea"/>
          <a:cs typeface="+mn-cs"/>
        </a:defRPr>
      </a:lvl2pPr>
      <a:lvl3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mn-lt"/>
          <a:ea typeface="+mn-ea"/>
          <a:cs typeface="+mn-cs"/>
        </a:defRPr>
      </a:lvl3pPr>
      <a:lvl4pPr marL="6350" indent="0" algn="l" defTabSz="685800" rtl="0" eaLnBrk="1" latinLnBrk="0" hangingPunct="1">
        <a:lnSpc>
          <a:spcPct val="100000"/>
        </a:lnSpc>
        <a:spcBef>
          <a:spcPts val="375"/>
        </a:spcBef>
        <a:buSzPct val="50000"/>
        <a:buFont typeface="Wingdings" pitchFamily="2" charset="2"/>
        <a:buNone/>
        <a:tabLst/>
        <a:defRPr sz="1000" b="0" i="0" kern="1200">
          <a:solidFill>
            <a:schemeClr val="bg1"/>
          </a:solidFill>
          <a:latin typeface="Avenir Next" panose="020B0503020202020204" pitchFamily="34" charset="0"/>
          <a:ea typeface="+mn-ea"/>
          <a:cs typeface="+mn-cs"/>
        </a:defRPr>
      </a:lvl4pPr>
      <a:lvl5pPr marL="6350" indent="0" algn="l" defTabSz="685800" rtl="0" eaLnBrk="1" latinLnBrk="0" hangingPunct="1">
        <a:lnSpc>
          <a:spcPct val="100000"/>
        </a:lnSpc>
        <a:spcBef>
          <a:spcPts val="375"/>
        </a:spcBef>
        <a:buSzPct val="50000"/>
        <a:buFont typeface="Wingdings" pitchFamily="2" charset="2"/>
        <a:buNone/>
        <a:tabLst/>
        <a:defRPr sz="800" b="0" i="0" kern="1200">
          <a:solidFill>
            <a:schemeClr val="bg1"/>
          </a:solidFill>
          <a:latin typeface="Avenir Next" panose="020B0503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userDrawn="1">
          <p15:clr>
            <a:srgbClr val="F26B43"/>
          </p15:clr>
        </p15:guide>
        <p15:guide id="6" pos="5466" userDrawn="1">
          <p15:clr>
            <a:srgbClr val="F26B43"/>
          </p15:clr>
        </p15:guide>
        <p15:guide id="19" pos="4595" userDrawn="1">
          <p15:clr>
            <a:srgbClr val="F26B43"/>
          </p15:clr>
        </p15:guide>
        <p15:guide id="34" pos="3674" userDrawn="1">
          <p15:clr>
            <a:srgbClr val="F26B43"/>
          </p15:clr>
        </p15:guide>
        <p15:guide id="36" pos="2835" userDrawn="1">
          <p15:clr>
            <a:srgbClr val="F26B43"/>
          </p15:clr>
        </p15:guide>
        <p15:guide id="43" pos="294" userDrawn="1">
          <p15:clr>
            <a:srgbClr val="F26B43"/>
          </p15:clr>
        </p15:guide>
        <p15:guide id="44" pos="1995" userDrawn="1">
          <p15:clr>
            <a:srgbClr val="F26B43"/>
          </p15:clr>
        </p15:guide>
        <p15:guide id="45" pos="2064" userDrawn="1">
          <p15:clr>
            <a:srgbClr val="F26B43"/>
          </p15:clr>
        </p15:guide>
        <p15:guide id="49" pos="1224" userDrawn="1">
          <p15:clr>
            <a:srgbClr val="F26B43"/>
          </p15:clr>
        </p15:guide>
        <p15:guide id="50" pos="1156" userDrawn="1">
          <p15:clr>
            <a:srgbClr val="F26B43"/>
          </p15:clr>
        </p15:guide>
        <p15:guide id="51" pos="2880" userDrawn="1">
          <p15:clr>
            <a:srgbClr val="F26B43"/>
          </p15:clr>
        </p15:guide>
        <p15:guide id="52" pos="3742" userDrawn="1">
          <p15:clr>
            <a:srgbClr val="F26B43"/>
          </p15:clr>
        </p15:guide>
        <p15:guide id="53" pos="4513" userDrawn="1">
          <p15:clr>
            <a:srgbClr val="F26B43"/>
          </p15:clr>
        </p15:guide>
        <p15:guide id="54" pos="5375" userDrawn="1">
          <p15:clr>
            <a:srgbClr val="F26B43"/>
          </p15:clr>
        </p15:guide>
        <p15:guide id="55" pos="385" userDrawn="1">
          <p15:clr>
            <a:srgbClr val="F26B43"/>
          </p15:clr>
        </p15:guide>
        <p15:guide id="56" orient="horz" userDrawn="1">
          <p15:clr>
            <a:srgbClr val="F26B43"/>
          </p15:clr>
        </p15:guide>
        <p15:guide id="64" orient="horz" pos="146" userDrawn="1">
          <p15:clr>
            <a:srgbClr val="F26B43"/>
          </p15:clr>
        </p15:guide>
        <p15:guide id="65" orient="horz" pos="237" userDrawn="1">
          <p15:clr>
            <a:srgbClr val="F26B43"/>
          </p15:clr>
        </p15:guide>
        <p15:guide id="66" orient="horz" pos="327" userDrawn="1">
          <p15:clr>
            <a:srgbClr val="F26B43"/>
          </p15:clr>
        </p15:guide>
        <p15:guide id="67" orient="horz" pos="3240" userDrawn="1">
          <p15:clr>
            <a:srgbClr val="F26B43"/>
          </p15:clr>
        </p15:guide>
        <p15:guide id="68" orient="horz" pos="3094" userDrawn="1">
          <p15:clr>
            <a:srgbClr val="F26B43"/>
          </p15:clr>
        </p15:guide>
        <p15:guide id="69" orient="horz" pos="3003" userDrawn="1">
          <p15:clr>
            <a:srgbClr val="F26B43"/>
          </p15:clr>
        </p15:guide>
        <p15:guide id="70" orient="horz" pos="2913" userDrawn="1">
          <p15:clr>
            <a:srgbClr val="F26B43"/>
          </p15:clr>
        </p15:guide>
        <p15:guide id="73" orient="horz" pos="1325" userDrawn="1">
          <p15:clr>
            <a:srgbClr val="F26B43"/>
          </p15:clr>
        </p15:guide>
        <p15:guide id="75" orient="horz" pos="1869" userDrawn="1">
          <p15:clr>
            <a:srgbClr val="F26B43"/>
          </p15:clr>
        </p15:guide>
        <p15:guide id="76" orient="horz" pos="1960" userDrawn="1">
          <p15:clr>
            <a:srgbClr val="F26B43"/>
          </p15:clr>
        </p15:guide>
        <p15:guide id="77" orient="horz" pos="1416" userDrawn="1">
          <p15:clr>
            <a:srgbClr val="F26B43"/>
          </p15:clr>
        </p15:guide>
        <p15:guide id="78" orient="horz" pos="2414" userDrawn="1">
          <p15:clr>
            <a:srgbClr val="F26B43"/>
          </p15:clr>
        </p15:guide>
        <p15:guide id="79" orient="horz" pos="2505" userDrawn="1">
          <p15:clr>
            <a:srgbClr val="F26B43"/>
          </p15:clr>
        </p15:guide>
        <p15:guide id="81" orient="horz" pos="781" userDrawn="1">
          <p15:clr>
            <a:srgbClr val="F26B43"/>
          </p15:clr>
        </p15:guide>
        <p15:guide id="82" orient="horz" pos="872" userDrawn="1">
          <p15:clr>
            <a:srgbClr val="F26B43"/>
          </p15:clr>
        </p15:guide>
        <p15:guide id="83" pos="57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版面配置區 7">
            <a:extLst>
              <a:ext uri="{FF2B5EF4-FFF2-40B4-BE49-F238E27FC236}">
                <a16:creationId xmlns:a16="http://schemas.microsoft.com/office/drawing/2014/main" id="{EB70DE72-A802-74B3-2B19-95FB44877491}"/>
              </a:ext>
            </a:extLst>
          </p:cNvPr>
          <p:cNvPicPr>
            <a:picLocks noGrp="1" noChangeAspect="1"/>
          </p:cNvPicPr>
          <p:nvPr>
            <p:ph type="pic" sz="quarter" idx="10"/>
          </p:nvPr>
        </p:nvPicPr>
        <p:blipFill>
          <a:blip r:embed="rId2" cstate="hqprint">
            <a:extLst>
              <a:ext uri="{28A0092B-C50C-407E-A947-70E740481C1C}">
                <a14:useLocalDpi xmlns:a14="http://schemas.microsoft.com/office/drawing/2010/main"/>
              </a:ext>
            </a:extLst>
          </a:blip>
          <a:srcRect l="8040" r="8040"/>
          <a:stretch/>
        </p:blipFill>
        <p:spPr>
          <a:xfrm>
            <a:off x="4608512" y="2103438"/>
            <a:ext cx="4535487" cy="3040062"/>
          </a:xfrm>
        </p:spPr>
      </p:pic>
      <p:sp>
        <p:nvSpPr>
          <p:cNvPr id="54" name="SmartArt 版面配置區 53">
            <a:extLst>
              <a:ext uri="{FF2B5EF4-FFF2-40B4-BE49-F238E27FC236}">
                <a16:creationId xmlns:a16="http://schemas.microsoft.com/office/drawing/2014/main" id="{02B32B1E-9625-A41D-0F5D-F296DBD38215}"/>
              </a:ext>
            </a:extLst>
          </p:cNvPr>
          <p:cNvSpPr>
            <a:spLocks noGrp="1"/>
          </p:cNvSpPr>
          <p:nvPr>
            <p:ph type="dgm" sz="quarter" idx="13"/>
          </p:nvPr>
        </p:nvSpPr>
        <p:spPr/>
        <p:txBody>
          <a:bodyPr/>
          <a:lstStyle/>
          <a:p>
            <a:endParaRPr lang="zh-HK" altLang="en-US"/>
          </a:p>
        </p:txBody>
      </p:sp>
      <p:sp>
        <p:nvSpPr>
          <p:cNvPr id="2" name="副標題 1">
            <a:extLst>
              <a:ext uri="{FF2B5EF4-FFF2-40B4-BE49-F238E27FC236}">
                <a16:creationId xmlns:a16="http://schemas.microsoft.com/office/drawing/2014/main" id="{DF00AD9F-B89F-9CA7-1406-05191F4BE303}"/>
              </a:ext>
            </a:extLst>
          </p:cNvPr>
          <p:cNvSpPr>
            <a:spLocks noGrp="1"/>
          </p:cNvSpPr>
          <p:nvPr>
            <p:ph type="subTitle" idx="1"/>
          </p:nvPr>
        </p:nvSpPr>
        <p:spPr>
          <a:xfrm>
            <a:off x="611188" y="962291"/>
            <a:ext cx="7091362" cy="2592388"/>
          </a:xfrm>
        </p:spPr>
        <p:txBody>
          <a:bodyPr/>
          <a:lstStyle/>
          <a:p>
            <a:r>
              <a:rPr lang="en-US" altLang="zh-HK" sz="4000" dirty="0">
                <a:solidFill>
                  <a:schemeClr val="tx1">
                    <a:lumMod val="10000"/>
                  </a:schemeClr>
                </a:solidFill>
                <a:latin typeface="Outfit"/>
              </a:rPr>
              <a:t>Self-Built Nitride MBE System</a:t>
            </a:r>
          </a:p>
          <a:p>
            <a:r>
              <a:rPr lang="en-US" altLang="zh-HK" sz="4000" dirty="0">
                <a:solidFill>
                  <a:schemeClr val="tx1">
                    <a:lumMod val="10000"/>
                  </a:schemeClr>
                </a:solidFill>
                <a:latin typeface="Outfit"/>
              </a:rPr>
              <a:t>Project proposal</a:t>
            </a:r>
            <a:endParaRPr lang="zh-HK" altLang="en-US" sz="4000" dirty="0">
              <a:solidFill>
                <a:schemeClr val="tx1">
                  <a:lumMod val="10000"/>
                </a:schemeClr>
              </a:solidFill>
            </a:endParaRPr>
          </a:p>
        </p:txBody>
      </p:sp>
      <p:sp>
        <p:nvSpPr>
          <p:cNvPr id="6" name="內容版面配置區 5">
            <a:extLst>
              <a:ext uri="{FF2B5EF4-FFF2-40B4-BE49-F238E27FC236}">
                <a16:creationId xmlns:a16="http://schemas.microsoft.com/office/drawing/2014/main" id="{BF9E7EDA-A96F-E75B-C4DD-F661557842F7}"/>
              </a:ext>
            </a:extLst>
          </p:cNvPr>
          <p:cNvSpPr>
            <a:spLocks noGrp="1"/>
          </p:cNvSpPr>
          <p:nvPr>
            <p:ph sz="quarter" idx="14"/>
          </p:nvPr>
        </p:nvSpPr>
        <p:spPr>
          <a:xfrm>
            <a:off x="611188" y="231775"/>
            <a:ext cx="1331912" cy="144463"/>
          </a:xfrm>
        </p:spPr>
        <p:txBody>
          <a:bodyPr>
            <a:normAutofit/>
          </a:bodyPr>
          <a:lstStyle/>
          <a:p>
            <a:r>
              <a:rPr lang="en-US" altLang="zh-TW" dirty="0">
                <a:latin typeface="Outfit"/>
              </a:rPr>
              <a:t>30 July 2026</a:t>
            </a:r>
            <a:endParaRPr lang="zh-HK" altLang="en-US" dirty="0"/>
          </a:p>
        </p:txBody>
      </p:sp>
    </p:spTree>
    <p:extLst>
      <p:ext uri="{BB962C8B-B14F-4D97-AF65-F5344CB8AC3E}">
        <p14:creationId xmlns:p14="http://schemas.microsoft.com/office/powerpoint/2010/main" val="114878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11187" y="467189"/>
            <a:ext cx="6553200" cy="711200"/>
          </a:xfrm>
        </p:spPr>
        <p:txBody>
          <a:bodyPr/>
          <a:lstStyle/>
          <a:p>
            <a:r>
              <a:rPr lang="en-HK" spc="20" dirty="0">
                <a:solidFill>
                  <a:srgbClr val="00B388"/>
                </a:solidFill>
                <a:latin typeface="Outfit" pitchFamily="2" charset="0"/>
              </a:rPr>
              <a:t>In-house built machine</a:t>
            </a:r>
            <a:endParaRPr spc="20" dirty="0">
              <a:solidFill>
                <a:srgbClr val="00B388"/>
              </a:solidFill>
              <a:latin typeface="Outfit" pitchFamily="2" charset="0"/>
            </a:endParaRPr>
          </a:p>
        </p:txBody>
      </p:sp>
      <p:sp>
        <p:nvSpPr>
          <p:cNvPr id="3" name="Content Placeholder 2"/>
          <p:cNvSpPr>
            <a:spLocks noGrp="1"/>
          </p:cNvSpPr>
          <p:nvPr>
            <p:ph sz="quarter" idx="14"/>
          </p:nvPr>
        </p:nvSpPr>
        <p:spPr/>
        <p:txBody>
          <a:bodyPr/>
          <a:lstStyle/>
          <a:p>
            <a:r>
              <a:rPr sz="800" spc="80" dirty="0">
                <a:solidFill>
                  <a:srgbClr val="191919"/>
                </a:solidFill>
                <a:latin typeface="AvenirNext LT Pro Medium"/>
              </a:rPr>
              <a:t>NITRIDE MBE PROPOSAL · MOTIVATION</a:t>
            </a:r>
          </a:p>
        </p:txBody>
      </p:sp>
      <p:sp>
        <p:nvSpPr>
          <p:cNvPr id="4" name="Rounded Rectangle 3"/>
          <p:cNvSpPr/>
          <p:nvPr/>
        </p:nvSpPr>
        <p:spPr>
          <a:xfrm>
            <a:off x="612648" y="1389888"/>
            <a:ext cx="2514600" cy="1600200"/>
          </a:xfrm>
          <a:prstGeom prst="roundRect">
            <a:avLst>
              <a:gd name="adj" fmla="val 9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066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dirty="0">
                <a:solidFill>
                  <a:srgbClr val="FFFFFF"/>
                </a:solidFill>
                <a:latin typeface="Outfit" pitchFamily="2" charset="0"/>
              </a:rPr>
              <a:t>01</a:t>
            </a:r>
          </a:p>
        </p:txBody>
      </p:sp>
      <p:sp>
        <p:nvSpPr>
          <p:cNvPr id="6" name="TextBox 5"/>
          <p:cNvSpPr txBox="1"/>
          <p:nvPr/>
        </p:nvSpPr>
        <p:spPr>
          <a:xfrm>
            <a:off x="1124712" y="1554480"/>
            <a:ext cx="1856232" cy="204287"/>
          </a:xfrm>
          <a:prstGeom prst="rect">
            <a:avLst/>
          </a:prstGeom>
          <a:noFill/>
        </p:spPr>
        <p:txBody>
          <a:bodyPr wrap="square" lIns="0" tIns="0" rIns="0" bIns="0" anchor="t">
            <a:spAutoFit/>
          </a:bodyPr>
          <a:lstStyle/>
          <a:p>
            <a:pPr algn="l">
              <a:lnSpc>
                <a:spcPct val="120000"/>
              </a:lnSpc>
            </a:pPr>
            <a:r>
              <a:rPr sz="1200" b="1" dirty="0">
                <a:solidFill>
                  <a:srgbClr val="191919"/>
                </a:solidFill>
                <a:latin typeface="Outfit" pitchFamily="2" charset="0"/>
              </a:rPr>
              <a:t>Cost</a:t>
            </a:r>
            <a:endParaRPr sz="1050" b="1" dirty="0">
              <a:solidFill>
                <a:srgbClr val="191919"/>
              </a:solidFill>
              <a:latin typeface="Outfit" pitchFamily="2" charset="0"/>
            </a:endParaRPr>
          </a:p>
        </p:txBody>
      </p:sp>
      <p:sp>
        <p:nvSpPr>
          <p:cNvPr id="7" name="TextBox 6"/>
          <p:cNvSpPr txBox="1"/>
          <p:nvPr/>
        </p:nvSpPr>
        <p:spPr>
          <a:xfrm>
            <a:off x="740664" y="1956816"/>
            <a:ext cx="2240280" cy="593560"/>
          </a:xfrm>
          <a:prstGeom prst="rect">
            <a:avLst/>
          </a:prstGeom>
          <a:noFill/>
        </p:spPr>
        <p:txBody>
          <a:bodyPr wrap="square" lIns="0" tIns="0" rIns="0" bIns="0" anchor="t">
            <a:spAutoFit/>
          </a:bodyPr>
          <a:lstStyle/>
          <a:p>
            <a:pPr algn="l">
              <a:lnSpc>
                <a:spcPct val="120000"/>
              </a:lnSpc>
            </a:pPr>
            <a:r>
              <a:rPr lang="en-HK" sz="1100" dirty="0">
                <a:solidFill>
                  <a:srgbClr val="191919"/>
                </a:solidFill>
                <a:latin typeface="Outfit" pitchFamily="2" charset="0"/>
              </a:rPr>
              <a:t>Estimated </a:t>
            </a:r>
            <a:r>
              <a:rPr sz="1100" dirty="0">
                <a:solidFill>
                  <a:srgbClr val="191919"/>
                </a:solidFill>
                <a:latin typeface="Outfit" pitchFamily="2" charset="0"/>
              </a:rPr>
              <a:t>US$0.9–1.5M </a:t>
            </a:r>
            <a:r>
              <a:rPr lang="en-HK" sz="1100" dirty="0">
                <a:solidFill>
                  <a:srgbClr val="191919"/>
                </a:solidFill>
                <a:latin typeface="Outfit" pitchFamily="2" charset="0"/>
              </a:rPr>
              <a:t>for entire chamber</a:t>
            </a:r>
            <a:r>
              <a:rPr sz="1100" dirty="0">
                <a:solidFill>
                  <a:srgbClr val="191919"/>
                </a:solidFill>
                <a:latin typeface="Outfit" pitchFamily="2" charset="0"/>
              </a:rPr>
              <a:t>;</a:t>
            </a:r>
            <a:r>
              <a:rPr lang="en-HK" sz="1100" dirty="0">
                <a:solidFill>
                  <a:srgbClr val="191919"/>
                </a:solidFill>
                <a:latin typeface="Outfit" pitchFamily="2" charset="0"/>
              </a:rPr>
              <a:t> Depends on quotes;</a:t>
            </a:r>
            <a:r>
              <a:rPr sz="1100" dirty="0">
                <a:solidFill>
                  <a:srgbClr val="191919"/>
                </a:solidFill>
                <a:latin typeface="Outfit" pitchFamily="2" charset="0"/>
              </a:rPr>
              <a:t> annual run cost ~US$60–120k</a:t>
            </a:r>
          </a:p>
        </p:txBody>
      </p:sp>
      <p:sp>
        <p:nvSpPr>
          <p:cNvPr id="8" name="Rounded Rectangle 7"/>
          <p:cNvSpPr/>
          <p:nvPr/>
        </p:nvSpPr>
        <p:spPr>
          <a:xfrm>
            <a:off x="3310128" y="1389888"/>
            <a:ext cx="2514600" cy="1600200"/>
          </a:xfrm>
          <a:prstGeom prst="roundRect">
            <a:avLst>
              <a:gd name="adj" fmla="val 9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43814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dirty="0">
                <a:solidFill>
                  <a:srgbClr val="FFFFFF"/>
                </a:solidFill>
                <a:latin typeface="Outfit" pitchFamily="2" charset="0"/>
              </a:rPr>
              <a:t>02</a:t>
            </a:r>
            <a:endParaRPr sz="900" dirty="0">
              <a:solidFill>
                <a:srgbClr val="FFFFFF"/>
              </a:solidFill>
              <a:latin typeface="Outfit" pitchFamily="2" charset="0"/>
            </a:endParaRPr>
          </a:p>
        </p:txBody>
      </p:sp>
      <p:sp>
        <p:nvSpPr>
          <p:cNvPr id="10" name="TextBox 9"/>
          <p:cNvSpPr txBox="1"/>
          <p:nvPr/>
        </p:nvSpPr>
        <p:spPr>
          <a:xfrm>
            <a:off x="3822191" y="1554480"/>
            <a:ext cx="1856232" cy="204287"/>
          </a:xfrm>
          <a:prstGeom prst="rect">
            <a:avLst/>
          </a:prstGeom>
          <a:noFill/>
        </p:spPr>
        <p:txBody>
          <a:bodyPr wrap="square" lIns="0" tIns="0" rIns="0" bIns="0" anchor="t">
            <a:spAutoFit/>
          </a:bodyPr>
          <a:lstStyle/>
          <a:p>
            <a:pPr algn="l">
              <a:lnSpc>
                <a:spcPct val="120000"/>
              </a:lnSpc>
            </a:pPr>
            <a:r>
              <a:rPr sz="1200" b="1" dirty="0">
                <a:solidFill>
                  <a:srgbClr val="191919"/>
                </a:solidFill>
                <a:latin typeface="Outfit" pitchFamily="2" charset="0"/>
              </a:rPr>
              <a:t>Capability</a:t>
            </a:r>
            <a:r>
              <a:rPr lang="en-HK" sz="1200" b="1" dirty="0">
                <a:solidFill>
                  <a:srgbClr val="191919"/>
                </a:solidFill>
                <a:latin typeface="Outfit" pitchFamily="2" charset="0"/>
              </a:rPr>
              <a:t> &amp; Needs</a:t>
            </a:r>
            <a:endParaRPr sz="1050" b="1" dirty="0">
              <a:solidFill>
                <a:srgbClr val="191919"/>
              </a:solidFill>
              <a:latin typeface="Outfit" pitchFamily="2" charset="0"/>
            </a:endParaRPr>
          </a:p>
        </p:txBody>
      </p:sp>
      <p:sp>
        <p:nvSpPr>
          <p:cNvPr id="11" name="TextBox 10"/>
          <p:cNvSpPr txBox="1"/>
          <p:nvPr/>
        </p:nvSpPr>
        <p:spPr>
          <a:xfrm>
            <a:off x="3438144" y="1956816"/>
            <a:ext cx="2240280" cy="593560"/>
          </a:xfrm>
          <a:prstGeom prst="rect">
            <a:avLst/>
          </a:prstGeom>
          <a:noFill/>
        </p:spPr>
        <p:txBody>
          <a:bodyPr wrap="square" lIns="0" tIns="0" rIns="0" bIns="0" anchor="t">
            <a:spAutoFit/>
          </a:bodyPr>
          <a:lstStyle/>
          <a:p>
            <a:pPr algn="l">
              <a:lnSpc>
                <a:spcPct val="120000"/>
              </a:lnSpc>
            </a:pPr>
            <a:r>
              <a:rPr sz="1100" dirty="0">
                <a:solidFill>
                  <a:srgbClr val="191919"/>
                </a:solidFill>
                <a:latin typeface="Outfit" pitchFamily="2" charset="0"/>
              </a:rPr>
              <a:t>1200 °C substrate heater </a:t>
            </a:r>
            <a:r>
              <a:rPr lang="en-HK" sz="1100" dirty="0">
                <a:solidFill>
                  <a:srgbClr val="191919"/>
                </a:solidFill>
                <a:latin typeface="Outfit" pitchFamily="2" charset="0"/>
              </a:rPr>
              <a:t>for</a:t>
            </a:r>
            <a:r>
              <a:rPr sz="1100" dirty="0">
                <a:solidFill>
                  <a:srgbClr val="191919"/>
                </a:solidFill>
                <a:latin typeface="Outfit" pitchFamily="2" charset="0"/>
              </a:rPr>
              <a:t> selective-area </a:t>
            </a:r>
            <a:r>
              <a:rPr lang="en-HK" sz="1100" dirty="0">
                <a:solidFill>
                  <a:srgbClr val="191919"/>
                </a:solidFill>
                <a:latin typeface="Outfit" pitchFamily="2" charset="0"/>
              </a:rPr>
              <a:t>re</a:t>
            </a:r>
            <a:r>
              <a:rPr sz="1100" dirty="0">
                <a:solidFill>
                  <a:srgbClr val="191919"/>
                </a:solidFill>
                <a:latin typeface="Outfit" pitchFamily="2" charset="0"/>
              </a:rPr>
              <a:t>growth </a:t>
            </a:r>
            <a:r>
              <a:rPr lang="en-HK" sz="1100" dirty="0">
                <a:solidFill>
                  <a:srgbClr val="191919"/>
                </a:solidFill>
                <a:latin typeface="Outfit" pitchFamily="2" charset="0"/>
              </a:rPr>
              <a:t>and normal epitaxy</a:t>
            </a:r>
            <a:endParaRPr sz="1100" dirty="0">
              <a:solidFill>
                <a:srgbClr val="191919"/>
              </a:solidFill>
              <a:latin typeface="Outfit" pitchFamily="2" charset="0"/>
            </a:endParaRPr>
          </a:p>
        </p:txBody>
      </p:sp>
      <p:sp>
        <p:nvSpPr>
          <p:cNvPr id="12" name="Rounded Rectangle 11"/>
          <p:cNvSpPr/>
          <p:nvPr/>
        </p:nvSpPr>
        <p:spPr>
          <a:xfrm>
            <a:off x="6007608" y="1389888"/>
            <a:ext cx="2514600" cy="1600200"/>
          </a:xfrm>
          <a:prstGeom prst="roundRect">
            <a:avLst>
              <a:gd name="adj" fmla="val 9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13562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dirty="0">
                <a:solidFill>
                  <a:srgbClr val="FFFFFF"/>
                </a:solidFill>
                <a:latin typeface="Outfit" pitchFamily="2" charset="0"/>
              </a:rPr>
              <a:t>03</a:t>
            </a:r>
            <a:endParaRPr sz="900" dirty="0">
              <a:solidFill>
                <a:srgbClr val="FFFFFF"/>
              </a:solidFill>
              <a:latin typeface="Outfit" pitchFamily="2" charset="0"/>
            </a:endParaRPr>
          </a:p>
        </p:txBody>
      </p:sp>
      <p:sp>
        <p:nvSpPr>
          <p:cNvPr id="14" name="TextBox 13"/>
          <p:cNvSpPr txBox="1"/>
          <p:nvPr/>
        </p:nvSpPr>
        <p:spPr>
          <a:xfrm>
            <a:off x="6519672" y="1554480"/>
            <a:ext cx="1856232" cy="204287"/>
          </a:xfrm>
          <a:prstGeom prst="rect">
            <a:avLst/>
          </a:prstGeom>
          <a:noFill/>
        </p:spPr>
        <p:txBody>
          <a:bodyPr wrap="square" lIns="0" tIns="0" rIns="0" bIns="0" anchor="t">
            <a:spAutoFit/>
          </a:bodyPr>
          <a:lstStyle/>
          <a:p>
            <a:pPr algn="l">
              <a:lnSpc>
                <a:spcPct val="120000"/>
              </a:lnSpc>
            </a:pPr>
            <a:r>
              <a:rPr lang="en-HK" sz="1200" b="1" dirty="0">
                <a:solidFill>
                  <a:srgbClr val="191919"/>
                </a:solidFill>
                <a:latin typeface="Outfit" pitchFamily="2" charset="0"/>
              </a:rPr>
              <a:t>In-Situ Control</a:t>
            </a:r>
            <a:endParaRPr sz="1050" b="1" dirty="0">
              <a:solidFill>
                <a:srgbClr val="191919"/>
              </a:solidFill>
              <a:latin typeface="Outfit" pitchFamily="2" charset="0"/>
            </a:endParaRPr>
          </a:p>
        </p:txBody>
      </p:sp>
      <p:sp>
        <p:nvSpPr>
          <p:cNvPr id="15" name="TextBox 14"/>
          <p:cNvSpPr txBox="1"/>
          <p:nvPr/>
        </p:nvSpPr>
        <p:spPr>
          <a:xfrm>
            <a:off x="6135624" y="1956816"/>
            <a:ext cx="2240280" cy="593560"/>
          </a:xfrm>
          <a:prstGeom prst="rect">
            <a:avLst/>
          </a:prstGeom>
          <a:noFill/>
        </p:spPr>
        <p:txBody>
          <a:bodyPr wrap="square" lIns="0" tIns="0" rIns="0" bIns="0" anchor="t">
            <a:spAutoFit/>
          </a:bodyPr>
          <a:lstStyle/>
          <a:p>
            <a:pPr algn="l">
              <a:lnSpc>
                <a:spcPct val="120000"/>
              </a:lnSpc>
            </a:pPr>
            <a:r>
              <a:rPr lang="en-HK" sz="1100" dirty="0">
                <a:solidFill>
                  <a:srgbClr val="191919"/>
                </a:solidFill>
                <a:latin typeface="Outfit" pitchFamily="2" charset="0"/>
              </a:rPr>
              <a:t>RHEED video output; Heater temperature knobs; Shutter &amp; flux control</a:t>
            </a:r>
            <a:endParaRPr sz="1100" dirty="0">
              <a:solidFill>
                <a:srgbClr val="191919"/>
              </a:solidFill>
              <a:latin typeface="Outfit" pitchFamily="2" charset="0"/>
            </a:endParaRPr>
          </a:p>
        </p:txBody>
      </p:sp>
      <p:sp>
        <p:nvSpPr>
          <p:cNvPr id="16" name="Rounded Rectangle 15"/>
          <p:cNvSpPr/>
          <p:nvPr/>
        </p:nvSpPr>
        <p:spPr>
          <a:xfrm>
            <a:off x="612648" y="3310128"/>
            <a:ext cx="7918704" cy="658368"/>
          </a:xfrm>
          <a:prstGeom prst="roundRect">
            <a:avLst>
              <a:gd name="adj" fmla="val 16000"/>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 y="3545665"/>
            <a:ext cx="1234440" cy="187295"/>
          </a:xfrm>
          <a:prstGeom prst="rect">
            <a:avLst/>
          </a:prstGeom>
          <a:noFill/>
        </p:spPr>
        <p:txBody>
          <a:bodyPr wrap="square" lIns="0" tIns="0" rIns="0" bIns="0" anchor="ctr">
            <a:spAutoFit/>
          </a:bodyPr>
          <a:lstStyle/>
          <a:p>
            <a:pPr algn="l">
              <a:lnSpc>
                <a:spcPct val="120000"/>
              </a:lnSpc>
            </a:pPr>
            <a:r>
              <a:rPr sz="1100" spc="60" dirty="0">
                <a:solidFill>
                  <a:srgbClr val="00B388"/>
                </a:solidFill>
                <a:latin typeface="Outfit" pitchFamily="2" charset="0"/>
              </a:rPr>
              <a:t>OBJECTIVE</a:t>
            </a:r>
            <a:endParaRPr sz="750" spc="60" dirty="0">
              <a:solidFill>
                <a:srgbClr val="00B388"/>
              </a:solidFill>
              <a:latin typeface="Outfit" pitchFamily="2" charset="0"/>
            </a:endParaRPr>
          </a:p>
        </p:txBody>
      </p:sp>
      <p:sp>
        <p:nvSpPr>
          <p:cNvPr id="18" name="TextBox 17"/>
          <p:cNvSpPr txBox="1"/>
          <p:nvPr/>
        </p:nvSpPr>
        <p:spPr>
          <a:xfrm>
            <a:off x="2148840" y="3444099"/>
            <a:ext cx="6172200" cy="390428"/>
          </a:xfrm>
          <a:prstGeom prst="rect">
            <a:avLst/>
          </a:prstGeom>
          <a:noFill/>
        </p:spPr>
        <p:txBody>
          <a:bodyPr wrap="square" lIns="0" tIns="0" rIns="0" bIns="0" anchor="ctr">
            <a:spAutoFit/>
          </a:bodyPr>
          <a:lstStyle/>
          <a:p>
            <a:pPr algn="l">
              <a:lnSpc>
                <a:spcPct val="120000"/>
              </a:lnSpc>
            </a:pPr>
            <a:r>
              <a:rPr lang="en-HK" sz="1100" dirty="0">
                <a:solidFill>
                  <a:srgbClr val="FFFFFF"/>
                </a:solidFill>
                <a:latin typeface="Outfit" pitchFamily="2" charset="0"/>
              </a:rPr>
              <a:t>MBE chamber</a:t>
            </a:r>
            <a:r>
              <a:rPr sz="1100" dirty="0">
                <a:solidFill>
                  <a:srgbClr val="FFFFFF"/>
                </a:solidFill>
                <a:latin typeface="Outfit" pitchFamily="2" charset="0"/>
              </a:rPr>
              <a:t> + </a:t>
            </a:r>
            <a:r>
              <a:rPr lang="en-HK" sz="1100" dirty="0">
                <a:solidFill>
                  <a:srgbClr val="FFFFFF"/>
                </a:solidFill>
                <a:latin typeface="Outfit" pitchFamily="2" charset="0"/>
              </a:rPr>
              <a:t>plasma source + heater + effusion cells</a:t>
            </a:r>
            <a:r>
              <a:rPr sz="1100" dirty="0">
                <a:solidFill>
                  <a:srgbClr val="FFFFFF"/>
                </a:solidFill>
                <a:latin typeface="Outfit" pitchFamily="2" charset="0"/>
              </a:rPr>
              <a:t> + control software — one machine for epitaxy, </a:t>
            </a:r>
            <a:r>
              <a:rPr lang="en-HK" sz="1100" dirty="0">
                <a:solidFill>
                  <a:srgbClr val="FFFFFF"/>
                </a:solidFill>
                <a:latin typeface="Outfit" pitchFamily="2" charset="0"/>
              </a:rPr>
              <a:t>selective area growth</a:t>
            </a:r>
            <a:r>
              <a:rPr sz="1100" dirty="0">
                <a:solidFill>
                  <a:srgbClr val="FFFFFF"/>
                </a:solidFill>
                <a:latin typeface="Outfit" pitchFamily="2" charset="0"/>
              </a:rPr>
              <a:t>, and autonomous operation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MBE components</a:t>
            </a:r>
            <a:endParaRPr sz="2200" spc="20" dirty="0">
              <a:solidFill>
                <a:srgbClr val="00B388"/>
              </a:solidFill>
              <a:latin typeface="AvenirNext LT Pro Light"/>
            </a:endParaRP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NITRIDE MBE PROPOSAL · PARTS</a:t>
            </a:r>
          </a:p>
        </p:txBody>
      </p:sp>
      <p:sp>
        <p:nvSpPr>
          <p:cNvPr id="5" name="Rounded Rectangle 4"/>
          <p:cNvSpPr/>
          <p:nvPr/>
        </p:nvSpPr>
        <p:spPr>
          <a:xfrm>
            <a:off x="612648" y="1444752"/>
            <a:ext cx="7918704"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mber.png"/>
          <p:cNvPicPr>
            <a:picLocks noChangeAspect="1"/>
          </p:cNvPicPr>
          <p:nvPr/>
        </p:nvPicPr>
        <p:blipFill>
          <a:blip r:embed="rId3"/>
          <a:stretch>
            <a:fillRect/>
          </a:stretch>
        </p:blipFill>
        <p:spPr>
          <a:xfrm>
            <a:off x="704088" y="1517904"/>
            <a:ext cx="365760" cy="365760"/>
          </a:xfrm>
          <a:prstGeom prst="rect">
            <a:avLst/>
          </a:prstGeom>
        </p:spPr>
      </p:pic>
      <p:sp>
        <p:nvSpPr>
          <p:cNvPr id="7" name="TextBox 6"/>
          <p:cNvSpPr txBox="1"/>
          <p:nvPr/>
        </p:nvSpPr>
        <p:spPr>
          <a:xfrm>
            <a:off x="1161288" y="1517904"/>
            <a:ext cx="7260336" cy="170239"/>
          </a:xfrm>
          <a:prstGeom prst="rect">
            <a:avLst/>
          </a:prstGeom>
          <a:noFill/>
        </p:spPr>
        <p:txBody>
          <a:bodyPr wrap="square" lIns="0" tIns="0" rIns="0" bIns="0" anchor="t">
            <a:spAutoFit/>
          </a:bodyPr>
          <a:lstStyle/>
          <a:p>
            <a:pPr algn="l">
              <a:lnSpc>
                <a:spcPct val="120000"/>
              </a:lnSpc>
            </a:pPr>
            <a:r>
              <a:rPr sz="1000" b="1" dirty="0">
                <a:solidFill>
                  <a:srgbClr val="191919"/>
                </a:solidFill>
                <a:latin typeface="Outfit" pitchFamily="2" charset="0"/>
              </a:rPr>
              <a:t>MBE </a:t>
            </a:r>
            <a:r>
              <a:rPr lang="en-HK" sz="1000" b="1" dirty="0">
                <a:solidFill>
                  <a:srgbClr val="191919"/>
                </a:solidFill>
                <a:latin typeface="Outfit" pitchFamily="2" charset="0"/>
              </a:rPr>
              <a:t>chamber</a:t>
            </a:r>
            <a:r>
              <a:rPr sz="1000" b="1" dirty="0">
                <a:solidFill>
                  <a:srgbClr val="191919"/>
                </a:solidFill>
                <a:latin typeface="Outfit" pitchFamily="2" charset="0"/>
              </a:rPr>
              <a:t> — Veeco GEN II / Riber 32 class</a:t>
            </a:r>
          </a:p>
        </p:txBody>
      </p:sp>
      <p:sp>
        <p:nvSpPr>
          <p:cNvPr id="8" name="TextBox 7"/>
          <p:cNvSpPr txBox="1"/>
          <p:nvPr/>
        </p:nvSpPr>
        <p:spPr>
          <a:xfrm>
            <a:off x="1161288" y="1700784"/>
            <a:ext cx="7260336" cy="160493"/>
          </a:xfrm>
          <a:prstGeom prst="rect">
            <a:avLst/>
          </a:prstGeom>
          <a:noFill/>
        </p:spPr>
        <p:txBody>
          <a:bodyPr wrap="square" lIns="0" tIns="0" rIns="0" bIns="0" anchor="t">
            <a:spAutoFit/>
          </a:bodyPr>
          <a:lstStyle/>
          <a:p>
            <a:pPr algn="l">
              <a:lnSpc>
                <a:spcPct val="112000"/>
              </a:lnSpc>
            </a:pPr>
            <a:r>
              <a:rPr lang="en-HK" sz="1000" dirty="0">
                <a:solidFill>
                  <a:srgbClr val="666666"/>
                </a:solidFill>
                <a:latin typeface="Outfit"/>
              </a:rPr>
              <a:t>G</a:t>
            </a:r>
            <a:r>
              <a:rPr sz="1000" dirty="0" err="1">
                <a:solidFill>
                  <a:srgbClr val="666666"/>
                </a:solidFill>
                <a:latin typeface="Outfit"/>
              </a:rPr>
              <a:t>rowth</a:t>
            </a:r>
            <a:r>
              <a:rPr lang="en-US" altLang="ja-JP" sz="1000" dirty="0">
                <a:solidFill>
                  <a:srgbClr val="666666"/>
                </a:solidFill>
                <a:latin typeface="Outfit"/>
              </a:rPr>
              <a:t>, </a:t>
            </a:r>
            <a:r>
              <a:rPr sz="1000" dirty="0">
                <a:solidFill>
                  <a:srgbClr val="666666"/>
                </a:solidFill>
                <a:latin typeface="Outfit"/>
              </a:rPr>
              <a:t>buffer</a:t>
            </a:r>
            <a:r>
              <a:rPr lang="en-HK" sz="1000" dirty="0">
                <a:solidFill>
                  <a:srgbClr val="666666"/>
                </a:solidFill>
                <a:latin typeface="Outfit"/>
              </a:rPr>
              <a:t> and </a:t>
            </a:r>
            <a:r>
              <a:rPr sz="1000" dirty="0">
                <a:solidFill>
                  <a:srgbClr val="666666"/>
                </a:solidFill>
                <a:latin typeface="Outfit"/>
              </a:rPr>
              <a:t>load-lock chambers · </a:t>
            </a:r>
            <a:r>
              <a:rPr lang="en-HK" sz="1000" dirty="0">
                <a:solidFill>
                  <a:srgbClr val="666666"/>
                </a:solidFill>
                <a:latin typeface="Outfit"/>
              </a:rPr>
              <a:t>chamber </a:t>
            </a:r>
            <a:r>
              <a:rPr sz="1000" dirty="0">
                <a:solidFill>
                  <a:srgbClr val="666666"/>
                </a:solidFill>
                <a:latin typeface="Outfit"/>
              </a:rPr>
              <a:t>frame · transfer </a:t>
            </a:r>
            <a:r>
              <a:rPr lang="en-HK" sz="1000" dirty="0">
                <a:solidFill>
                  <a:srgbClr val="666666"/>
                </a:solidFill>
                <a:latin typeface="Outfit"/>
              </a:rPr>
              <a:t>system</a:t>
            </a:r>
            <a:r>
              <a:rPr sz="1000" dirty="0">
                <a:solidFill>
                  <a:srgbClr val="666666"/>
                </a:solidFill>
                <a:latin typeface="Outfit"/>
              </a:rPr>
              <a:t> · </a:t>
            </a:r>
            <a:r>
              <a:rPr lang="en-HK" sz="1000" dirty="0">
                <a:solidFill>
                  <a:srgbClr val="666666"/>
                </a:solidFill>
                <a:latin typeface="Outfit"/>
              </a:rPr>
              <a:t>liquid nitrogen</a:t>
            </a:r>
            <a:r>
              <a:rPr sz="1000" dirty="0">
                <a:solidFill>
                  <a:srgbClr val="666666"/>
                </a:solidFill>
                <a:latin typeface="Outfit"/>
              </a:rPr>
              <a:t> shroud · load-lock cryopump · racks</a:t>
            </a:r>
          </a:p>
        </p:txBody>
      </p:sp>
      <p:sp>
        <p:nvSpPr>
          <p:cNvPr id="10" name="Rounded Rectangle 9"/>
          <p:cNvSpPr/>
          <p:nvPr/>
        </p:nvSpPr>
        <p:spPr>
          <a:xfrm>
            <a:off x="611187" y="2088578"/>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lasma.png"/>
          <p:cNvPicPr>
            <a:picLocks noChangeAspect="1"/>
          </p:cNvPicPr>
          <p:nvPr/>
        </p:nvPicPr>
        <p:blipFill>
          <a:blip r:embed="rId4"/>
          <a:stretch>
            <a:fillRect/>
          </a:stretch>
        </p:blipFill>
        <p:spPr>
          <a:xfrm>
            <a:off x="702627" y="2161730"/>
            <a:ext cx="365760" cy="365760"/>
          </a:xfrm>
          <a:prstGeom prst="rect">
            <a:avLst/>
          </a:prstGeom>
        </p:spPr>
      </p:pic>
      <p:sp>
        <p:nvSpPr>
          <p:cNvPr id="12" name="TextBox 11"/>
          <p:cNvSpPr txBox="1"/>
          <p:nvPr/>
        </p:nvSpPr>
        <p:spPr>
          <a:xfrm>
            <a:off x="1168971" y="2129232"/>
            <a:ext cx="1856232" cy="152734"/>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RF N₂ plasma source</a:t>
            </a:r>
          </a:p>
        </p:txBody>
      </p:sp>
      <p:sp>
        <p:nvSpPr>
          <p:cNvPr id="13" name="TextBox 12"/>
          <p:cNvSpPr txBox="1"/>
          <p:nvPr/>
        </p:nvSpPr>
        <p:spPr>
          <a:xfrm>
            <a:off x="1159827" y="2296485"/>
            <a:ext cx="1965960" cy="300082"/>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600 W · </a:t>
            </a:r>
            <a:r>
              <a:rPr lang="en-HK" sz="900" dirty="0">
                <a:solidFill>
                  <a:srgbClr val="666666"/>
                </a:solidFill>
                <a:latin typeface="Outfit"/>
              </a:rPr>
              <a:t>1</a:t>
            </a:r>
            <a:r>
              <a:rPr sz="900" dirty="0">
                <a:solidFill>
                  <a:srgbClr val="666666"/>
                </a:solidFill>
                <a:latin typeface="Outfit"/>
              </a:rPr>
              <a:t>3.56 MHz ·</a:t>
            </a:r>
            <a:r>
              <a:rPr lang="en-HK" sz="900" dirty="0">
                <a:solidFill>
                  <a:srgbClr val="666666"/>
                </a:solidFill>
                <a:latin typeface="Outfit"/>
              </a:rPr>
              <a:t>RF coil. matching</a:t>
            </a:r>
            <a:r>
              <a:rPr sz="900" dirty="0">
                <a:solidFill>
                  <a:srgbClr val="666666"/>
                </a:solidFill>
                <a:latin typeface="Outfit"/>
              </a:rPr>
              <a:t> network</a:t>
            </a:r>
          </a:p>
        </p:txBody>
      </p:sp>
      <p:sp>
        <p:nvSpPr>
          <p:cNvPr id="14" name="Rounded Rectangle 13"/>
          <p:cNvSpPr/>
          <p:nvPr/>
        </p:nvSpPr>
        <p:spPr>
          <a:xfrm>
            <a:off x="3308667" y="2088578"/>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gas.png"/>
          <p:cNvPicPr>
            <a:picLocks noChangeAspect="1"/>
          </p:cNvPicPr>
          <p:nvPr/>
        </p:nvPicPr>
        <p:blipFill>
          <a:blip r:embed="rId5"/>
          <a:stretch>
            <a:fillRect/>
          </a:stretch>
        </p:blipFill>
        <p:spPr>
          <a:xfrm>
            <a:off x="3400107" y="2161730"/>
            <a:ext cx="365760" cy="365760"/>
          </a:xfrm>
          <a:prstGeom prst="rect">
            <a:avLst/>
          </a:prstGeom>
        </p:spPr>
      </p:pic>
      <p:sp>
        <p:nvSpPr>
          <p:cNvPr id="16" name="TextBox 15"/>
          <p:cNvSpPr txBox="1"/>
          <p:nvPr/>
        </p:nvSpPr>
        <p:spPr>
          <a:xfrm>
            <a:off x="3857307" y="2134230"/>
            <a:ext cx="1856232" cy="152734"/>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N₂ gas </a:t>
            </a:r>
            <a:r>
              <a:rPr lang="en-HK" sz="900" b="1" dirty="0">
                <a:solidFill>
                  <a:srgbClr val="191919"/>
                </a:solidFill>
                <a:latin typeface="Outfit" pitchFamily="2" charset="0"/>
              </a:rPr>
              <a:t>delivery system</a:t>
            </a:r>
            <a:endParaRPr sz="900" b="1" dirty="0">
              <a:solidFill>
                <a:srgbClr val="191919"/>
              </a:solidFill>
              <a:latin typeface="Outfit" pitchFamily="2" charset="0"/>
            </a:endParaRPr>
          </a:p>
        </p:txBody>
      </p:sp>
      <p:sp>
        <p:nvSpPr>
          <p:cNvPr id="17" name="TextBox 16"/>
          <p:cNvSpPr txBox="1"/>
          <p:nvPr/>
        </p:nvSpPr>
        <p:spPr>
          <a:xfrm>
            <a:off x="3857307" y="2303360"/>
            <a:ext cx="1856232" cy="300082"/>
          </a:xfrm>
          <a:prstGeom prst="rect">
            <a:avLst/>
          </a:prstGeom>
          <a:noFill/>
        </p:spPr>
        <p:txBody>
          <a:bodyPr wrap="square" lIns="0" tIns="0" rIns="0" bIns="0" anchor="t">
            <a:spAutoFit/>
          </a:bodyPr>
          <a:lstStyle/>
          <a:p>
            <a:pPr algn="l">
              <a:lnSpc>
                <a:spcPct val="112000"/>
              </a:lnSpc>
            </a:pPr>
            <a:r>
              <a:rPr lang="en-HK" sz="900" dirty="0">
                <a:solidFill>
                  <a:srgbClr val="666666"/>
                </a:solidFill>
                <a:latin typeface="Outfit"/>
              </a:rPr>
              <a:t>99.9999% pure</a:t>
            </a:r>
            <a:r>
              <a:rPr sz="900" dirty="0">
                <a:solidFill>
                  <a:srgbClr val="666666"/>
                </a:solidFill>
                <a:latin typeface="Outfit"/>
              </a:rPr>
              <a:t> supply · getter purifier · M</a:t>
            </a:r>
            <a:r>
              <a:rPr lang="en-HK" sz="900" dirty="0">
                <a:solidFill>
                  <a:srgbClr val="666666"/>
                </a:solidFill>
                <a:latin typeface="Outfit"/>
              </a:rPr>
              <a:t>ass flow controller</a:t>
            </a:r>
            <a:endParaRPr sz="900" dirty="0">
              <a:solidFill>
                <a:srgbClr val="666666"/>
              </a:solidFill>
              <a:latin typeface="Outfit"/>
            </a:endParaRPr>
          </a:p>
        </p:txBody>
      </p:sp>
      <p:sp>
        <p:nvSpPr>
          <p:cNvPr id="18" name="Rounded Rectangle 17"/>
          <p:cNvSpPr/>
          <p:nvPr/>
        </p:nvSpPr>
        <p:spPr>
          <a:xfrm>
            <a:off x="6006147" y="2088578"/>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manipulator.png"/>
          <p:cNvPicPr>
            <a:picLocks noChangeAspect="1"/>
          </p:cNvPicPr>
          <p:nvPr/>
        </p:nvPicPr>
        <p:blipFill>
          <a:blip r:embed="rId6"/>
          <a:stretch>
            <a:fillRect/>
          </a:stretch>
        </p:blipFill>
        <p:spPr>
          <a:xfrm>
            <a:off x="6097587" y="2161730"/>
            <a:ext cx="365760" cy="365760"/>
          </a:xfrm>
          <a:prstGeom prst="rect">
            <a:avLst/>
          </a:prstGeom>
        </p:spPr>
      </p:pic>
      <p:sp>
        <p:nvSpPr>
          <p:cNvPr id="20" name="TextBox 19"/>
          <p:cNvSpPr txBox="1"/>
          <p:nvPr/>
        </p:nvSpPr>
        <p:spPr>
          <a:xfrm>
            <a:off x="6554787" y="2161730"/>
            <a:ext cx="1856232" cy="152799"/>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1200 °C </a:t>
            </a:r>
            <a:r>
              <a:rPr lang="en-HK" sz="900" b="1" dirty="0">
                <a:solidFill>
                  <a:srgbClr val="191919"/>
                </a:solidFill>
                <a:latin typeface="Outfit" pitchFamily="2" charset="0"/>
              </a:rPr>
              <a:t>heater</a:t>
            </a:r>
            <a:endParaRPr sz="900" b="1" dirty="0">
              <a:solidFill>
                <a:srgbClr val="191919"/>
              </a:solidFill>
              <a:latin typeface="Outfit" pitchFamily="2" charset="0"/>
            </a:endParaRPr>
          </a:p>
        </p:txBody>
      </p:sp>
      <p:sp>
        <p:nvSpPr>
          <p:cNvPr id="21" name="TextBox 20"/>
          <p:cNvSpPr txBox="1"/>
          <p:nvPr/>
        </p:nvSpPr>
        <p:spPr>
          <a:xfrm>
            <a:off x="6554787" y="2344610"/>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PBN-PG heater </a:t>
            </a:r>
          </a:p>
        </p:txBody>
      </p:sp>
      <p:sp>
        <p:nvSpPr>
          <p:cNvPr id="22" name="Rounded Rectangle 21"/>
          <p:cNvSpPr/>
          <p:nvPr/>
        </p:nvSpPr>
        <p:spPr>
          <a:xfrm>
            <a:off x="611187" y="2673794"/>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ell.png"/>
          <p:cNvPicPr>
            <a:picLocks noChangeAspect="1"/>
          </p:cNvPicPr>
          <p:nvPr/>
        </p:nvPicPr>
        <p:blipFill>
          <a:blip r:embed="rId7"/>
          <a:stretch>
            <a:fillRect/>
          </a:stretch>
        </p:blipFill>
        <p:spPr>
          <a:xfrm>
            <a:off x="702627" y="2746946"/>
            <a:ext cx="365760" cy="365760"/>
          </a:xfrm>
          <a:prstGeom prst="rect">
            <a:avLst/>
          </a:prstGeom>
        </p:spPr>
      </p:pic>
      <p:sp>
        <p:nvSpPr>
          <p:cNvPr id="24" name="TextBox 23"/>
          <p:cNvSpPr txBox="1"/>
          <p:nvPr/>
        </p:nvSpPr>
        <p:spPr>
          <a:xfrm>
            <a:off x="1159827" y="2746946"/>
            <a:ext cx="1856232" cy="152799"/>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Effusion cells ×6</a:t>
            </a:r>
          </a:p>
        </p:txBody>
      </p:sp>
      <p:sp>
        <p:nvSpPr>
          <p:cNvPr id="25" name="TextBox 24"/>
          <p:cNvSpPr txBox="1"/>
          <p:nvPr/>
        </p:nvSpPr>
        <p:spPr>
          <a:xfrm>
            <a:off x="1159827" y="2929826"/>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Ga · cold-lip Al · Cu · Si · Mg · spare</a:t>
            </a:r>
          </a:p>
        </p:txBody>
      </p:sp>
      <p:sp>
        <p:nvSpPr>
          <p:cNvPr id="26" name="Rounded Rectangle 25"/>
          <p:cNvSpPr/>
          <p:nvPr/>
        </p:nvSpPr>
        <p:spPr>
          <a:xfrm>
            <a:off x="3308667" y="2673794"/>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turbo.png"/>
          <p:cNvPicPr>
            <a:picLocks noChangeAspect="1"/>
          </p:cNvPicPr>
          <p:nvPr/>
        </p:nvPicPr>
        <p:blipFill>
          <a:blip r:embed="rId8"/>
          <a:stretch>
            <a:fillRect/>
          </a:stretch>
        </p:blipFill>
        <p:spPr>
          <a:xfrm>
            <a:off x="3400107" y="2746946"/>
            <a:ext cx="365760" cy="365760"/>
          </a:xfrm>
          <a:prstGeom prst="rect">
            <a:avLst/>
          </a:prstGeom>
        </p:spPr>
      </p:pic>
      <p:sp>
        <p:nvSpPr>
          <p:cNvPr id="28" name="TextBox 27"/>
          <p:cNvSpPr txBox="1"/>
          <p:nvPr/>
        </p:nvSpPr>
        <p:spPr>
          <a:xfrm>
            <a:off x="3857307" y="2746946"/>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Maglev turbo</a:t>
            </a:r>
            <a:r>
              <a:rPr lang="en-HK" sz="900" b="1" dirty="0">
                <a:solidFill>
                  <a:srgbClr val="191919"/>
                </a:solidFill>
                <a:latin typeface="Outfit" pitchFamily="2" charset="0"/>
              </a:rPr>
              <a:t>molecular</a:t>
            </a:r>
            <a:r>
              <a:rPr sz="900" b="1" dirty="0">
                <a:solidFill>
                  <a:srgbClr val="191919"/>
                </a:solidFill>
                <a:latin typeface="Outfit" pitchFamily="2" charset="0"/>
              </a:rPr>
              <a:t>pump</a:t>
            </a:r>
          </a:p>
        </p:txBody>
      </p:sp>
      <p:sp>
        <p:nvSpPr>
          <p:cNvPr id="29" name="TextBox 28"/>
          <p:cNvSpPr txBox="1"/>
          <p:nvPr/>
        </p:nvSpPr>
        <p:spPr>
          <a:xfrm>
            <a:off x="3857307" y="2929826"/>
            <a:ext cx="1856232" cy="144463"/>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≥2000 L/s N₂ + dry backing pump</a:t>
            </a:r>
          </a:p>
        </p:txBody>
      </p:sp>
      <p:sp>
        <p:nvSpPr>
          <p:cNvPr id="30" name="Rounded Rectangle 29"/>
          <p:cNvSpPr/>
          <p:nvPr/>
        </p:nvSpPr>
        <p:spPr>
          <a:xfrm>
            <a:off x="6006147" y="2673794"/>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onpump.png"/>
          <p:cNvPicPr>
            <a:picLocks noChangeAspect="1"/>
          </p:cNvPicPr>
          <p:nvPr/>
        </p:nvPicPr>
        <p:blipFill>
          <a:blip r:embed="rId9"/>
          <a:stretch>
            <a:fillRect/>
          </a:stretch>
        </p:blipFill>
        <p:spPr>
          <a:xfrm>
            <a:off x="6097587" y="2746946"/>
            <a:ext cx="365760" cy="365760"/>
          </a:xfrm>
          <a:prstGeom prst="rect">
            <a:avLst/>
          </a:prstGeom>
        </p:spPr>
      </p:pic>
      <p:sp>
        <p:nvSpPr>
          <p:cNvPr id="32" name="TextBox 31"/>
          <p:cNvSpPr txBox="1"/>
          <p:nvPr/>
        </p:nvSpPr>
        <p:spPr>
          <a:xfrm>
            <a:off x="6554787" y="2671321"/>
            <a:ext cx="1866838" cy="319446"/>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Ion pump + </a:t>
            </a:r>
            <a:r>
              <a:rPr lang="en-HK" sz="900" b="1" dirty="0">
                <a:solidFill>
                  <a:srgbClr val="191919"/>
                </a:solidFill>
                <a:latin typeface="Outfit" pitchFamily="2" charset="0"/>
              </a:rPr>
              <a:t>Titanium sublimation pump</a:t>
            </a:r>
            <a:endParaRPr sz="900" b="1" dirty="0">
              <a:solidFill>
                <a:srgbClr val="191919"/>
              </a:solidFill>
              <a:latin typeface="Outfit" pitchFamily="2" charset="0"/>
            </a:endParaRPr>
          </a:p>
        </p:txBody>
      </p:sp>
      <p:sp>
        <p:nvSpPr>
          <p:cNvPr id="33" name="TextBox 32"/>
          <p:cNvSpPr txBox="1"/>
          <p:nvPr/>
        </p:nvSpPr>
        <p:spPr>
          <a:xfrm>
            <a:off x="6554787" y="2991497"/>
            <a:ext cx="1856232" cy="144976"/>
          </a:xfrm>
          <a:prstGeom prst="rect">
            <a:avLst/>
          </a:prstGeom>
          <a:noFill/>
        </p:spPr>
        <p:txBody>
          <a:bodyPr wrap="square" lIns="0" tIns="0" rIns="0" bIns="0" anchor="t">
            <a:spAutoFit/>
          </a:bodyPr>
          <a:lstStyle/>
          <a:p>
            <a:pPr algn="l">
              <a:lnSpc>
                <a:spcPct val="112000"/>
              </a:lnSpc>
            </a:pPr>
            <a:r>
              <a:rPr lang="en-HK" sz="900" dirty="0">
                <a:solidFill>
                  <a:srgbClr val="666666"/>
                </a:solidFill>
                <a:latin typeface="Outfit"/>
              </a:rPr>
              <a:t>V</a:t>
            </a:r>
            <a:r>
              <a:rPr sz="900" dirty="0" err="1">
                <a:solidFill>
                  <a:srgbClr val="666666"/>
                </a:solidFill>
                <a:latin typeface="Outfit"/>
              </a:rPr>
              <a:t>alved</a:t>
            </a:r>
            <a:r>
              <a:rPr lang="en-HK" sz="900" dirty="0">
                <a:solidFill>
                  <a:srgbClr val="666666"/>
                </a:solidFill>
                <a:latin typeface="Outfit"/>
              </a:rPr>
              <a:t>: </a:t>
            </a:r>
            <a:r>
              <a:rPr sz="900" dirty="0">
                <a:solidFill>
                  <a:srgbClr val="666666"/>
                </a:solidFill>
                <a:latin typeface="Outfit"/>
              </a:rPr>
              <a:t>base-pressure duty only</a:t>
            </a:r>
          </a:p>
        </p:txBody>
      </p:sp>
      <p:sp>
        <p:nvSpPr>
          <p:cNvPr id="34" name="Rounded Rectangle 33"/>
          <p:cNvSpPr/>
          <p:nvPr/>
        </p:nvSpPr>
        <p:spPr>
          <a:xfrm>
            <a:off x="611187" y="3259010"/>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rheed.png"/>
          <p:cNvPicPr>
            <a:picLocks noChangeAspect="1"/>
          </p:cNvPicPr>
          <p:nvPr/>
        </p:nvPicPr>
        <p:blipFill>
          <a:blip r:embed="rId10"/>
          <a:stretch>
            <a:fillRect/>
          </a:stretch>
        </p:blipFill>
        <p:spPr>
          <a:xfrm>
            <a:off x="702627" y="3332162"/>
            <a:ext cx="365760" cy="365760"/>
          </a:xfrm>
          <a:prstGeom prst="rect">
            <a:avLst/>
          </a:prstGeom>
        </p:spPr>
      </p:pic>
      <p:sp>
        <p:nvSpPr>
          <p:cNvPr id="36" name="TextBox 35"/>
          <p:cNvSpPr txBox="1"/>
          <p:nvPr/>
        </p:nvSpPr>
        <p:spPr>
          <a:xfrm>
            <a:off x="1159827" y="3332162"/>
            <a:ext cx="1856232" cy="15324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RHEED</a:t>
            </a:r>
          </a:p>
        </p:txBody>
      </p:sp>
      <p:sp>
        <p:nvSpPr>
          <p:cNvPr id="37" name="TextBox 36"/>
          <p:cNvSpPr txBox="1"/>
          <p:nvPr/>
        </p:nvSpPr>
        <p:spPr>
          <a:xfrm>
            <a:off x="1159827" y="3515042"/>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gun · phosphor screen · camera</a:t>
            </a:r>
          </a:p>
        </p:txBody>
      </p:sp>
      <p:sp>
        <p:nvSpPr>
          <p:cNvPr id="38" name="Rounded Rectangle 37"/>
          <p:cNvSpPr/>
          <p:nvPr/>
        </p:nvSpPr>
        <p:spPr>
          <a:xfrm>
            <a:off x="3308667" y="3259010"/>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pyro.png"/>
          <p:cNvPicPr>
            <a:picLocks noChangeAspect="1"/>
          </p:cNvPicPr>
          <p:nvPr/>
        </p:nvPicPr>
        <p:blipFill>
          <a:blip r:embed="rId11"/>
          <a:stretch>
            <a:fillRect/>
          </a:stretch>
        </p:blipFill>
        <p:spPr>
          <a:xfrm>
            <a:off x="3400107" y="3332162"/>
            <a:ext cx="365760" cy="365760"/>
          </a:xfrm>
          <a:prstGeom prst="rect">
            <a:avLst/>
          </a:prstGeom>
        </p:spPr>
      </p:pic>
      <p:sp>
        <p:nvSpPr>
          <p:cNvPr id="40" name="TextBox 39"/>
          <p:cNvSpPr txBox="1"/>
          <p:nvPr/>
        </p:nvSpPr>
        <p:spPr>
          <a:xfrm>
            <a:off x="3857307" y="3332162"/>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Band-edge pyrometer</a:t>
            </a:r>
          </a:p>
        </p:txBody>
      </p:sp>
      <p:sp>
        <p:nvSpPr>
          <p:cNvPr id="41" name="TextBox 40"/>
          <p:cNvSpPr txBox="1"/>
          <p:nvPr/>
        </p:nvSpPr>
        <p:spPr>
          <a:xfrm>
            <a:off x="3857307" y="3515042"/>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true wafer </a:t>
            </a:r>
            <a:r>
              <a:rPr lang="en-HK" sz="900" dirty="0">
                <a:solidFill>
                  <a:srgbClr val="666666"/>
                </a:solidFill>
                <a:latin typeface="Outfit"/>
              </a:rPr>
              <a:t>temperature reading</a:t>
            </a:r>
            <a:endParaRPr sz="900" dirty="0">
              <a:solidFill>
                <a:srgbClr val="666666"/>
              </a:solidFill>
              <a:latin typeface="Outfit"/>
            </a:endParaRPr>
          </a:p>
        </p:txBody>
      </p:sp>
      <p:sp>
        <p:nvSpPr>
          <p:cNvPr id="42" name="Rounded Rectangle 41"/>
          <p:cNvSpPr/>
          <p:nvPr/>
        </p:nvSpPr>
        <p:spPr>
          <a:xfrm>
            <a:off x="6006147" y="3259010"/>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gauge.png"/>
          <p:cNvPicPr>
            <a:picLocks noChangeAspect="1"/>
          </p:cNvPicPr>
          <p:nvPr/>
        </p:nvPicPr>
        <p:blipFill>
          <a:blip r:embed="rId12"/>
          <a:stretch>
            <a:fillRect/>
          </a:stretch>
        </p:blipFill>
        <p:spPr>
          <a:xfrm>
            <a:off x="6097587" y="3332162"/>
            <a:ext cx="365760" cy="365760"/>
          </a:xfrm>
          <a:prstGeom prst="rect">
            <a:avLst/>
          </a:prstGeom>
        </p:spPr>
      </p:pic>
      <p:sp>
        <p:nvSpPr>
          <p:cNvPr id="44" name="TextBox 43"/>
          <p:cNvSpPr txBox="1"/>
          <p:nvPr/>
        </p:nvSpPr>
        <p:spPr>
          <a:xfrm>
            <a:off x="6554787" y="3332162"/>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R</a:t>
            </a:r>
            <a:r>
              <a:rPr lang="en-HK" sz="900" b="1" dirty="0" err="1">
                <a:solidFill>
                  <a:srgbClr val="191919"/>
                </a:solidFill>
                <a:latin typeface="Outfit" pitchFamily="2" charset="0"/>
              </a:rPr>
              <a:t>esidual</a:t>
            </a:r>
            <a:r>
              <a:rPr lang="en-HK" sz="900" b="1" dirty="0">
                <a:solidFill>
                  <a:srgbClr val="191919"/>
                </a:solidFill>
                <a:latin typeface="Outfit" pitchFamily="2" charset="0"/>
              </a:rPr>
              <a:t> gas </a:t>
            </a:r>
            <a:r>
              <a:rPr lang="en-HK" sz="900" b="1" dirty="0" err="1">
                <a:solidFill>
                  <a:srgbClr val="191919"/>
                </a:solidFill>
                <a:latin typeface="Outfit" pitchFamily="2" charset="0"/>
              </a:rPr>
              <a:t>analyzer</a:t>
            </a:r>
            <a:r>
              <a:rPr sz="900" b="1" dirty="0">
                <a:solidFill>
                  <a:srgbClr val="191919"/>
                </a:solidFill>
                <a:latin typeface="Outfit" pitchFamily="2" charset="0"/>
              </a:rPr>
              <a:t> + ion gauges</a:t>
            </a:r>
          </a:p>
        </p:txBody>
      </p:sp>
      <p:sp>
        <p:nvSpPr>
          <p:cNvPr id="45" name="TextBox 44"/>
          <p:cNvSpPr txBox="1"/>
          <p:nvPr/>
        </p:nvSpPr>
        <p:spPr>
          <a:xfrm>
            <a:off x="6554787" y="3515042"/>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incl. retractable beam-flux monitor</a:t>
            </a:r>
          </a:p>
        </p:txBody>
      </p:sp>
      <p:sp>
        <p:nvSpPr>
          <p:cNvPr id="46" name="Rounded Rectangle 45"/>
          <p:cNvSpPr/>
          <p:nvPr/>
        </p:nvSpPr>
        <p:spPr>
          <a:xfrm>
            <a:off x="611187" y="3844226"/>
            <a:ext cx="2514600" cy="770636"/>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psu.png"/>
          <p:cNvPicPr>
            <a:picLocks noChangeAspect="1"/>
          </p:cNvPicPr>
          <p:nvPr/>
        </p:nvPicPr>
        <p:blipFill>
          <a:blip r:embed="rId13"/>
          <a:stretch>
            <a:fillRect/>
          </a:stretch>
        </p:blipFill>
        <p:spPr>
          <a:xfrm>
            <a:off x="702627" y="3917378"/>
            <a:ext cx="365760" cy="365760"/>
          </a:xfrm>
          <a:prstGeom prst="rect">
            <a:avLst/>
          </a:prstGeom>
        </p:spPr>
      </p:pic>
      <p:sp>
        <p:nvSpPr>
          <p:cNvPr id="48" name="TextBox 47"/>
          <p:cNvSpPr txBox="1"/>
          <p:nvPr/>
        </p:nvSpPr>
        <p:spPr>
          <a:xfrm>
            <a:off x="1159827" y="3896753"/>
            <a:ext cx="1856232" cy="319446"/>
          </a:xfrm>
          <a:prstGeom prst="rect">
            <a:avLst/>
          </a:prstGeom>
          <a:noFill/>
        </p:spPr>
        <p:txBody>
          <a:bodyPr wrap="square" lIns="0" tIns="0" rIns="0" bIns="0" anchor="t">
            <a:spAutoFit/>
          </a:bodyPr>
          <a:lstStyle/>
          <a:p>
            <a:pPr algn="l">
              <a:lnSpc>
                <a:spcPct val="120000"/>
              </a:lnSpc>
            </a:pPr>
            <a:r>
              <a:rPr lang="en-HK" sz="900" b="1" dirty="0">
                <a:solidFill>
                  <a:srgbClr val="191919"/>
                </a:solidFill>
                <a:latin typeface="Outfit" pitchFamily="2" charset="0"/>
              </a:rPr>
              <a:t>Power supply </a:t>
            </a:r>
            <a:r>
              <a:rPr sz="900" b="1" dirty="0">
                <a:solidFill>
                  <a:srgbClr val="191919"/>
                </a:solidFill>
                <a:latin typeface="Outfit" pitchFamily="2" charset="0"/>
              </a:rPr>
              <a:t>+ P</a:t>
            </a:r>
            <a:r>
              <a:rPr lang="en-HK" sz="900" b="1" dirty="0" err="1">
                <a:solidFill>
                  <a:srgbClr val="191919"/>
                </a:solidFill>
                <a:latin typeface="Outfit" pitchFamily="2" charset="0"/>
              </a:rPr>
              <a:t>roportional</a:t>
            </a:r>
            <a:r>
              <a:rPr lang="en-HK" sz="900" b="1" dirty="0">
                <a:solidFill>
                  <a:srgbClr val="191919"/>
                </a:solidFill>
                <a:latin typeface="Outfit" pitchFamily="2" charset="0"/>
              </a:rPr>
              <a:t> integral derivative</a:t>
            </a:r>
            <a:endParaRPr sz="900" b="1" dirty="0">
              <a:solidFill>
                <a:srgbClr val="191919"/>
              </a:solidFill>
              <a:latin typeface="Outfit" pitchFamily="2" charset="0"/>
            </a:endParaRPr>
          </a:p>
        </p:txBody>
      </p:sp>
      <p:sp>
        <p:nvSpPr>
          <p:cNvPr id="49" name="TextBox 48"/>
          <p:cNvSpPr txBox="1"/>
          <p:nvPr/>
        </p:nvSpPr>
        <p:spPr>
          <a:xfrm>
            <a:off x="1178115" y="4268726"/>
            <a:ext cx="1856232" cy="300082"/>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one DC supply +</a:t>
            </a:r>
            <a:r>
              <a:rPr lang="en-HK" sz="900" dirty="0">
                <a:solidFill>
                  <a:srgbClr val="666666"/>
                </a:solidFill>
                <a:latin typeface="Outfit"/>
              </a:rPr>
              <a:t> control</a:t>
            </a:r>
            <a:r>
              <a:rPr sz="900" dirty="0">
                <a:solidFill>
                  <a:srgbClr val="666666"/>
                </a:solidFill>
                <a:latin typeface="Outfit"/>
              </a:rPr>
              <a:t> loop per heater zone</a:t>
            </a:r>
          </a:p>
        </p:txBody>
      </p:sp>
      <p:sp>
        <p:nvSpPr>
          <p:cNvPr id="50" name="Rounded Rectangle 49"/>
          <p:cNvSpPr/>
          <p:nvPr/>
        </p:nvSpPr>
        <p:spPr>
          <a:xfrm>
            <a:off x="3308667" y="3844225"/>
            <a:ext cx="2514600" cy="770637"/>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ln2.png"/>
          <p:cNvPicPr>
            <a:picLocks noChangeAspect="1"/>
          </p:cNvPicPr>
          <p:nvPr/>
        </p:nvPicPr>
        <p:blipFill>
          <a:blip r:embed="rId14"/>
          <a:stretch>
            <a:fillRect/>
          </a:stretch>
        </p:blipFill>
        <p:spPr>
          <a:xfrm>
            <a:off x="3400107" y="3917378"/>
            <a:ext cx="365760" cy="365760"/>
          </a:xfrm>
          <a:prstGeom prst="rect">
            <a:avLst/>
          </a:prstGeom>
        </p:spPr>
      </p:pic>
      <p:sp>
        <p:nvSpPr>
          <p:cNvPr id="52" name="TextBox 51"/>
          <p:cNvSpPr txBox="1"/>
          <p:nvPr/>
        </p:nvSpPr>
        <p:spPr>
          <a:xfrm>
            <a:off x="3857307" y="3917378"/>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LN₂ distribution</a:t>
            </a:r>
          </a:p>
        </p:txBody>
      </p:sp>
      <p:sp>
        <p:nvSpPr>
          <p:cNvPr id="53" name="TextBox 52"/>
          <p:cNvSpPr txBox="1"/>
          <p:nvPr/>
        </p:nvSpPr>
        <p:spPr>
          <a:xfrm>
            <a:off x="3857307" y="4100258"/>
            <a:ext cx="1856232" cy="300082"/>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phase separator · vacuum-insulated lines</a:t>
            </a:r>
          </a:p>
        </p:txBody>
      </p:sp>
      <p:sp>
        <p:nvSpPr>
          <p:cNvPr id="54" name="Rounded Rectangle 53"/>
          <p:cNvSpPr/>
          <p:nvPr/>
        </p:nvSpPr>
        <p:spPr>
          <a:xfrm>
            <a:off x="6006147" y="3844225"/>
            <a:ext cx="2514600" cy="770637"/>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facility.png"/>
          <p:cNvPicPr>
            <a:picLocks noChangeAspect="1"/>
          </p:cNvPicPr>
          <p:nvPr/>
        </p:nvPicPr>
        <p:blipFill>
          <a:blip r:embed="rId15"/>
          <a:stretch>
            <a:fillRect/>
          </a:stretch>
        </p:blipFill>
        <p:spPr>
          <a:xfrm>
            <a:off x="6097587" y="3917378"/>
            <a:ext cx="365760" cy="365760"/>
          </a:xfrm>
          <a:prstGeom prst="rect">
            <a:avLst/>
          </a:prstGeom>
        </p:spPr>
      </p:pic>
      <p:sp>
        <p:nvSpPr>
          <p:cNvPr id="56" name="TextBox 55"/>
          <p:cNvSpPr txBox="1"/>
          <p:nvPr/>
        </p:nvSpPr>
        <p:spPr>
          <a:xfrm>
            <a:off x="6554787" y="3870644"/>
            <a:ext cx="1856232" cy="485646"/>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Bake-out</a:t>
            </a:r>
            <a:r>
              <a:rPr lang="en-HK" sz="900" b="1" dirty="0">
                <a:solidFill>
                  <a:srgbClr val="191919"/>
                </a:solidFill>
                <a:latin typeface="Outfit" pitchFamily="2" charset="0"/>
              </a:rPr>
              <a:t> heater</a:t>
            </a:r>
            <a:r>
              <a:rPr sz="900" b="1" dirty="0">
                <a:solidFill>
                  <a:srgbClr val="191919"/>
                </a:solidFill>
                <a:latin typeface="Outfit" pitchFamily="2" charset="0"/>
              </a:rPr>
              <a:t> · </a:t>
            </a:r>
            <a:r>
              <a:rPr lang="en-HK" sz="900" b="1" dirty="0">
                <a:solidFill>
                  <a:srgbClr val="191919"/>
                </a:solidFill>
                <a:latin typeface="Outfit" pitchFamily="2" charset="0"/>
              </a:rPr>
              <a:t>water-loop </a:t>
            </a:r>
            <a:r>
              <a:rPr sz="900" b="1" dirty="0">
                <a:solidFill>
                  <a:srgbClr val="191919"/>
                </a:solidFill>
                <a:latin typeface="Outfit" pitchFamily="2" charset="0"/>
              </a:rPr>
              <a:t>chiller · U</a:t>
            </a:r>
            <a:r>
              <a:rPr lang="en-HK" sz="900" b="1" dirty="0" err="1">
                <a:solidFill>
                  <a:srgbClr val="191919"/>
                </a:solidFill>
                <a:latin typeface="Outfit" pitchFamily="2" charset="0"/>
              </a:rPr>
              <a:t>ninterruptible</a:t>
            </a:r>
            <a:r>
              <a:rPr lang="en-HK" sz="900" b="1" dirty="0">
                <a:solidFill>
                  <a:srgbClr val="191919"/>
                </a:solidFill>
                <a:latin typeface="Outfit" pitchFamily="2" charset="0"/>
              </a:rPr>
              <a:t> </a:t>
            </a:r>
            <a:r>
              <a:rPr sz="900" b="1" dirty="0">
                <a:solidFill>
                  <a:srgbClr val="191919"/>
                </a:solidFill>
                <a:latin typeface="Outfit" pitchFamily="2" charset="0"/>
              </a:rPr>
              <a:t>P</a:t>
            </a:r>
            <a:r>
              <a:rPr lang="en-HK" sz="900" b="1" dirty="0" err="1">
                <a:solidFill>
                  <a:srgbClr val="191919"/>
                </a:solidFill>
                <a:latin typeface="Outfit" pitchFamily="2" charset="0"/>
              </a:rPr>
              <a:t>ower</a:t>
            </a:r>
            <a:r>
              <a:rPr lang="en-HK" sz="900" b="1" dirty="0">
                <a:solidFill>
                  <a:srgbClr val="191919"/>
                </a:solidFill>
                <a:latin typeface="Outfit" pitchFamily="2" charset="0"/>
              </a:rPr>
              <a:t> </a:t>
            </a:r>
            <a:r>
              <a:rPr sz="900" b="1" dirty="0">
                <a:solidFill>
                  <a:srgbClr val="191919"/>
                </a:solidFill>
                <a:latin typeface="Outfit" pitchFamily="2" charset="0"/>
              </a:rPr>
              <a:t>S</a:t>
            </a:r>
            <a:r>
              <a:rPr lang="en-HK" sz="900" b="1" dirty="0" err="1">
                <a:solidFill>
                  <a:srgbClr val="191919"/>
                </a:solidFill>
                <a:latin typeface="Outfit" pitchFamily="2" charset="0"/>
              </a:rPr>
              <a:t>upply</a:t>
            </a:r>
            <a:endParaRPr sz="900" b="1" dirty="0">
              <a:solidFill>
                <a:srgbClr val="191919"/>
              </a:solidFill>
              <a:latin typeface="Outfit"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Cost Estimate</a:t>
            </a:r>
            <a:endParaRPr sz="2200" spc="20" dirty="0">
              <a:solidFill>
                <a:srgbClr val="00B388"/>
              </a:solidFill>
              <a:latin typeface="AvenirNext LT Pro Light"/>
            </a:endParaRP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NITRIDE MBE PROPOSAL · BUDGET</a:t>
            </a:r>
          </a:p>
        </p:txBody>
      </p:sp>
      <p:sp>
        <p:nvSpPr>
          <p:cNvPr id="4" name="Rounded Rectangle 3"/>
          <p:cNvSpPr/>
          <p:nvPr/>
        </p:nvSpPr>
        <p:spPr>
          <a:xfrm>
            <a:off x="612648" y="1371600"/>
            <a:ext cx="7918704" cy="384048"/>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0664" y="1435608"/>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a:solidFill>
                  <a:srgbClr val="FFFFFF"/>
                </a:solidFill>
                <a:latin typeface="AvenirNext LT Pro Medium"/>
              </a:rPr>
              <a:t>01</a:t>
            </a:r>
          </a:p>
        </p:txBody>
      </p:sp>
      <p:sp>
        <p:nvSpPr>
          <p:cNvPr id="6" name="TextBox 5"/>
          <p:cNvSpPr txBox="1"/>
          <p:nvPr/>
        </p:nvSpPr>
        <p:spPr>
          <a:xfrm>
            <a:off x="1143000" y="1371600"/>
            <a:ext cx="4297680" cy="384048"/>
          </a:xfrm>
          <a:prstGeom prst="rect">
            <a:avLst/>
          </a:prstGeom>
          <a:noFill/>
        </p:spPr>
        <p:txBody>
          <a:bodyPr wrap="square" lIns="0" tIns="0" rIns="0" bIns="0" anchor="ctr">
            <a:spAutoFit/>
          </a:bodyPr>
          <a:lstStyle/>
          <a:p>
            <a:pPr algn="l">
              <a:lnSpc>
                <a:spcPct val="120000"/>
              </a:lnSpc>
            </a:pPr>
            <a:r>
              <a:rPr sz="860">
                <a:solidFill>
                  <a:srgbClr val="191919"/>
                </a:solidFill>
                <a:latin typeface="AvenirNext LT Pro Medium"/>
              </a:rPr>
              <a:t>GEN II / Riber 32 class, refurbished</a:t>
            </a:r>
          </a:p>
        </p:txBody>
      </p:sp>
      <p:sp>
        <p:nvSpPr>
          <p:cNvPr id="7" name="TextBox 6"/>
          <p:cNvSpPr txBox="1"/>
          <p:nvPr/>
        </p:nvSpPr>
        <p:spPr>
          <a:xfrm>
            <a:off x="5532120" y="1371600"/>
            <a:ext cx="1554480" cy="384048"/>
          </a:xfrm>
          <a:prstGeom prst="rect">
            <a:avLst/>
          </a:prstGeom>
          <a:noFill/>
        </p:spPr>
        <p:txBody>
          <a:bodyPr wrap="square" lIns="0" tIns="0" rIns="0" bIns="0" anchor="ctr">
            <a:spAutoFit/>
          </a:bodyPr>
          <a:lstStyle/>
          <a:p>
            <a:pPr algn="l">
              <a:lnSpc>
                <a:spcPct val="120000"/>
              </a:lnSpc>
            </a:pPr>
            <a:r>
              <a:rPr sz="720">
                <a:solidFill>
                  <a:srgbClr val="666666"/>
                </a:solidFill>
                <a:latin typeface="Outfit"/>
              </a:rPr>
              <a:t>used chassis</a:t>
            </a:r>
          </a:p>
        </p:txBody>
      </p:sp>
      <p:sp>
        <p:nvSpPr>
          <p:cNvPr id="8" name="TextBox 7"/>
          <p:cNvSpPr txBox="1"/>
          <p:nvPr/>
        </p:nvSpPr>
        <p:spPr>
          <a:xfrm>
            <a:off x="7178040" y="1371600"/>
            <a:ext cx="1225296" cy="384048"/>
          </a:xfrm>
          <a:prstGeom prst="rect">
            <a:avLst/>
          </a:prstGeom>
          <a:noFill/>
        </p:spPr>
        <p:txBody>
          <a:bodyPr wrap="square" lIns="0" tIns="0" rIns="0" bIns="0" anchor="ctr">
            <a:spAutoFit/>
          </a:bodyPr>
          <a:lstStyle/>
          <a:p>
            <a:pPr algn="r">
              <a:lnSpc>
                <a:spcPct val="120000"/>
              </a:lnSpc>
            </a:pPr>
            <a:r>
              <a:rPr sz="900">
                <a:solidFill>
                  <a:srgbClr val="191919"/>
                </a:solidFill>
                <a:latin typeface="AvenirNext LT Pro Medium"/>
              </a:rPr>
              <a:t>0.20–0.50</a:t>
            </a:r>
          </a:p>
        </p:txBody>
      </p:sp>
      <p:sp>
        <p:nvSpPr>
          <p:cNvPr id="9" name="Rounded Rectangle 8"/>
          <p:cNvSpPr/>
          <p:nvPr/>
        </p:nvSpPr>
        <p:spPr>
          <a:xfrm>
            <a:off x="612648" y="1792224"/>
            <a:ext cx="7918704" cy="384048"/>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40664" y="1856231"/>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a:solidFill>
                  <a:srgbClr val="FFFFFF"/>
                </a:solidFill>
                <a:latin typeface="AvenirNext LT Pro Medium"/>
              </a:rPr>
              <a:t>02</a:t>
            </a:r>
          </a:p>
        </p:txBody>
      </p:sp>
      <p:sp>
        <p:nvSpPr>
          <p:cNvPr id="11" name="TextBox 10"/>
          <p:cNvSpPr txBox="1"/>
          <p:nvPr/>
        </p:nvSpPr>
        <p:spPr>
          <a:xfrm>
            <a:off x="1143000" y="1792224"/>
            <a:ext cx="4297680" cy="384048"/>
          </a:xfrm>
          <a:prstGeom prst="rect">
            <a:avLst/>
          </a:prstGeom>
          <a:noFill/>
        </p:spPr>
        <p:txBody>
          <a:bodyPr wrap="square" lIns="0" tIns="0" rIns="0" bIns="0" anchor="ctr">
            <a:spAutoFit/>
          </a:bodyPr>
          <a:lstStyle/>
          <a:p>
            <a:pPr algn="l">
              <a:lnSpc>
                <a:spcPct val="120000"/>
              </a:lnSpc>
            </a:pPr>
            <a:r>
              <a:rPr sz="860">
                <a:solidFill>
                  <a:srgbClr val="191919"/>
                </a:solidFill>
                <a:latin typeface="AvenirNext LT Pro Medium"/>
              </a:rPr>
              <a:t>Plasma source · 1200 °C manipulator · effusion cells</a:t>
            </a:r>
          </a:p>
        </p:txBody>
      </p:sp>
      <p:sp>
        <p:nvSpPr>
          <p:cNvPr id="12" name="TextBox 11"/>
          <p:cNvSpPr txBox="1"/>
          <p:nvPr/>
        </p:nvSpPr>
        <p:spPr>
          <a:xfrm>
            <a:off x="5532120" y="1792224"/>
            <a:ext cx="1554480" cy="384048"/>
          </a:xfrm>
          <a:prstGeom prst="rect">
            <a:avLst/>
          </a:prstGeom>
          <a:noFill/>
        </p:spPr>
        <p:txBody>
          <a:bodyPr wrap="square" lIns="0" tIns="0" rIns="0" bIns="0" anchor="ctr">
            <a:spAutoFit/>
          </a:bodyPr>
          <a:lstStyle/>
          <a:p>
            <a:pPr algn="l">
              <a:lnSpc>
                <a:spcPct val="120000"/>
              </a:lnSpc>
            </a:pPr>
            <a:r>
              <a:rPr sz="720">
                <a:solidFill>
                  <a:srgbClr val="666666"/>
                </a:solidFill>
                <a:latin typeface="Outfit"/>
              </a:rPr>
              <a:t>nitride core</a:t>
            </a:r>
          </a:p>
        </p:txBody>
      </p:sp>
      <p:sp>
        <p:nvSpPr>
          <p:cNvPr id="13" name="TextBox 12"/>
          <p:cNvSpPr txBox="1"/>
          <p:nvPr/>
        </p:nvSpPr>
        <p:spPr>
          <a:xfrm>
            <a:off x="7178040" y="1792224"/>
            <a:ext cx="1225296" cy="384048"/>
          </a:xfrm>
          <a:prstGeom prst="rect">
            <a:avLst/>
          </a:prstGeom>
          <a:noFill/>
        </p:spPr>
        <p:txBody>
          <a:bodyPr wrap="square" lIns="0" tIns="0" rIns="0" bIns="0" anchor="ctr">
            <a:spAutoFit/>
          </a:bodyPr>
          <a:lstStyle/>
          <a:p>
            <a:pPr algn="r">
              <a:lnSpc>
                <a:spcPct val="120000"/>
              </a:lnSpc>
            </a:pPr>
            <a:r>
              <a:rPr sz="900">
                <a:solidFill>
                  <a:srgbClr val="191919"/>
                </a:solidFill>
                <a:latin typeface="AvenirNext LT Pro Medium"/>
              </a:rPr>
              <a:t>0.21–0.42</a:t>
            </a:r>
          </a:p>
        </p:txBody>
      </p:sp>
      <p:sp>
        <p:nvSpPr>
          <p:cNvPr id="14" name="Rounded Rectangle 13"/>
          <p:cNvSpPr/>
          <p:nvPr/>
        </p:nvSpPr>
        <p:spPr>
          <a:xfrm>
            <a:off x="612648" y="2212848"/>
            <a:ext cx="7918704" cy="384048"/>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0664" y="2276856"/>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a:solidFill>
                  <a:srgbClr val="FFFFFF"/>
                </a:solidFill>
                <a:latin typeface="AvenirNext LT Pro Medium"/>
              </a:rPr>
              <a:t>03</a:t>
            </a:r>
          </a:p>
        </p:txBody>
      </p:sp>
      <p:sp>
        <p:nvSpPr>
          <p:cNvPr id="16" name="TextBox 15"/>
          <p:cNvSpPr txBox="1"/>
          <p:nvPr/>
        </p:nvSpPr>
        <p:spPr>
          <a:xfrm>
            <a:off x="1143000" y="2212848"/>
            <a:ext cx="4297680" cy="384048"/>
          </a:xfrm>
          <a:prstGeom prst="rect">
            <a:avLst/>
          </a:prstGeom>
          <a:noFill/>
        </p:spPr>
        <p:txBody>
          <a:bodyPr wrap="square" lIns="0" tIns="0" rIns="0" bIns="0" anchor="ctr">
            <a:spAutoFit/>
          </a:bodyPr>
          <a:lstStyle/>
          <a:p>
            <a:pPr algn="l">
              <a:lnSpc>
                <a:spcPct val="120000"/>
              </a:lnSpc>
            </a:pPr>
            <a:r>
              <a:rPr sz="860">
                <a:solidFill>
                  <a:srgbClr val="191919"/>
                </a:solidFill>
                <a:latin typeface="AvenirNext LT Pro Medium"/>
              </a:rPr>
              <a:t>Maglev turbo · RHEED 30 keV · band-edge pyrometry · RGA</a:t>
            </a:r>
          </a:p>
        </p:txBody>
      </p:sp>
      <p:sp>
        <p:nvSpPr>
          <p:cNvPr id="17" name="TextBox 16"/>
          <p:cNvSpPr txBox="1"/>
          <p:nvPr/>
        </p:nvSpPr>
        <p:spPr>
          <a:xfrm>
            <a:off x="5532120" y="2212848"/>
            <a:ext cx="1554480" cy="384048"/>
          </a:xfrm>
          <a:prstGeom prst="rect">
            <a:avLst/>
          </a:prstGeom>
          <a:noFill/>
        </p:spPr>
        <p:txBody>
          <a:bodyPr wrap="square" lIns="0" tIns="0" rIns="0" bIns="0" anchor="ctr">
            <a:spAutoFit/>
          </a:bodyPr>
          <a:lstStyle/>
          <a:p>
            <a:pPr algn="l">
              <a:lnSpc>
                <a:spcPct val="120000"/>
              </a:lnSpc>
            </a:pPr>
            <a:r>
              <a:rPr sz="720">
                <a:solidFill>
                  <a:srgbClr val="666666"/>
                </a:solidFill>
                <a:latin typeface="Outfit"/>
              </a:rPr>
              <a:t>vacuum + diagnostics</a:t>
            </a:r>
          </a:p>
        </p:txBody>
      </p:sp>
      <p:sp>
        <p:nvSpPr>
          <p:cNvPr id="18" name="TextBox 17"/>
          <p:cNvSpPr txBox="1"/>
          <p:nvPr/>
        </p:nvSpPr>
        <p:spPr>
          <a:xfrm>
            <a:off x="7178040" y="2212848"/>
            <a:ext cx="1225296" cy="384048"/>
          </a:xfrm>
          <a:prstGeom prst="rect">
            <a:avLst/>
          </a:prstGeom>
          <a:noFill/>
        </p:spPr>
        <p:txBody>
          <a:bodyPr wrap="square" lIns="0" tIns="0" rIns="0" bIns="0" anchor="ctr">
            <a:spAutoFit/>
          </a:bodyPr>
          <a:lstStyle/>
          <a:p>
            <a:pPr algn="r">
              <a:lnSpc>
                <a:spcPct val="120000"/>
              </a:lnSpc>
            </a:pPr>
            <a:r>
              <a:rPr sz="900">
                <a:solidFill>
                  <a:srgbClr val="191919"/>
                </a:solidFill>
                <a:latin typeface="AvenirNext LT Pro Medium"/>
              </a:rPr>
              <a:t>0.19–0.32</a:t>
            </a:r>
          </a:p>
        </p:txBody>
      </p:sp>
      <p:sp>
        <p:nvSpPr>
          <p:cNvPr id="19" name="Rounded Rectangle 18"/>
          <p:cNvSpPr/>
          <p:nvPr/>
        </p:nvSpPr>
        <p:spPr>
          <a:xfrm>
            <a:off x="612648" y="2633472"/>
            <a:ext cx="7918704" cy="384048"/>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0664" y="2697479"/>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a:solidFill>
                  <a:srgbClr val="FFFFFF"/>
                </a:solidFill>
                <a:latin typeface="AvenirNext LT Pro Medium"/>
              </a:rPr>
              <a:t>04</a:t>
            </a:r>
          </a:p>
        </p:txBody>
      </p:sp>
      <p:sp>
        <p:nvSpPr>
          <p:cNvPr id="21" name="TextBox 20"/>
          <p:cNvSpPr txBox="1"/>
          <p:nvPr/>
        </p:nvSpPr>
        <p:spPr>
          <a:xfrm>
            <a:off x="1143000" y="2633472"/>
            <a:ext cx="4297680" cy="384048"/>
          </a:xfrm>
          <a:prstGeom prst="rect">
            <a:avLst/>
          </a:prstGeom>
          <a:noFill/>
        </p:spPr>
        <p:txBody>
          <a:bodyPr wrap="square" lIns="0" tIns="0" rIns="0" bIns="0" anchor="ctr">
            <a:spAutoFit/>
          </a:bodyPr>
          <a:lstStyle/>
          <a:p>
            <a:pPr algn="l">
              <a:lnSpc>
                <a:spcPct val="120000"/>
              </a:lnSpc>
            </a:pPr>
            <a:r>
              <a:rPr sz="860">
                <a:solidFill>
                  <a:srgbClr val="191919"/>
                </a:solidFill>
                <a:latin typeface="AvenirNext LT Pro Medium"/>
              </a:rPr>
              <a:t>Software built in-house on commercial interlocks</a:t>
            </a:r>
          </a:p>
        </p:txBody>
      </p:sp>
      <p:sp>
        <p:nvSpPr>
          <p:cNvPr id="22" name="TextBox 21"/>
          <p:cNvSpPr txBox="1"/>
          <p:nvPr/>
        </p:nvSpPr>
        <p:spPr>
          <a:xfrm>
            <a:off x="5532120" y="2633472"/>
            <a:ext cx="1554480" cy="384048"/>
          </a:xfrm>
          <a:prstGeom prst="rect">
            <a:avLst/>
          </a:prstGeom>
          <a:noFill/>
        </p:spPr>
        <p:txBody>
          <a:bodyPr wrap="square" lIns="0" tIns="0" rIns="0" bIns="0" anchor="ctr">
            <a:spAutoFit/>
          </a:bodyPr>
          <a:lstStyle/>
          <a:p>
            <a:pPr algn="l">
              <a:lnSpc>
                <a:spcPct val="120000"/>
              </a:lnSpc>
            </a:pPr>
            <a:r>
              <a:rPr sz="720">
                <a:solidFill>
                  <a:srgbClr val="666666"/>
                </a:solidFill>
                <a:latin typeface="Outfit"/>
              </a:rPr>
              <a:t>controls + DAQ</a:t>
            </a:r>
          </a:p>
        </p:txBody>
      </p:sp>
      <p:sp>
        <p:nvSpPr>
          <p:cNvPr id="23" name="TextBox 22"/>
          <p:cNvSpPr txBox="1"/>
          <p:nvPr/>
        </p:nvSpPr>
        <p:spPr>
          <a:xfrm>
            <a:off x="7178040" y="2633472"/>
            <a:ext cx="1225296" cy="384048"/>
          </a:xfrm>
          <a:prstGeom prst="rect">
            <a:avLst/>
          </a:prstGeom>
          <a:noFill/>
        </p:spPr>
        <p:txBody>
          <a:bodyPr wrap="square" lIns="0" tIns="0" rIns="0" bIns="0" anchor="ctr">
            <a:spAutoFit/>
          </a:bodyPr>
          <a:lstStyle/>
          <a:p>
            <a:pPr algn="r">
              <a:lnSpc>
                <a:spcPct val="120000"/>
              </a:lnSpc>
            </a:pPr>
            <a:r>
              <a:rPr sz="900">
                <a:solidFill>
                  <a:srgbClr val="191919"/>
                </a:solidFill>
                <a:latin typeface="AvenirNext LT Pro Medium"/>
              </a:rPr>
              <a:t>0.04–0.08</a:t>
            </a:r>
          </a:p>
        </p:txBody>
      </p:sp>
      <p:sp>
        <p:nvSpPr>
          <p:cNvPr id="24" name="Rounded Rectangle 23"/>
          <p:cNvSpPr/>
          <p:nvPr/>
        </p:nvSpPr>
        <p:spPr>
          <a:xfrm>
            <a:off x="612648" y="3054096"/>
            <a:ext cx="7918704" cy="384048"/>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40664" y="3118103"/>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a:solidFill>
                  <a:srgbClr val="FFFFFF"/>
                </a:solidFill>
                <a:latin typeface="AvenirNext LT Pro Medium"/>
              </a:rPr>
              <a:t>05</a:t>
            </a:r>
          </a:p>
        </p:txBody>
      </p:sp>
      <p:sp>
        <p:nvSpPr>
          <p:cNvPr id="26" name="TextBox 25"/>
          <p:cNvSpPr txBox="1"/>
          <p:nvPr/>
        </p:nvSpPr>
        <p:spPr>
          <a:xfrm>
            <a:off x="1143000" y="3054096"/>
            <a:ext cx="4297680" cy="384048"/>
          </a:xfrm>
          <a:prstGeom prst="rect">
            <a:avLst/>
          </a:prstGeom>
          <a:noFill/>
        </p:spPr>
        <p:txBody>
          <a:bodyPr wrap="square" lIns="0" tIns="0" rIns="0" bIns="0" anchor="ctr">
            <a:spAutoFit/>
          </a:bodyPr>
          <a:lstStyle/>
          <a:p>
            <a:pPr algn="l">
              <a:lnSpc>
                <a:spcPct val="120000"/>
              </a:lnSpc>
            </a:pPr>
            <a:r>
              <a:rPr sz="860">
                <a:solidFill>
                  <a:srgbClr val="191919"/>
                </a:solidFill>
                <a:latin typeface="AvenirNext LT Pro Medium"/>
              </a:rPr>
              <a:t>LN₂ · 3-phase power + UPS · water · bake-out</a:t>
            </a:r>
          </a:p>
        </p:txBody>
      </p:sp>
      <p:sp>
        <p:nvSpPr>
          <p:cNvPr id="27" name="TextBox 26"/>
          <p:cNvSpPr txBox="1"/>
          <p:nvPr/>
        </p:nvSpPr>
        <p:spPr>
          <a:xfrm>
            <a:off x="5532120" y="3054096"/>
            <a:ext cx="1554480" cy="384048"/>
          </a:xfrm>
          <a:prstGeom prst="rect">
            <a:avLst/>
          </a:prstGeom>
          <a:noFill/>
        </p:spPr>
        <p:txBody>
          <a:bodyPr wrap="square" lIns="0" tIns="0" rIns="0" bIns="0" anchor="ctr">
            <a:spAutoFit/>
          </a:bodyPr>
          <a:lstStyle/>
          <a:p>
            <a:pPr algn="l">
              <a:lnSpc>
                <a:spcPct val="120000"/>
              </a:lnSpc>
            </a:pPr>
            <a:r>
              <a:rPr sz="720">
                <a:solidFill>
                  <a:srgbClr val="666666"/>
                </a:solidFill>
                <a:latin typeface="Outfit"/>
              </a:rPr>
              <a:t>facility</a:t>
            </a:r>
          </a:p>
        </p:txBody>
      </p:sp>
      <p:sp>
        <p:nvSpPr>
          <p:cNvPr id="28" name="TextBox 27"/>
          <p:cNvSpPr txBox="1"/>
          <p:nvPr/>
        </p:nvSpPr>
        <p:spPr>
          <a:xfrm>
            <a:off x="7178040" y="3054096"/>
            <a:ext cx="1225296" cy="384048"/>
          </a:xfrm>
          <a:prstGeom prst="rect">
            <a:avLst/>
          </a:prstGeom>
          <a:noFill/>
        </p:spPr>
        <p:txBody>
          <a:bodyPr wrap="square" lIns="0" tIns="0" rIns="0" bIns="0" anchor="ctr">
            <a:spAutoFit/>
          </a:bodyPr>
          <a:lstStyle/>
          <a:p>
            <a:pPr algn="r">
              <a:lnSpc>
                <a:spcPct val="120000"/>
              </a:lnSpc>
            </a:pPr>
            <a:r>
              <a:rPr sz="900">
                <a:solidFill>
                  <a:srgbClr val="191919"/>
                </a:solidFill>
                <a:latin typeface="AvenirNext LT Pro Medium"/>
              </a:rPr>
              <a:t>0.15–0.26</a:t>
            </a:r>
          </a:p>
        </p:txBody>
      </p:sp>
      <p:sp>
        <p:nvSpPr>
          <p:cNvPr id="29" name="Rounded Rectangle 28"/>
          <p:cNvSpPr/>
          <p:nvPr/>
        </p:nvSpPr>
        <p:spPr>
          <a:xfrm>
            <a:off x="612648" y="3474720"/>
            <a:ext cx="7918704" cy="384048"/>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0664" y="3538727"/>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a:solidFill>
                  <a:srgbClr val="FFFFFF"/>
                </a:solidFill>
                <a:latin typeface="AvenirNext LT Pro Medium"/>
              </a:rPr>
              <a:t>06</a:t>
            </a:r>
          </a:p>
        </p:txBody>
      </p:sp>
      <p:sp>
        <p:nvSpPr>
          <p:cNvPr id="31" name="TextBox 30"/>
          <p:cNvSpPr txBox="1"/>
          <p:nvPr/>
        </p:nvSpPr>
        <p:spPr>
          <a:xfrm>
            <a:off x="1143000" y="3474720"/>
            <a:ext cx="4297680" cy="384048"/>
          </a:xfrm>
          <a:prstGeom prst="rect">
            <a:avLst/>
          </a:prstGeom>
          <a:noFill/>
        </p:spPr>
        <p:txBody>
          <a:bodyPr wrap="square" lIns="0" tIns="0" rIns="0" bIns="0" anchor="ctr">
            <a:spAutoFit/>
          </a:bodyPr>
          <a:lstStyle/>
          <a:p>
            <a:pPr algn="l">
              <a:lnSpc>
                <a:spcPct val="120000"/>
              </a:lnSpc>
            </a:pPr>
            <a:r>
              <a:rPr sz="860">
                <a:solidFill>
                  <a:srgbClr val="191919"/>
                </a:solidFill>
                <a:latin typeface="AvenirNext LT Pro Medium"/>
              </a:rPr>
              <a:t>Leak-chase · calibration · spares</a:t>
            </a:r>
          </a:p>
        </p:txBody>
      </p:sp>
      <p:sp>
        <p:nvSpPr>
          <p:cNvPr id="32" name="TextBox 31"/>
          <p:cNvSpPr txBox="1"/>
          <p:nvPr/>
        </p:nvSpPr>
        <p:spPr>
          <a:xfrm>
            <a:off x="5532120" y="3474720"/>
            <a:ext cx="1554480" cy="384048"/>
          </a:xfrm>
          <a:prstGeom prst="rect">
            <a:avLst/>
          </a:prstGeom>
          <a:noFill/>
        </p:spPr>
        <p:txBody>
          <a:bodyPr wrap="square" lIns="0" tIns="0" rIns="0" bIns="0" anchor="ctr">
            <a:spAutoFit/>
          </a:bodyPr>
          <a:lstStyle/>
          <a:p>
            <a:pPr algn="l">
              <a:lnSpc>
                <a:spcPct val="120000"/>
              </a:lnSpc>
            </a:pPr>
            <a:r>
              <a:rPr sz="720">
                <a:solidFill>
                  <a:srgbClr val="666666"/>
                </a:solidFill>
                <a:latin typeface="Outfit"/>
              </a:rPr>
              <a:t>install + contingency</a:t>
            </a:r>
          </a:p>
        </p:txBody>
      </p:sp>
      <p:sp>
        <p:nvSpPr>
          <p:cNvPr id="33" name="TextBox 32"/>
          <p:cNvSpPr txBox="1"/>
          <p:nvPr/>
        </p:nvSpPr>
        <p:spPr>
          <a:xfrm>
            <a:off x="7178040" y="3474720"/>
            <a:ext cx="1225296" cy="384048"/>
          </a:xfrm>
          <a:prstGeom prst="rect">
            <a:avLst/>
          </a:prstGeom>
          <a:noFill/>
        </p:spPr>
        <p:txBody>
          <a:bodyPr wrap="square" lIns="0" tIns="0" rIns="0" bIns="0" anchor="ctr">
            <a:spAutoFit/>
          </a:bodyPr>
          <a:lstStyle/>
          <a:p>
            <a:pPr algn="r">
              <a:lnSpc>
                <a:spcPct val="120000"/>
              </a:lnSpc>
            </a:pPr>
            <a:r>
              <a:rPr sz="900">
                <a:solidFill>
                  <a:srgbClr val="191919"/>
                </a:solidFill>
                <a:latin typeface="AvenirNext LT Pro Medium"/>
              </a:rPr>
              <a:t>0.10–0.25</a:t>
            </a:r>
          </a:p>
        </p:txBody>
      </p:sp>
      <p:sp>
        <p:nvSpPr>
          <p:cNvPr id="34" name="TextBox 33"/>
          <p:cNvSpPr txBox="1"/>
          <p:nvPr/>
        </p:nvSpPr>
        <p:spPr>
          <a:xfrm>
            <a:off x="7178040" y="1170432"/>
            <a:ext cx="1225296" cy="164592"/>
          </a:xfrm>
          <a:prstGeom prst="rect">
            <a:avLst/>
          </a:prstGeom>
          <a:noFill/>
        </p:spPr>
        <p:txBody>
          <a:bodyPr wrap="square" lIns="0" tIns="0" rIns="0" bIns="0" anchor="t">
            <a:spAutoFit/>
          </a:bodyPr>
          <a:lstStyle/>
          <a:p>
            <a:pPr algn="r">
              <a:lnSpc>
                <a:spcPct val="120000"/>
              </a:lnSpc>
            </a:pPr>
            <a:r>
              <a:rPr sz="700" spc="60">
                <a:solidFill>
                  <a:srgbClr val="666666"/>
                </a:solidFill>
                <a:latin typeface="AvenirNext LT Pro Medium"/>
              </a:rPr>
              <a:t>US$M</a:t>
            </a:r>
          </a:p>
        </p:txBody>
      </p:sp>
      <p:sp>
        <p:nvSpPr>
          <p:cNvPr id="35" name="Rounded Rectangle 34"/>
          <p:cNvSpPr/>
          <p:nvPr/>
        </p:nvSpPr>
        <p:spPr>
          <a:xfrm>
            <a:off x="612648" y="3950207"/>
            <a:ext cx="7918704" cy="512064"/>
          </a:xfrm>
          <a:prstGeom prst="roundRect">
            <a:avLst>
              <a:gd name="adj" fmla="val 18000"/>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 y="3950207"/>
            <a:ext cx="1005840" cy="512064"/>
          </a:xfrm>
          <a:prstGeom prst="rect">
            <a:avLst/>
          </a:prstGeom>
          <a:noFill/>
        </p:spPr>
        <p:txBody>
          <a:bodyPr wrap="square" lIns="0" tIns="0" rIns="0" bIns="0" anchor="ctr">
            <a:spAutoFit/>
          </a:bodyPr>
          <a:lstStyle/>
          <a:p>
            <a:pPr algn="l">
              <a:lnSpc>
                <a:spcPct val="120000"/>
              </a:lnSpc>
            </a:pPr>
            <a:r>
              <a:rPr sz="750" spc="60">
                <a:solidFill>
                  <a:srgbClr val="00B388"/>
                </a:solidFill>
                <a:latin typeface="AvenirNext LT Pro Medium"/>
              </a:rPr>
              <a:t>TOTAL</a:t>
            </a:r>
          </a:p>
        </p:txBody>
      </p:sp>
      <p:sp>
        <p:nvSpPr>
          <p:cNvPr id="37" name="TextBox 36"/>
          <p:cNvSpPr txBox="1"/>
          <p:nvPr/>
        </p:nvSpPr>
        <p:spPr>
          <a:xfrm>
            <a:off x="1920240" y="3950207"/>
            <a:ext cx="6400800" cy="512064"/>
          </a:xfrm>
          <a:prstGeom prst="rect">
            <a:avLst/>
          </a:prstGeom>
          <a:noFill/>
        </p:spPr>
        <p:txBody>
          <a:bodyPr wrap="square" lIns="0" tIns="0" rIns="0" bIns="0" anchor="ctr">
            <a:spAutoFit/>
          </a:bodyPr>
          <a:lstStyle/>
          <a:p>
            <a:pPr algn="l">
              <a:lnSpc>
                <a:spcPct val="120000"/>
              </a:lnSpc>
            </a:pPr>
            <a:r>
              <a:rPr sz="950">
                <a:solidFill>
                  <a:srgbClr val="FFFFFF"/>
                </a:solidFill>
                <a:latin typeface="AvenirNext LT Pro Medium"/>
              </a:rPr>
              <a:t>US$0.9–1.5M</a:t>
            </a:r>
            <a:r>
              <a:rPr sz="800">
                <a:solidFill>
                  <a:srgbClr val="FFFFFF"/>
                </a:solidFill>
                <a:latin typeface="AvenirNext LT Pro Medium"/>
              </a:rPr>
              <a:t>    ·    run cost ~US$60–120k / yr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Three risks we manage from day one</a:t>
            </a: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NITRIDE MBE PROPOSAL · RISKS</a:t>
            </a:r>
          </a:p>
        </p:txBody>
      </p:sp>
      <p:sp>
        <p:nvSpPr>
          <p:cNvPr id="4" name="Rounded Rectangle 3"/>
          <p:cNvSpPr/>
          <p:nvPr/>
        </p:nvSpPr>
        <p:spPr>
          <a:xfrm>
            <a:off x="612648" y="1389888"/>
            <a:ext cx="2514600" cy="3090672"/>
          </a:xfrm>
          <a:prstGeom prst="roundRect">
            <a:avLst>
              <a:gd name="adj" fmla="val 55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066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solidFill>
                  <a:srgbClr val="FFFFFF"/>
                </a:solidFill>
                <a:latin typeface="AvenirNext LT Pro Medium"/>
              </a:rPr>
              <a:t>01</a:t>
            </a:r>
          </a:p>
        </p:txBody>
      </p:sp>
      <p:sp>
        <p:nvSpPr>
          <p:cNvPr id="6" name="TextBox 5"/>
          <p:cNvSpPr txBox="1"/>
          <p:nvPr/>
        </p:nvSpPr>
        <p:spPr>
          <a:xfrm>
            <a:off x="1124712" y="1554480"/>
            <a:ext cx="1856232" cy="228600"/>
          </a:xfrm>
          <a:prstGeom prst="rect">
            <a:avLst/>
          </a:prstGeom>
          <a:noFill/>
        </p:spPr>
        <p:txBody>
          <a:bodyPr wrap="square" lIns="0" tIns="0" rIns="0" bIns="0" anchor="t">
            <a:spAutoFit/>
          </a:bodyPr>
          <a:lstStyle/>
          <a:p>
            <a:pPr algn="l">
              <a:lnSpc>
                <a:spcPct val="120000"/>
              </a:lnSpc>
            </a:pPr>
            <a:r>
              <a:rPr sz="1000">
                <a:solidFill>
                  <a:srgbClr val="191919"/>
                </a:solidFill>
                <a:latin typeface="AvenirNext LT Pro Medium"/>
              </a:rPr>
              <a:t>Export control</a:t>
            </a:r>
          </a:p>
        </p:txBody>
      </p:sp>
      <p:sp>
        <p:nvSpPr>
          <p:cNvPr id="7" name="TextBox 6"/>
          <p:cNvSpPr txBox="1"/>
          <p:nvPr/>
        </p:nvSpPr>
        <p:spPr>
          <a:xfrm>
            <a:off x="740664" y="1956816"/>
            <a:ext cx="2240280" cy="1417320"/>
          </a:xfrm>
          <a:prstGeom prst="rect">
            <a:avLst/>
          </a:prstGeom>
          <a:noFill/>
        </p:spPr>
        <p:txBody>
          <a:bodyPr wrap="square" lIns="0" tIns="0" rIns="0" bIns="0" anchor="t">
            <a:spAutoFit/>
          </a:bodyPr>
          <a:lstStyle/>
          <a:p>
            <a:pPr algn="l">
              <a:lnSpc>
                <a:spcPct val="118000"/>
              </a:lnSpc>
            </a:pPr>
            <a:r>
              <a:rPr sz="720">
                <a:solidFill>
                  <a:srgbClr val="191919"/>
                </a:solidFill>
                <a:latin typeface="Outfit"/>
              </a:rPr>
              <a:t>MBE growth equipment is a listed strategic commodity — a Hong Kong import licence (3B001(a)(3)) is required whatever the origin. US-origin parts additionally need a BIS licence, since the US has treated HK as mainland China since Dec 2020, and approval is not assured.</a:t>
            </a:r>
          </a:p>
        </p:txBody>
      </p:sp>
      <p:sp>
        <p:nvSpPr>
          <p:cNvPr id="8" name="TextBox 7"/>
          <p:cNvSpPr txBox="1"/>
          <p:nvPr/>
        </p:nvSpPr>
        <p:spPr>
          <a:xfrm>
            <a:off x="740664" y="3438144"/>
            <a:ext cx="2240280" cy="164592"/>
          </a:xfrm>
          <a:prstGeom prst="rect">
            <a:avLst/>
          </a:prstGeom>
          <a:noFill/>
        </p:spPr>
        <p:txBody>
          <a:bodyPr wrap="square" lIns="0" tIns="0" rIns="0" bIns="0" anchor="t">
            <a:spAutoFit/>
          </a:bodyPr>
          <a:lstStyle/>
          <a:p>
            <a:pPr algn="l">
              <a:lnSpc>
                <a:spcPct val="120000"/>
              </a:lnSpc>
            </a:pPr>
            <a:r>
              <a:rPr sz="700" spc="60">
                <a:solidFill>
                  <a:srgbClr val="00B388"/>
                </a:solidFill>
                <a:latin typeface="AvenirNext LT Pro Medium"/>
              </a:rPr>
              <a:t>MITIGATION</a:t>
            </a:r>
          </a:p>
        </p:txBody>
      </p:sp>
      <p:sp>
        <p:nvSpPr>
          <p:cNvPr id="9" name="TextBox 8"/>
          <p:cNvSpPr txBox="1"/>
          <p:nvPr/>
        </p:nvSpPr>
        <p:spPr>
          <a:xfrm>
            <a:off x="740664" y="3639312"/>
            <a:ext cx="2240280" cy="777240"/>
          </a:xfrm>
          <a:prstGeom prst="rect">
            <a:avLst/>
          </a:prstGeom>
          <a:noFill/>
        </p:spPr>
        <p:txBody>
          <a:bodyPr wrap="square" lIns="0" tIns="0" rIns="0" bIns="0" anchor="t">
            <a:spAutoFit/>
          </a:bodyPr>
          <a:lstStyle/>
          <a:p>
            <a:pPr algn="l">
              <a:lnSpc>
                <a:spcPct val="118000"/>
              </a:lnSpc>
            </a:pPr>
            <a:r>
              <a:rPr sz="700">
                <a:solidFill>
                  <a:srgbClr val="666666"/>
                </a:solidFill>
                <a:latin typeface="Outfit"/>
              </a:rPr>
              <a:t>classify every candidate part's ECCN before any PO; prefer EU sources (Riber, MBE-Komponenten, STAIB) or domestic builders as fallback; licence path confirmed = go / no-go gate P0</a:t>
            </a:r>
          </a:p>
        </p:txBody>
      </p:sp>
      <p:sp>
        <p:nvSpPr>
          <p:cNvPr id="10" name="Rounded Rectangle 9"/>
          <p:cNvSpPr/>
          <p:nvPr/>
        </p:nvSpPr>
        <p:spPr>
          <a:xfrm>
            <a:off x="3310128" y="1389888"/>
            <a:ext cx="2514600" cy="3090672"/>
          </a:xfrm>
          <a:prstGeom prst="roundRect">
            <a:avLst>
              <a:gd name="adj" fmla="val 55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43814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solidFill>
                  <a:srgbClr val="FFFFFF"/>
                </a:solidFill>
                <a:latin typeface="AvenirNext LT Pro Medium"/>
              </a:rPr>
              <a:t>02</a:t>
            </a:r>
          </a:p>
        </p:txBody>
      </p:sp>
      <p:sp>
        <p:nvSpPr>
          <p:cNvPr id="12" name="TextBox 11"/>
          <p:cNvSpPr txBox="1"/>
          <p:nvPr/>
        </p:nvSpPr>
        <p:spPr>
          <a:xfrm>
            <a:off x="3822191" y="1554480"/>
            <a:ext cx="1856232" cy="228600"/>
          </a:xfrm>
          <a:prstGeom prst="rect">
            <a:avLst/>
          </a:prstGeom>
          <a:noFill/>
        </p:spPr>
        <p:txBody>
          <a:bodyPr wrap="square" lIns="0" tIns="0" rIns="0" bIns="0" anchor="t">
            <a:spAutoFit/>
          </a:bodyPr>
          <a:lstStyle/>
          <a:p>
            <a:pPr algn="l">
              <a:lnSpc>
                <a:spcPct val="120000"/>
              </a:lnSpc>
            </a:pPr>
            <a:r>
              <a:rPr sz="1000">
                <a:solidFill>
                  <a:srgbClr val="191919"/>
                </a:solidFill>
                <a:latin typeface="AvenirNext LT Pro Medium"/>
              </a:rPr>
              <a:t>Temperature spec</a:t>
            </a:r>
          </a:p>
        </p:txBody>
      </p:sp>
      <p:sp>
        <p:nvSpPr>
          <p:cNvPr id="13" name="TextBox 12"/>
          <p:cNvSpPr txBox="1"/>
          <p:nvPr/>
        </p:nvSpPr>
        <p:spPr>
          <a:xfrm>
            <a:off x="3438144" y="1956816"/>
            <a:ext cx="2240280" cy="1417320"/>
          </a:xfrm>
          <a:prstGeom prst="rect">
            <a:avLst/>
          </a:prstGeom>
          <a:noFill/>
        </p:spPr>
        <p:txBody>
          <a:bodyPr wrap="square" lIns="0" tIns="0" rIns="0" bIns="0" anchor="t">
            <a:spAutoFit/>
          </a:bodyPr>
          <a:lstStyle/>
          <a:p>
            <a:pPr algn="l">
              <a:lnSpc>
                <a:spcPct val="118000"/>
              </a:lnSpc>
            </a:pPr>
            <a:r>
              <a:rPr sz="720">
                <a:solidFill>
                  <a:srgbClr val="191919"/>
                </a:solidFill>
                <a:latin typeface="Outfit"/>
              </a:rPr>
              <a:t>Selective-area growth only turns on above ~930–940 °C on-wafer, and AlN wants more. Used chassis come with ~900 °C GaAs manipulators — unusable — and retrofitting later means re-opening the chamber. Heater filaments also degrade in nitrogen plasma.</a:t>
            </a:r>
          </a:p>
        </p:txBody>
      </p:sp>
      <p:sp>
        <p:nvSpPr>
          <p:cNvPr id="14" name="TextBox 13"/>
          <p:cNvSpPr txBox="1"/>
          <p:nvPr/>
        </p:nvSpPr>
        <p:spPr>
          <a:xfrm>
            <a:off x="3438144" y="3438144"/>
            <a:ext cx="2240280" cy="164592"/>
          </a:xfrm>
          <a:prstGeom prst="rect">
            <a:avLst/>
          </a:prstGeom>
          <a:noFill/>
        </p:spPr>
        <p:txBody>
          <a:bodyPr wrap="square" lIns="0" tIns="0" rIns="0" bIns="0" anchor="t">
            <a:spAutoFit/>
          </a:bodyPr>
          <a:lstStyle/>
          <a:p>
            <a:pPr algn="l">
              <a:lnSpc>
                <a:spcPct val="120000"/>
              </a:lnSpc>
            </a:pPr>
            <a:r>
              <a:rPr sz="700" spc="60">
                <a:solidFill>
                  <a:srgbClr val="00B388"/>
                </a:solidFill>
                <a:latin typeface="AvenirNext LT Pro Medium"/>
              </a:rPr>
              <a:t>MITIGATION</a:t>
            </a:r>
          </a:p>
        </p:txBody>
      </p:sp>
      <p:sp>
        <p:nvSpPr>
          <p:cNvPr id="15" name="TextBox 14"/>
          <p:cNvSpPr txBox="1"/>
          <p:nvPr/>
        </p:nvSpPr>
        <p:spPr>
          <a:xfrm>
            <a:off x="3438144" y="3639312"/>
            <a:ext cx="2240280" cy="777240"/>
          </a:xfrm>
          <a:prstGeom prst="rect">
            <a:avLst/>
          </a:prstGeom>
          <a:noFill/>
        </p:spPr>
        <p:txBody>
          <a:bodyPr wrap="square" lIns="0" tIns="0" rIns="0" bIns="0" anchor="t">
            <a:spAutoFit/>
          </a:bodyPr>
          <a:lstStyle/>
          <a:p>
            <a:pPr algn="l">
              <a:lnSpc>
                <a:spcPct val="118000"/>
              </a:lnSpc>
            </a:pPr>
            <a:r>
              <a:rPr sz="700">
                <a:solidFill>
                  <a:srgbClr val="666666"/>
                </a:solidFill>
                <a:latin typeface="Outfit"/>
              </a:rPr>
              <a:t>order the 1200 °C manipulator as the first long-lead item; specify a W or PBN/PG heater for the N-plasma environment; treat filaments as consumables and stock spares</a:t>
            </a:r>
          </a:p>
        </p:txBody>
      </p:sp>
      <p:sp>
        <p:nvSpPr>
          <p:cNvPr id="16" name="Rounded Rectangle 15"/>
          <p:cNvSpPr/>
          <p:nvPr/>
        </p:nvSpPr>
        <p:spPr>
          <a:xfrm>
            <a:off x="6007608" y="1389888"/>
            <a:ext cx="2514600" cy="3090672"/>
          </a:xfrm>
          <a:prstGeom prst="roundRect">
            <a:avLst>
              <a:gd name="adj" fmla="val 55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13562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solidFill>
                  <a:srgbClr val="FFFFFF"/>
                </a:solidFill>
                <a:latin typeface="AvenirNext LT Pro Medium"/>
              </a:rPr>
              <a:t>03</a:t>
            </a:r>
          </a:p>
        </p:txBody>
      </p:sp>
      <p:sp>
        <p:nvSpPr>
          <p:cNvPr id="18" name="TextBox 17"/>
          <p:cNvSpPr txBox="1"/>
          <p:nvPr/>
        </p:nvSpPr>
        <p:spPr>
          <a:xfrm>
            <a:off x="6519672" y="1554480"/>
            <a:ext cx="1856232" cy="228600"/>
          </a:xfrm>
          <a:prstGeom prst="rect">
            <a:avLst/>
          </a:prstGeom>
          <a:noFill/>
        </p:spPr>
        <p:txBody>
          <a:bodyPr wrap="square" lIns="0" tIns="0" rIns="0" bIns="0" anchor="t">
            <a:spAutoFit/>
          </a:bodyPr>
          <a:lstStyle/>
          <a:p>
            <a:pPr algn="l">
              <a:lnSpc>
                <a:spcPct val="120000"/>
              </a:lnSpc>
            </a:pPr>
            <a:r>
              <a:rPr sz="1000">
                <a:solidFill>
                  <a:srgbClr val="191919"/>
                </a:solidFill>
                <a:latin typeface="AvenirNext LT Pro Medium"/>
              </a:rPr>
              <a:t>N₂ gas load</a:t>
            </a:r>
          </a:p>
        </p:txBody>
      </p:sp>
      <p:sp>
        <p:nvSpPr>
          <p:cNvPr id="19" name="TextBox 18"/>
          <p:cNvSpPr txBox="1"/>
          <p:nvPr/>
        </p:nvSpPr>
        <p:spPr>
          <a:xfrm>
            <a:off x="6135624" y="1956816"/>
            <a:ext cx="2240280" cy="1417320"/>
          </a:xfrm>
          <a:prstGeom prst="rect">
            <a:avLst/>
          </a:prstGeom>
          <a:noFill/>
        </p:spPr>
        <p:txBody>
          <a:bodyPr wrap="square" lIns="0" tIns="0" rIns="0" bIns="0" anchor="t">
            <a:spAutoFit/>
          </a:bodyPr>
          <a:lstStyle/>
          <a:p>
            <a:pPr algn="l">
              <a:lnSpc>
                <a:spcPct val="118000"/>
              </a:lnSpc>
            </a:pPr>
            <a:r>
              <a:rPr sz="720">
                <a:solidFill>
                  <a:srgbClr val="191919"/>
                </a:solidFill>
                <a:latin typeface="Outfit"/>
              </a:rPr>
              <a:t>Nitride growth runs at ~10⁻⁵ Torr of continuous N₂. Ion pumps saturate and cryopumps need constant regeneration at this load — a mis-sized vacuum stack is usually discovered only at first plasma, after the rebuild is finished.</a:t>
            </a:r>
          </a:p>
        </p:txBody>
      </p:sp>
      <p:sp>
        <p:nvSpPr>
          <p:cNvPr id="20" name="TextBox 19"/>
          <p:cNvSpPr txBox="1"/>
          <p:nvPr/>
        </p:nvSpPr>
        <p:spPr>
          <a:xfrm>
            <a:off x="6135624" y="3438144"/>
            <a:ext cx="2240280" cy="164592"/>
          </a:xfrm>
          <a:prstGeom prst="rect">
            <a:avLst/>
          </a:prstGeom>
          <a:noFill/>
        </p:spPr>
        <p:txBody>
          <a:bodyPr wrap="square" lIns="0" tIns="0" rIns="0" bIns="0" anchor="t">
            <a:spAutoFit/>
          </a:bodyPr>
          <a:lstStyle/>
          <a:p>
            <a:pPr algn="l">
              <a:lnSpc>
                <a:spcPct val="120000"/>
              </a:lnSpc>
            </a:pPr>
            <a:r>
              <a:rPr sz="700" spc="60">
                <a:solidFill>
                  <a:srgbClr val="00B388"/>
                </a:solidFill>
                <a:latin typeface="AvenirNext LT Pro Medium"/>
              </a:rPr>
              <a:t>MITIGATION</a:t>
            </a:r>
          </a:p>
        </p:txBody>
      </p:sp>
      <p:sp>
        <p:nvSpPr>
          <p:cNvPr id="21" name="TextBox 20"/>
          <p:cNvSpPr txBox="1"/>
          <p:nvPr/>
        </p:nvSpPr>
        <p:spPr>
          <a:xfrm>
            <a:off x="6135624" y="3639312"/>
            <a:ext cx="2240280" cy="777240"/>
          </a:xfrm>
          <a:prstGeom prst="rect">
            <a:avLst/>
          </a:prstGeom>
          <a:noFill/>
        </p:spPr>
        <p:txBody>
          <a:bodyPr wrap="square" lIns="0" tIns="0" rIns="0" bIns="0" anchor="t">
            <a:spAutoFit/>
          </a:bodyPr>
          <a:lstStyle/>
          <a:p>
            <a:pPr algn="l">
              <a:lnSpc>
                <a:spcPct val="118000"/>
              </a:lnSpc>
            </a:pPr>
            <a:r>
              <a:rPr sz="700">
                <a:solidFill>
                  <a:srgbClr val="666666"/>
                </a:solidFill>
                <a:latin typeface="Outfit"/>
              </a:rPr>
              <a:t>maglev turbo ≥2000 L/s as the primary growth pump, sized up front — never retrofitted; valved ion pump + TSP kept for idle / base pressure; getter-purified N₂ protects film purity</a:t>
            </a:r>
          </a:p>
        </p:txBody>
      </p:sp>
    </p:spTree>
  </p:cSld>
  <p:clrMapOvr>
    <a:masterClrMapping/>
  </p:clrMapOvr>
</p:sld>
</file>

<file path=ppt/theme/theme1.xml><?xml version="1.0" encoding="utf-8"?>
<a:theme xmlns:a="http://schemas.openxmlformats.org/drawingml/2006/main" name="MRDI_System font">
  <a:themeElements>
    <a:clrScheme name="Testing for MRDI">
      <a:dk1>
        <a:srgbClr val="191919"/>
      </a:dk1>
      <a:lt1>
        <a:srgbClr val="FEFFFF"/>
      </a:lt1>
      <a:dk2>
        <a:srgbClr val="00B388"/>
      </a:dk2>
      <a:lt2>
        <a:srgbClr val="F5F5F5"/>
      </a:lt2>
      <a:accent1>
        <a:srgbClr val="00B388"/>
      </a:accent1>
      <a:accent2>
        <a:srgbClr val="696DCD"/>
      </a:accent2>
      <a:accent3>
        <a:srgbClr val="EF60A3"/>
      </a:accent3>
      <a:accent4>
        <a:srgbClr val="307FE2"/>
      </a:accent4>
      <a:accent5>
        <a:srgbClr val="3CDBC0"/>
      </a:accent5>
      <a:accent6>
        <a:srgbClr val="9699DC"/>
      </a:accent6>
      <a:hlink>
        <a:srgbClr val="00B685"/>
      </a:hlink>
      <a:folHlink>
        <a:srgbClr val="D9D9D6"/>
      </a:folHlink>
    </a:clrScheme>
    <a:fontScheme name="Avenir Next">
      <a:majorFont>
        <a:latin typeface="Avenir Next"/>
        <a:ea typeface="微軟正黑體 Bold"/>
        <a:cs typeface=""/>
      </a:majorFont>
      <a:minorFont>
        <a:latin typeface="Avenir Next"/>
        <a:ea typeface="微軟正黑體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RDI_System Font_Avenir Next LT Pro .potx" id="{858DA585-415B-5C49-949B-D2FB951425D1}" vid="{B0DE1230-2BDE-CE44-A61D-F0E23B3A6858}"/>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wner xmlns="ec86daf3-54cc-4371-8b45-255dbc846304" xsi:nil="true"/>
    <TaxCatchAll xmlns="0fc404c9-74b8-4235-a9fc-590446d087ba" xsi:nil="true"/>
    <lcf76f155ced4ddcb4097134ff3c332f xmlns="ec86daf3-54cc-4371-8b45-255dbc846304">
      <Terms xmlns="http://schemas.microsoft.com/office/infopath/2007/PartnerControls"/>
    </lcf76f155ced4ddcb4097134ff3c332f>
    <Keyword xmlns="ec86daf3-54cc-4371-8b45-255dbc846304" xsi:nil="true"/>
    <Summary xmlns="ec86daf3-54cc-4371-8b45-255dbc846304" xsi:nil="true"/>
    <Status xmlns="ec86daf3-54cc-4371-8b45-255dbc846304" xsi:nil="true"/>
    <EffectiveDate xmlns="ec86daf3-54cc-4371-8b45-255dbc846304">2026-03-24T01:53:06+00:00</EffectiveDate>
    <Catgory xmlns="ec86daf3-54cc-4371-8b45-255dbc846304">SOP</Catgory>
    <Department xmlns="ec86daf3-54cc-4371-8b45-255dbc84630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36E4847BD80E241AD671FD9ED4F6360" ma:contentTypeVersion="21" ma:contentTypeDescription="Create a new document." ma:contentTypeScope="" ma:versionID="4069c741a583665eed84be1efd03745f">
  <xsd:schema xmlns:xsd="http://www.w3.org/2001/XMLSchema" xmlns:xs="http://www.w3.org/2001/XMLSchema" xmlns:p="http://schemas.microsoft.com/office/2006/metadata/properties" xmlns:ns2="ec86daf3-54cc-4371-8b45-255dbc846304" xmlns:ns3="0fc404c9-74b8-4235-a9fc-590446d087ba" targetNamespace="http://schemas.microsoft.com/office/2006/metadata/properties" ma:root="true" ma:fieldsID="8b66d103d2bd64bb270579f4551d1277" ns2:_="" ns3:_="">
    <xsd:import namespace="ec86daf3-54cc-4371-8b45-255dbc846304"/>
    <xsd:import namespace="0fc404c9-74b8-4235-a9fc-590446d087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element ref="ns2:Catgory" minOccurs="0"/>
                <xsd:element ref="ns2:Owner" minOccurs="0"/>
                <xsd:element ref="ns2:EffectiveDate" minOccurs="0"/>
                <xsd:element ref="ns2:Status" minOccurs="0"/>
                <xsd:element ref="ns2:Keyword" minOccurs="0"/>
                <xsd:element ref="ns2:Department" minOccurs="0"/>
                <xsd:element ref="ns2:Summa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86daf3-54cc-4371-8b45-255dbc8463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029c3b0-41e4-415b-9da6-adf6dcc051a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Catgory" ma:index="22" nillable="true" ma:displayName="Catgory" ma:format="Dropdown" ma:internalName="Catgory">
      <xsd:simpleType>
        <xsd:restriction base="dms:Text">
          <xsd:maxLength value="255"/>
        </xsd:restriction>
      </xsd:simpleType>
    </xsd:element>
    <xsd:element name="Owner" ma:index="23" nillable="true" ma:displayName="Owner" ma:format="Dropdown" ma:internalName="Owner">
      <xsd:simpleType>
        <xsd:restriction base="dms:Text">
          <xsd:maxLength value="255"/>
        </xsd:restriction>
      </xsd:simpleType>
    </xsd:element>
    <xsd:element name="EffectiveDate" ma:index="24" nillable="true" ma:displayName="EffectiveDate" ma:default="[today]" ma:format="DateOnly" ma:internalName="EffectiveDate">
      <xsd:simpleType>
        <xsd:restriction base="dms:DateTime"/>
      </xsd:simpleType>
    </xsd:element>
    <xsd:element name="Status" ma:index="25" nillable="true" ma:displayName="Status" ma:format="Dropdown" ma:internalName="Status">
      <xsd:simpleType>
        <xsd:restriction base="dms:Text">
          <xsd:maxLength value="255"/>
        </xsd:restriction>
      </xsd:simpleType>
    </xsd:element>
    <xsd:element name="Keyword" ma:index="26" nillable="true" ma:displayName="Keyword" ma:format="Dropdown" ma:internalName="Keyword">
      <xsd:simpleType>
        <xsd:restriction base="dms:Text">
          <xsd:maxLength value="255"/>
        </xsd:restriction>
      </xsd:simpleType>
    </xsd:element>
    <xsd:element name="Department" ma:index="27" nillable="true" ma:displayName="Department" ma:format="Dropdown" ma:internalName="Department">
      <xsd:simpleType>
        <xsd:restriction base="dms:Text">
          <xsd:maxLength value="255"/>
        </xsd:restriction>
      </xsd:simpleType>
    </xsd:element>
    <xsd:element name="Summary" ma:index="28" nillable="true" ma:displayName="Summary" ma:format="Dropdown" ma:internalName="Summary">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c404c9-74b8-4235-a9fc-590446d087b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b683f08-953f-4826-81cc-c39cd3040095}" ma:internalName="TaxCatchAll" ma:showField="CatchAllData" ma:web="0fc404c9-74b8-4235-a9fc-590446d087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497A0E-6993-4E56-A42E-040A48550A3E}">
  <ds:schemaRefs>
    <ds:schemaRef ds:uri="http://schemas.microsoft.com/office/2006/metadata/properties"/>
    <ds:schemaRef ds:uri="http://schemas.microsoft.com/office/infopath/2007/PartnerControls"/>
    <ds:schemaRef ds:uri="ec86daf3-54cc-4371-8b45-255dbc846304"/>
    <ds:schemaRef ds:uri="0fc404c9-74b8-4235-a9fc-590446d087ba"/>
  </ds:schemaRefs>
</ds:datastoreItem>
</file>

<file path=customXml/itemProps2.xml><?xml version="1.0" encoding="utf-8"?>
<ds:datastoreItem xmlns:ds="http://schemas.openxmlformats.org/officeDocument/2006/customXml" ds:itemID="{7A05AFF7-81B7-43EE-9E05-64E740D99DEB}">
  <ds:schemaRefs>
    <ds:schemaRef ds:uri="http://schemas.microsoft.com/sharepoint/v3/contenttype/forms"/>
  </ds:schemaRefs>
</ds:datastoreItem>
</file>

<file path=customXml/itemProps3.xml><?xml version="1.0" encoding="utf-8"?>
<ds:datastoreItem xmlns:ds="http://schemas.openxmlformats.org/officeDocument/2006/customXml" ds:itemID="{E389C391-BB32-4D60-9AA4-E046AA36D8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86daf3-54cc-4371-8b45-255dbc846304"/>
    <ds:schemaRef ds:uri="0fc404c9-74b8-4235-a9fc-590446d087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4208</TotalTime>
  <Words>652</Words>
  <Application>Microsoft Office PowerPoint</Application>
  <PresentationFormat>On-screen Show (16:9)</PresentationFormat>
  <Paragraphs>89</Paragraphs>
  <Slides>5</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Avenir Next</vt:lpstr>
      <vt:lpstr>Avenir Next Demi Bold</vt:lpstr>
      <vt:lpstr>Avenir Next Medium</vt:lpstr>
      <vt:lpstr>AvenirNext LT Pro Light</vt:lpstr>
      <vt:lpstr>AvenirNext LT Pro Medium</vt:lpstr>
      <vt:lpstr>Aptos</vt:lpstr>
      <vt:lpstr>Arial</vt:lpstr>
      <vt:lpstr>Outfit</vt:lpstr>
      <vt:lpstr>Wingdings</vt:lpstr>
      <vt:lpstr>MRDI_System font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TamBowie</dc:creator>
  <cp:lastModifiedBy>Wenhan Jiao</cp:lastModifiedBy>
  <cp:revision>445</cp:revision>
  <dcterms:created xsi:type="dcterms:W3CDTF">2024-09-11T16:02:56Z</dcterms:created>
  <dcterms:modified xsi:type="dcterms:W3CDTF">2026-07-30T03:18:13Z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0x010100036E4847BD80E241AD671FD9ED4F6360</vt:lpwstr>
  </property>
</Properties>
</file>