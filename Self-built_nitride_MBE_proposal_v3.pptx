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2.svg" ContentType="image/svg+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10"/>
  </p:notesMasterIdLst>
  <p:handoutMasterIdLst>
    <p:handoutMasterId r:id="rId11"/>
  </p:handoutMasterIdLst>
  <p:sldIdLst>
    <p:sldId id="263" r:id="rId5"/>
    <p:sldId id="257" r:id="rId6"/>
    <p:sldId id="256" r:id="rId7"/>
    <p:sldId id="264" r:id="rId18"/>
    <p:sldId id="258" r:id="rId8"/>
    <p:sldId id="259" r:id="rId9"/>
  </p:sldIdLst>
  <p:sldSz cx="9144000" cy="5143500" type="screen16x9"/>
  <p:notesSz cx="6858000" cy="9144000"/>
  <p:defaultTextStyle>
    <a:defPPr>
      <a:defRPr lang="zh-H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Page" id="{4646E76A-B0C9-8A43-8157-5FACAE7D539B}">
          <p14:sldIdLst>
            <p14:sldId id="263"/>
            <p14:sldId id="257"/>
            <p14:sldId id="256"/>
            <p14:sldId id="258"/>
            <p14:sldId id="25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388"/>
    <a:srgbClr val="4CAFF0"/>
    <a:srgbClr val="000000"/>
    <a:srgbClr val="FF7EBC"/>
    <a:srgbClr val="9699E1"/>
    <a:srgbClr val="7FEF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33AC51-3469-43DF-BE14-42BC2C7A5E2A}" v="2" dt="2026-03-18T03:24:06.241"/>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30"/>
    <p:restoredTop sz="94708"/>
  </p:normalViewPr>
  <p:slideViewPr>
    <p:cSldViewPr snapToGrid="0">
      <p:cViewPr varScale="1">
        <p:scale>
          <a:sx n="93" d="100"/>
          <a:sy n="93" d="100"/>
        </p:scale>
        <p:origin x="808" y="5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119" d="100"/>
          <a:sy n="119" d="100"/>
        </p:scale>
        <p:origin x="3152" y="184"/>
      </p:cViewPr>
      <p:guideLst/>
    </p:cSldViewPr>
  </p:notesViewPr>
  <p:gridSpacing cx="72010" cy="7201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notesMaster" Target="notesMasters/notesMaster1.xml"/><Relationship Id="rId11" Type="http://schemas.openxmlformats.org/officeDocument/2006/relationships/handoutMaster" Target="handoutMasters/handout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 Id="rId1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i Ting Lai" userId="a471060c-7291-43ae-b7a1-00252d2a55f3" providerId="ADAL" clId="{E7922DBD-E454-4008-88A3-DE4844B61529}"/>
    <pc:docChg chg="modSld">
      <pc:chgData name="Hoi Ting Lai" userId="a471060c-7291-43ae-b7a1-00252d2a55f3" providerId="ADAL" clId="{E7922DBD-E454-4008-88A3-DE4844B61529}" dt="2026-03-18T03:29:13.191" v="40" actId="20577"/>
      <pc:docMkLst>
        <pc:docMk/>
      </pc:docMkLst>
      <pc:sldChg chg="modSp mod">
        <pc:chgData name="Hoi Ting Lai" userId="a471060c-7291-43ae-b7a1-00252d2a55f3" providerId="ADAL" clId="{E7922DBD-E454-4008-88A3-DE4844B61529}" dt="2026-03-18T03:23:00.364" v="28" actId="20577"/>
        <pc:sldMkLst>
          <pc:docMk/>
          <pc:sldMk cId="1148789365" sldId="263"/>
        </pc:sldMkLst>
        <pc:spChg chg="mod">
          <ac:chgData name="Hoi Ting Lai" userId="a471060c-7291-43ae-b7a1-00252d2a55f3" providerId="ADAL" clId="{E7922DBD-E454-4008-88A3-DE4844B61529}" dt="2026-03-18T03:23:00.364" v="28" actId="20577"/>
          <ac:spMkLst>
            <pc:docMk/>
            <pc:sldMk cId="1148789365" sldId="263"/>
            <ac:spMk id="6" creationId="{BF9E7EDA-A96F-E75B-C4DD-F661557842F7}"/>
          </ac:spMkLst>
        </pc:spChg>
      </pc:sldChg>
      <pc:sldChg chg="modSp">
        <pc:chgData name="Hoi Ting Lai" userId="a471060c-7291-43ae-b7a1-00252d2a55f3" providerId="ADAL" clId="{E7922DBD-E454-4008-88A3-DE4844B61529}" dt="2026-03-18T03:24:06.241" v="30"/>
        <pc:sldMkLst>
          <pc:docMk/>
          <pc:sldMk cId="2050100313" sldId="266"/>
        </pc:sldMkLst>
        <pc:spChg chg="mod">
          <ac:chgData name="Hoi Ting Lai" userId="a471060c-7291-43ae-b7a1-00252d2a55f3" providerId="ADAL" clId="{E7922DBD-E454-4008-88A3-DE4844B61529}" dt="2026-03-18T03:24:06.241" v="30"/>
          <ac:spMkLst>
            <pc:docMk/>
            <pc:sldMk cId="2050100313" sldId="266"/>
            <ac:spMk id="6" creationId="{BF9E7EDA-A96F-E75B-C4DD-F661557842F7}"/>
          </ac:spMkLst>
        </pc:spChg>
      </pc:sldChg>
      <pc:sldChg chg="modSp mod">
        <pc:chgData name="Hoi Ting Lai" userId="a471060c-7291-43ae-b7a1-00252d2a55f3" providerId="ADAL" clId="{E7922DBD-E454-4008-88A3-DE4844B61529}" dt="2026-03-18T03:29:07.254" v="38" actId="20577"/>
        <pc:sldMkLst>
          <pc:docMk/>
          <pc:sldMk cId="3342799939" sldId="285"/>
        </pc:sldMkLst>
        <pc:spChg chg="mod">
          <ac:chgData name="Hoi Ting Lai" userId="a471060c-7291-43ae-b7a1-00252d2a55f3" providerId="ADAL" clId="{E7922DBD-E454-4008-88A3-DE4844B61529}" dt="2026-03-18T03:29:07.254" v="38" actId="20577"/>
          <ac:spMkLst>
            <pc:docMk/>
            <pc:sldMk cId="3342799939" sldId="285"/>
            <ac:spMk id="3" creationId="{FEC0486B-D0C0-9FEF-1574-15FFD6EF3FF6}"/>
          </ac:spMkLst>
        </pc:spChg>
      </pc:sldChg>
      <pc:sldChg chg="modSp mod">
        <pc:chgData name="Hoi Ting Lai" userId="a471060c-7291-43ae-b7a1-00252d2a55f3" providerId="ADAL" clId="{E7922DBD-E454-4008-88A3-DE4844B61529}" dt="2026-03-18T03:29:10.326" v="39" actId="20577"/>
        <pc:sldMkLst>
          <pc:docMk/>
          <pc:sldMk cId="2128716493" sldId="286"/>
        </pc:sldMkLst>
        <pc:spChg chg="mod">
          <ac:chgData name="Hoi Ting Lai" userId="a471060c-7291-43ae-b7a1-00252d2a55f3" providerId="ADAL" clId="{E7922DBD-E454-4008-88A3-DE4844B61529}" dt="2026-03-18T03:29:10.326" v="39" actId="20577"/>
          <ac:spMkLst>
            <pc:docMk/>
            <pc:sldMk cId="2128716493" sldId="286"/>
            <ac:spMk id="3" creationId="{FEC0486B-D0C0-9FEF-1574-15FFD6EF3FF6}"/>
          </ac:spMkLst>
        </pc:spChg>
      </pc:sldChg>
      <pc:sldChg chg="modSp mod">
        <pc:chgData name="Hoi Ting Lai" userId="a471060c-7291-43ae-b7a1-00252d2a55f3" providerId="ADAL" clId="{E7922DBD-E454-4008-88A3-DE4844B61529}" dt="2026-03-18T03:29:13.191" v="40" actId="20577"/>
        <pc:sldMkLst>
          <pc:docMk/>
          <pc:sldMk cId="279927452" sldId="287"/>
        </pc:sldMkLst>
        <pc:spChg chg="mod">
          <ac:chgData name="Hoi Ting Lai" userId="a471060c-7291-43ae-b7a1-00252d2a55f3" providerId="ADAL" clId="{E7922DBD-E454-4008-88A3-DE4844B61529}" dt="2026-03-18T03:29:13.191" v="40" actId="20577"/>
          <ac:spMkLst>
            <pc:docMk/>
            <pc:sldMk cId="279927452" sldId="287"/>
            <ac:spMk id="4" creationId="{35069513-DB93-085F-5AFF-C286BDCE4074}"/>
          </ac:spMkLst>
        </pc:spChg>
      </pc:sldChg>
      <pc:sldChg chg="modSp mod">
        <pc:chgData name="Hoi Ting Lai" userId="a471060c-7291-43ae-b7a1-00252d2a55f3" providerId="ADAL" clId="{E7922DBD-E454-4008-88A3-DE4844B61529}" dt="2026-03-18T03:28:26.854" v="32" actId="20577"/>
        <pc:sldMkLst>
          <pc:docMk/>
          <pc:sldMk cId="742795201" sldId="290"/>
        </pc:sldMkLst>
        <pc:spChg chg="mod">
          <ac:chgData name="Hoi Ting Lai" userId="a471060c-7291-43ae-b7a1-00252d2a55f3" providerId="ADAL" clId="{E7922DBD-E454-4008-88A3-DE4844B61529}" dt="2026-03-18T03:28:26.854" v="32" actId="20577"/>
          <ac:spMkLst>
            <pc:docMk/>
            <pc:sldMk cId="742795201" sldId="290"/>
            <ac:spMk id="10" creationId="{F6F5561A-7B36-3ABC-52FD-1DF5BB97DC5C}"/>
          </ac:spMkLst>
        </pc:spChg>
      </pc:sldChg>
      <pc:sldChg chg="modSp">
        <pc:chgData name="Hoi Ting Lai" userId="a471060c-7291-43ae-b7a1-00252d2a55f3" providerId="ADAL" clId="{E7922DBD-E454-4008-88A3-DE4844B61529}" dt="2026-03-18T03:24:04.191" v="29"/>
        <pc:sldMkLst>
          <pc:docMk/>
          <pc:sldMk cId="699800239" sldId="297"/>
        </pc:sldMkLst>
        <pc:spChg chg="mod">
          <ac:chgData name="Hoi Ting Lai" userId="a471060c-7291-43ae-b7a1-00252d2a55f3" providerId="ADAL" clId="{E7922DBD-E454-4008-88A3-DE4844B61529}" dt="2026-03-18T03:24:04.191" v="29"/>
          <ac:spMkLst>
            <pc:docMk/>
            <pc:sldMk cId="699800239" sldId="297"/>
            <ac:spMk id="6" creationId="{BF9E7EDA-A96F-E75B-C4DD-F661557842F7}"/>
          </ac:spMkLst>
        </pc:spChg>
      </pc:sldChg>
      <pc:sldChg chg="modSp mod">
        <pc:chgData name="Hoi Ting Lai" userId="a471060c-7291-43ae-b7a1-00252d2a55f3" providerId="ADAL" clId="{E7922DBD-E454-4008-88A3-DE4844B61529}" dt="2026-03-18T03:28:48.764" v="34" actId="20577"/>
        <pc:sldMkLst>
          <pc:docMk/>
          <pc:sldMk cId="597199183" sldId="298"/>
        </pc:sldMkLst>
        <pc:spChg chg="mod">
          <ac:chgData name="Hoi Ting Lai" userId="a471060c-7291-43ae-b7a1-00252d2a55f3" providerId="ADAL" clId="{E7922DBD-E454-4008-88A3-DE4844B61529}" dt="2026-03-18T03:28:46.677" v="33" actId="20577"/>
          <ac:spMkLst>
            <pc:docMk/>
            <pc:sldMk cId="597199183" sldId="298"/>
            <ac:spMk id="2" creationId="{5DC559AA-C721-941A-9CB5-915FC760D272}"/>
          </ac:spMkLst>
        </pc:spChg>
        <pc:spChg chg="mod">
          <ac:chgData name="Hoi Ting Lai" userId="a471060c-7291-43ae-b7a1-00252d2a55f3" providerId="ADAL" clId="{E7922DBD-E454-4008-88A3-DE4844B61529}" dt="2026-03-18T03:28:48.764" v="34" actId="20577"/>
          <ac:spMkLst>
            <pc:docMk/>
            <pc:sldMk cId="597199183" sldId="298"/>
            <ac:spMk id="11" creationId="{ADC44E1E-FBD3-0A05-CAD6-FBBD075B75EC}"/>
          </ac:spMkLst>
        </pc:spChg>
      </pc:sldChg>
      <pc:sldChg chg="modSp mod">
        <pc:chgData name="Hoi Ting Lai" userId="a471060c-7291-43ae-b7a1-00252d2a55f3" providerId="ADAL" clId="{E7922DBD-E454-4008-88A3-DE4844B61529}" dt="2026-03-18T03:28:54.567" v="37" actId="20577"/>
        <pc:sldMkLst>
          <pc:docMk/>
          <pc:sldMk cId="3816412318" sldId="299"/>
        </pc:sldMkLst>
        <pc:spChg chg="mod">
          <ac:chgData name="Hoi Ting Lai" userId="a471060c-7291-43ae-b7a1-00252d2a55f3" providerId="ADAL" clId="{E7922DBD-E454-4008-88A3-DE4844B61529}" dt="2026-03-18T03:28:54.567" v="37" actId="20577"/>
          <ac:spMkLst>
            <pc:docMk/>
            <pc:sldMk cId="3816412318" sldId="299"/>
            <ac:spMk id="2" creationId="{38AEF44F-74F3-CBDB-74BD-9D2861BFBBAB}"/>
          </ac:spMkLst>
        </pc:spChg>
        <pc:spChg chg="mod">
          <ac:chgData name="Hoi Ting Lai" userId="a471060c-7291-43ae-b7a1-00252d2a55f3" providerId="ADAL" clId="{E7922DBD-E454-4008-88A3-DE4844B61529}" dt="2026-03-18T03:28:51.849" v="35" actId="20577"/>
          <ac:spMkLst>
            <pc:docMk/>
            <pc:sldMk cId="3816412318" sldId="299"/>
            <ac:spMk id="3" creationId="{B7D347A4-FFFF-1714-E223-511B871A9AFE}"/>
          </ac:spMkLst>
        </pc:spChg>
      </pc:sldChg>
    </pc:docChg>
  </pc:docChgLst>
  <pc:docChgLst>
    <pc:chgData name="Phoebe YIP" userId="S::phoebe.yip@mrdi.org.hk::42fecd46-3561-436a-a7f1-f8674249a1eb" providerId="AD" clId="Web-{1291845E-9D3C-DCA3-90E2-1E82E24B103C}"/>
    <pc:docChg chg="modSld">
      <pc:chgData name="Phoebe YIP" userId="S::phoebe.yip@mrdi.org.hk::42fecd46-3561-436a-a7f1-f8674249a1eb" providerId="AD" clId="Web-{1291845E-9D3C-DCA3-90E2-1E82E24B103C}" dt="2025-08-13T02:00:41.058" v="19" actId="20577"/>
      <pc:docMkLst>
        <pc:docMk/>
      </pc:docMkLst>
      <pc:sldChg chg="modSp">
        <pc:chgData name="Phoebe YIP" userId="S::phoebe.yip@mrdi.org.hk::42fecd46-3561-436a-a7f1-f8674249a1eb" providerId="AD" clId="Web-{1291845E-9D3C-DCA3-90E2-1E82E24B103C}" dt="2025-08-13T02:00:25.621" v="9" actId="20577"/>
        <pc:sldMkLst>
          <pc:docMk/>
          <pc:sldMk cId="4036985793" sldId="267"/>
        </pc:sldMkLst>
      </pc:sldChg>
      <pc:sldChg chg="modSp">
        <pc:chgData name="Phoebe YIP" userId="S::phoebe.yip@mrdi.org.hk::42fecd46-3561-436a-a7f1-f8674249a1eb" providerId="AD" clId="Web-{1291845E-9D3C-DCA3-90E2-1E82E24B103C}" dt="2025-08-13T02:00:41.058" v="19" actId="20577"/>
        <pc:sldMkLst>
          <pc:docMk/>
          <pc:sldMk cId="2031293291" sldId="26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B852855E-60E8-C0BB-0297-504A46E936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HK" altLang="en-US" dirty="0"/>
          </a:p>
        </p:txBody>
      </p:sp>
      <p:sp>
        <p:nvSpPr>
          <p:cNvPr id="3" name="日期版面配置區 2">
            <a:extLst>
              <a:ext uri="{FF2B5EF4-FFF2-40B4-BE49-F238E27FC236}">
                <a16:creationId xmlns:a16="http://schemas.microsoft.com/office/drawing/2014/main" id="{97689EDA-6CD1-0D6C-3849-EE475D497D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DD02CC-F990-1844-B591-EC84015C737C}" type="datetimeFigureOut">
              <a:rPr kumimoji="1" lang="zh-HK" altLang="en-US" smtClean="0"/>
              <a:t>30/7/2026</a:t>
            </a:fld>
            <a:endParaRPr kumimoji="1" lang="zh-HK" altLang="en-US"/>
          </a:p>
        </p:txBody>
      </p:sp>
      <p:sp>
        <p:nvSpPr>
          <p:cNvPr id="4" name="頁尾版面配置區 3">
            <a:extLst>
              <a:ext uri="{FF2B5EF4-FFF2-40B4-BE49-F238E27FC236}">
                <a16:creationId xmlns:a16="http://schemas.microsoft.com/office/drawing/2014/main" id="{4BFB14BF-32D3-4FF8-FFBA-ED49553ED9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HK" altLang="en-US"/>
          </a:p>
        </p:txBody>
      </p:sp>
      <p:sp>
        <p:nvSpPr>
          <p:cNvPr id="5" name="投影片編號版面配置區 4">
            <a:extLst>
              <a:ext uri="{FF2B5EF4-FFF2-40B4-BE49-F238E27FC236}">
                <a16:creationId xmlns:a16="http://schemas.microsoft.com/office/drawing/2014/main" id="{93501F15-8709-0697-82D2-A2564E53589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5217B7-A2BE-EB4C-8552-E8582860D0E4}" type="slidenum">
              <a:rPr kumimoji="1" lang="zh-HK" altLang="en-US" smtClean="0"/>
              <a:t>‹#›</a:t>
            </a:fld>
            <a:endParaRPr kumimoji="1" lang="zh-HK" altLang="en-US"/>
          </a:p>
        </p:txBody>
      </p:sp>
    </p:spTree>
    <p:extLst>
      <p:ext uri="{BB962C8B-B14F-4D97-AF65-F5344CB8AC3E}">
        <p14:creationId xmlns:p14="http://schemas.microsoft.com/office/powerpoint/2010/main" val="2504690686"/>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HK"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B0CD84-F832-A74C-BF33-B303A6BFB4B1}" type="datetimeFigureOut">
              <a:rPr kumimoji="1" lang="zh-HK" altLang="en-US" smtClean="0"/>
              <a:t>30/7/2026</a:t>
            </a:fld>
            <a:endParaRPr kumimoji="1" lang="zh-HK"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HK"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endParaRPr kumimoji="1" lang="zh-HK"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HK"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B8A042-BF42-DC46-B869-61174102F144}" type="slidenum">
              <a:rPr kumimoji="1" lang="zh-HK" altLang="en-US" smtClean="0"/>
              <a:t>‹#›</a:t>
            </a:fld>
            <a:endParaRPr kumimoji="1" lang="zh-HK" altLang="en-US"/>
          </a:p>
        </p:txBody>
      </p:sp>
    </p:spTree>
    <p:extLst>
      <p:ext uri="{BB962C8B-B14F-4D97-AF65-F5344CB8AC3E}">
        <p14:creationId xmlns:p14="http://schemas.microsoft.com/office/powerpoint/2010/main" val="36376822"/>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HK"/>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HK"/>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HK"/>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HK"/>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HK"/>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HK"/>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HK"/>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HK"/>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svg"/><Relationship Id="rId4" Type="http://schemas.openxmlformats.org/officeDocument/2006/relationships/image" Target="../media/image5.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_White">
    <p:bg>
      <p:bgPr>
        <a:solidFill>
          <a:schemeClr val="tx1"/>
        </a:solidFill>
        <a:effectLst/>
      </p:bgPr>
    </p:bg>
    <p:spTree>
      <p:nvGrpSpPr>
        <p:cNvPr id="1" name=""/>
        <p:cNvGrpSpPr/>
        <p:nvPr/>
      </p:nvGrpSpPr>
      <p:grpSpPr>
        <a:xfrm>
          <a:off x="0" y="0"/>
          <a:ext cx="0" cy="0"/>
          <a:chOff x="0" y="0"/>
          <a:chExt cx="0" cy="0"/>
        </a:xfrm>
      </p:grpSpPr>
      <p:sp>
        <p:nvSpPr>
          <p:cNvPr id="44" name="圖片版面配置區 43">
            <a:extLst>
              <a:ext uri="{FF2B5EF4-FFF2-40B4-BE49-F238E27FC236}">
                <a16:creationId xmlns:a16="http://schemas.microsoft.com/office/drawing/2014/main" id="{DE09AE4F-6395-9880-B0D7-5B2F57D53816}"/>
              </a:ext>
            </a:extLst>
          </p:cNvPr>
          <p:cNvSpPr>
            <a:spLocks noGrp="1"/>
          </p:cNvSpPr>
          <p:nvPr>
            <p:ph type="pic" sz="quarter" idx="10"/>
          </p:nvPr>
        </p:nvSpPr>
        <p:spPr>
          <a:xfrm>
            <a:off x="4608512" y="2103438"/>
            <a:ext cx="4535487" cy="3040062"/>
          </a:xfrm>
          <a:solidFill>
            <a:schemeClr val="bg2"/>
          </a:solidFill>
        </p:spPr>
        <p:txBody>
          <a:bodyPr/>
          <a:lstStyle/>
          <a:p>
            <a:endParaRPr kumimoji="1" lang="zh-HK" altLang="en-US" dirty="0"/>
          </a:p>
        </p:txBody>
      </p:sp>
      <p:sp>
        <p:nvSpPr>
          <p:cNvPr id="16" name="SmartArt 版面配置區 15">
            <a:extLst>
              <a:ext uri="{FF2B5EF4-FFF2-40B4-BE49-F238E27FC236}">
                <a16:creationId xmlns:a16="http://schemas.microsoft.com/office/drawing/2014/main" id="{AC38F5E6-E860-4593-4174-2CD1D40C6DA2}"/>
              </a:ext>
            </a:extLst>
          </p:cNvPr>
          <p:cNvSpPr>
            <a:spLocks noGrp="1"/>
          </p:cNvSpPr>
          <p:nvPr>
            <p:ph type="dgm" sz="quarter" idx="13"/>
          </p:nvPr>
        </p:nvSpPr>
        <p:spPr>
          <a:xfrm>
            <a:off x="4494742" y="1989668"/>
            <a:ext cx="537634" cy="537634"/>
          </a:xfrm>
          <a:solidFill>
            <a:schemeClr val="tx1"/>
          </a:solidFill>
        </p:spPr>
        <p:txBody>
          <a:bodyPr/>
          <a:lstStyle>
            <a:lvl1pPr>
              <a:defRPr>
                <a:latin typeface="+mj-lt"/>
              </a:defRPr>
            </a:lvl1pPr>
          </a:lstStyle>
          <a:p>
            <a:endParaRPr kumimoji="1" lang="zh-HK" altLang="en-US"/>
          </a:p>
        </p:txBody>
      </p:sp>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32" name="Subtitle 2">
            <a:extLst>
              <a:ext uri="{FF2B5EF4-FFF2-40B4-BE49-F238E27FC236}">
                <a16:creationId xmlns:a16="http://schemas.microsoft.com/office/drawing/2014/main" id="{2544D859-08AC-DF1E-1CFE-6D5832586FDF}"/>
              </a:ext>
            </a:extLst>
          </p:cNvPr>
          <p:cNvSpPr>
            <a:spLocks noGrp="1"/>
          </p:cNvSpPr>
          <p:nvPr>
            <p:ph type="subTitle" idx="1" hasCustomPrompt="1"/>
          </p:nvPr>
        </p:nvSpPr>
        <p:spPr>
          <a:xfrm>
            <a:off x="611188" y="519113"/>
            <a:ext cx="3889375" cy="2592388"/>
          </a:xfrm>
        </p:spPr>
        <p:txBody>
          <a:bodyPr lIns="0" tIns="0" rIns="0" bIns="0" anchor="t">
            <a:noAutofit/>
          </a:bodyPr>
          <a:lstStyle>
            <a:lvl1pPr marL="0" indent="0" algn="l">
              <a:lnSpc>
                <a:spcPct val="120000"/>
              </a:lnSpc>
              <a:spcBef>
                <a:spcPts val="0"/>
              </a:spcBef>
              <a:buNone/>
              <a:defRPr sz="2400" b="0" i="0">
                <a:solidFill>
                  <a:schemeClr val="bg1"/>
                </a:solidFill>
                <a:latin typeface="Avenir Next Medium" panose="020B05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Cover title aligned in 24pt text in Medium weight in long paragraph in the Avenir Next font</a:t>
            </a:r>
          </a:p>
        </p:txBody>
      </p:sp>
      <p:sp>
        <p:nvSpPr>
          <p:cNvPr id="33" name="矩形 32">
            <a:extLst>
              <a:ext uri="{FF2B5EF4-FFF2-40B4-BE49-F238E27FC236}">
                <a16:creationId xmlns:a16="http://schemas.microsoft.com/office/drawing/2014/main" id="{EB317A9F-AEA4-8A97-4068-28A4068F40B0}"/>
              </a:ext>
            </a:extLst>
          </p:cNvPr>
          <p:cNvSpPr/>
          <p:nvPr userDrawn="1"/>
        </p:nvSpPr>
        <p:spPr>
          <a:xfrm>
            <a:off x="0" y="0"/>
            <a:ext cx="231775" cy="23177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52" name="圖片 51">
            <a:extLst>
              <a:ext uri="{FF2B5EF4-FFF2-40B4-BE49-F238E27FC236}">
                <a16:creationId xmlns:a16="http://schemas.microsoft.com/office/drawing/2014/main" id="{90A66FFF-BBBC-B73A-240A-62744C603E66}"/>
              </a:ext>
            </a:extLst>
          </p:cNvPr>
          <p:cNvPicPr>
            <a:picLocks noChangeAspect="1"/>
          </p:cNvPicPr>
          <p:nvPr userDrawn="1"/>
        </p:nvPicPr>
        <p:blipFill>
          <a:blip r:embed="rId2"/>
          <a:stretch>
            <a:fillRect/>
          </a:stretch>
        </p:blipFill>
        <p:spPr>
          <a:xfrm>
            <a:off x="7792576" y="231775"/>
            <a:ext cx="884699" cy="287337"/>
          </a:xfrm>
          <a:prstGeom prst="rect">
            <a:avLst/>
          </a:prstGeom>
        </p:spPr>
      </p:pic>
      <p:sp>
        <p:nvSpPr>
          <p:cNvPr id="4" name="文字方塊 3">
            <a:extLst>
              <a:ext uri="{FF2B5EF4-FFF2-40B4-BE49-F238E27FC236}">
                <a16:creationId xmlns:a16="http://schemas.microsoft.com/office/drawing/2014/main" id="{99A31B88-0386-D209-47E6-9CC43C6EB7B9}"/>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bg1"/>
                </a:solidFill>
                <a:latin typeface="Avenir Next Demi Bold" panose="020B0503020202020204" pitchFamily="34" charset="0"/>
                <a:ea typeface="+mn-ea"/>
                <a:cs typeface="+mn-cs"/>
              </a:rPr>
              <a:t>CONFIDENTIAL &amp; RESTRICTED BY MRDI</a:t>
            </a:r>
            <a:endParaRPr kumimoji="1" lang="zh-HK" altLang="en-US" sz="700" b="1" i="0" kern="1200" dirty="0">
              <a:solidFill>
                <a:schemeClr val="bg1"/>
              </a:solidFill>
              <a:latin typeface="Avenir Next Demi Bold" panose="020B0503020202020204" pitchFamily="34" charset="0"/>
              <a:ea typeface="+mn-ea"/>
              <a:cs typeface="+mn-cs"/>
            </a:endParaRPr>
          </a:p>
        </p:txBody>
      </p:sp>
      <p:sp>
        <p:nvSpPr>
          <p:cNvPr id="18" name="內容版面配置區 17">
            <a:extLst>
              <a:ext uri="{FF2B5EF4-FFF2-40B4-BE49-F238E27FC236}">
                <a16:creationId xmlns:a16="http://schemas.microsoft.com/office/drawing/2014/main" id="{448350DC-A71D-AD01-55CF-2C2EA72BE3BD}"/>
              </a:ext>
            </a:extLst>
          </p:cNvPr>
          <p:cNvSpPr>
            <a:spLocks noGrp="1"/>
          </p:cNvSpPr>
          <p:nvPr>
            <p:ph sz="quarter" idx="14" hasCustomPrompt="1"/>
          </p:nvPr>
        </p:nvSpPr>
        <p:spPr>
          <a:xfrm>
            <a:off x="611188" y="231775"/>
            <a:ext cx="1331912" cy="144463"/>
          </a:xfrm>
        </p:spPr>
        <p:txBody>
          <a:bodyPr>
            <a:normAutofit/>
          </a:bodyPr>
          <a:lstStyle>
            <a:lvl1pPr>
              <a:defRPr sz="800" b="0" i="0">
                <a:latin typeface="Avenir Next" panose="020B0503020202020204" pitchFamily="34" charset="0"/>
              </a:defRPr>
            </a:lvl1pPr>
          </a:lstStyle>
          <a:p>
            <a:pPr lvl="0"/>
            <a:r>
              <a:rPr kumimoji="1" lang="en-US" altLang="zh-TW" dirty="0"/>
              <a:t>Enter the date here</a:t>
            </a:r>
            <a:endParaRPr kumimoji="1" lang="zh-HK" altLang="en-US" dirty="0"/>
          </a:p>
        </p:txBody>
      </p:sp>
      <p:sp>
        <p:nvSpPr>
          <p:cNvPr id="25" name="內容版面配置區 17">
            <a:extLst>
              <a:ext uri="{FF2B5EF4-FFF2-40B4-BE49-F238E27FC236}">
                <a16:creationId xmlns:a16="http://schemas.microsoft.com/office/drawing/2014/main" id="{2F1B619A-9BC2-255D-1BD9-FFDBF85B8DD0}"/>
              </a:ext>
            </a:extLst>
          </p:cNvPr>
          <p:cNvSpPr>
            <a:spLocks noGrp="1"/>
          </p:cNvSpPr>
          <p:nvPr>
            <p:ph sz="quarter" idx="15" hasCustomPrompt="1"/>
          </p:nvPr>
        </p:nvSpPr>
        <p:spPr>
          <a:xfrm>
            <a:off x="611187" y="3111501"/>
            <a:ext cx="2555876" cy="1655762"/>
          </a:xfrm>
        </p:spPr>
        <p:txBody>
          <a:bodyPr anchor="b" anchorCtr="0">
            <a:normAutofit/>
          </a:bodyPr>
          <a:lstStyle>
            <a:lvl1pPr>
              <a:lnSpc>
                <a:spcPts val="960"/>
              </a:lnSpc>
              <a:defRPr sz="800" b="0" i="0">
                <a:solidFill>
                  <a:schemeClr val="bg1"/>
                </a:solidFill>
                <a:latin typeface="+mn-lt"/>
              </a:defRPr>
            </a:lvl1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HK" sz="800" b="0" i="0" dirty="0">
                <a:solidFill>
                  <a:schemeClr val="bg1"/>
                </a:solidFill>
                <a:latin typeface="AvenirNext LT Pro Light" panose="020B0403020202020204" pitchFamily="34" charset="0"/>
              </a:rPr>
              <a:t>Enter the needed small text here : Lorem Ipsum is simply dummy text of the printing and typesetting industry. Lorem Ipsum has been the industry's standard dummy text ever since the 1500s.</a:t>
            </a:r>
            <a:endParaRPr kumimoji="1" lang="zh-HK" altLang="en-US" sz="800" b="0" i="0" dirty="0">
              <a:solidFill>
                <a:schemeClr val="bg1"/>
              </a:solidFill>
              <a:latin typeface="AvenirNext LT Pro Light" panose="020B0403020202020204" pitchFamily="34" charset="0"/>
            </a:endParaRPr>
          </a:p>
        </p:txBody>
      </p:sp>
    </p:spTree>
    <p:extLst>
      <p:ext uri="{BB962C8B-B14F-4D97-AF65-F5344CB8AC3E}">
        <p14:creationId xmlns:p14="http://schemas.microsoft.com/office/powerpoint/2010/main" val="2581457994"/>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_Black">
    <p:bg>
      <p:bgPr>
        <a:solidFill>
          <a:srgbClr val="000000"/>
        </a:solidFill>
        <a:effectLst/>
      </p:bgPr>
    </p:bg>
    <p:spTree>
      <p:nvGrpSpPr>
        <p:cNvPr id="1" name=""/>
        <p:cNvGrpSpPr/>
        <p:nvPr/>
      </p:nvGrpSpPr>
      <p:grpSpPr>
        <a:xfrm>
          <a:off x="0" y="0"/>
          <a:ext cx="0" cy="0"/>
          <a:chOff x="0" y="0"/>
          <a:chExt cx="0" cy="0"/>
        </a:xfrm>
      </p:grpSpPr>
      <p:sp>
        <p:nvSpPr>
          <p:cNvPr id="6" name="圖片版面配置區 43">
            <a:extLst>
              <a:ext uri="{FF2B5EF4-FFF2-40B4-BE49-F238E27FC236}">
                <a16:creationId xmlns:a16="http://schemas.microsoft.com/office/drawing/2014/main" id="{F1572E3A-6D6E-1F9B-A8E1-DCF841A004B2}"/>
              </a:ext>
            </a:extLst>
          </p:cNvPr>
          <p:cNvSpPr>
            <a:spLocks noGrp="1"/>
          </p:cNvSpPr>
          <p:nvPr>
            <p:ph type="pic" sz="quarter" idx="10"/>
          </p:nvPr>
        </p:nvSpPr>
        <p:spPr>
          <a:xfrm>
            <a:off x="4608512" y="2103438"/>
            <a:ext cx="4535487" cy="3040062"/>
          </a:xfrm>
          <a:solidFill>
            <a:schemeClr val="bg2"/>
          </a:solidFill>
        </p:spPr>
        <p:txBody>
          <a:bodyPr/>
          <a:lstStyle/>
          <a:p>
            <a:endParaRPr kumimoji="1" lang="zh-HK" altLang="en-US" dirty="0"/>
          </a:p>
        </p:txBody>
      </p:sp>
      <p:sp>
        <p:nvSpPr>
          <p:cNvPr id="16" name="SmartArt 版面配置區 15">
            <a:extLst>
              <a:ext uri="{FF2B5EF4-FFF2-40B4-BE49-F238E27FC236}">
                <a16:creationId xmlns:a16="http://schemas.microsoft.com/office/drawing/2014/main" id="{AC38F5E6-E860-4593-4174-2CD1D40C6DA2}"/>
              </a:ext>
            </a:extLst>
          </p:cNvPr>
          <p:cNvSpPr>
            <a:spLocks noGrp="1"/>
          </p:cNvSpPr>
          <p:nvPr>
            <p:ph type="dgm" sz="quarter" idx="13"/>
          </p:nvPr>
        </p:nvSpPr>
        <p:spPr>
          <a:xfrm>
            <a:off x="4494742" y="1989668"/>
            <a:ext cx="537634" cy="537634"/>
          </a:xfrm>
          <a:solidFill>
            <a:srgbClr val="000000"/>
          </a:solidFill>
        </p:spPr>
        <p:txBody>
          <a:bodyPr/>
          <a:lstStyle>
            <a:lvl1pPr>
              <a:defRPr>
                <a:latin typeface="+mj-lt"/>
              </a:defRPr>
            </a:lvl1pPr>
          </a:lstStyle>
          <a:p>
            <a:endParaRPr kumimoji="1" lang="zh-HK" altLang="en-US" dirty="0"/>
          </a:p>
        </p:txBody>
      </p:sp>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chemeClr val="tx1"/>
              </a:solidFill>
            </a:endParaRPr>
          </a:p>
        </p:txBody>
      </p:sp>
      <p:sp>
        <p:nvSpPr>
          <p:cNvPr id="33" name="矩形 32">
            <a:extLst>
              <a:ext uri="{FF2B5EF4-FFF2-40B4-BE49-F238E27FC236}">
                <a16:creationId xmlns:a16="http://schemas.microsoft.com/office/drawing/2014/main" id="{EB317A9F-AEA4-8A97-4068-28A4068F40B0}"/>
              </a:ext>
            </a:extLst>
          </p:cNvPr>
          <p:cNvSpPr/>
          <p:nvPr userDrawn="1"/>
        </p:nvSpPr>
        <p:spPr>
          <a:xfrm>
            <a:off x="0" y="0"/>
            <a:ext cx="231775" cy="23177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3" name="圖形 2">
            <a:extLst>
              <a:ext uri="{FF2B5EF4-FFF2-40B4-BE49-F238E27FC236}">
                <a16:creationId xmlns:a16="http://schemas.microsoft.com/office/drawing/2014/main" id="{839372CB-F4C2-AA86-E732-9BB4987FA47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791675" y="230329"/>
            <a:ext cx="885600" cy="288783"/>
          </a:xfrm>
          <a:prstGeom prst="rect">
            <a:avLst/>
          </a:prstGeom>
        </p:spPr>
      </p:pic>
      <p:sp>
        <p:nvSpPr>
          <p:cNvPr id="9" name="Subtitle 2">
            <a:extLst>
              <a:ext uri="{FF2B5EF4-FFF2-40B4-BE49-F238E27FC236}">
                <a16:creationId xmlns:a16="http://schemas.microsoft.com/office/drawing/2014/main" id="{7318FB37-48C5-92C4-9C8A-CDAD6EC3E549}"/>
              </a:ext>
            </a:extLst>
          </p:cNvPr>
          <p:cNvSpPr>
            <a:spLocks noGrp="1"/>
          </p:cNvSpPr>
          <p:nvPr>
            <p:ph type="subTitle" idx="1" hasCustomPrompt="1"/>
          </p:nvPr>
        </p:nvSpPr>
        <p:spPr>
          <a:xfrm>
            <a:off x="611188" y="519113"/>
            <a:ext cx="3889375" cy="2592388"/>
          </a:xfrm>
        </p:spPr>
        <p:txBody>
          <a:bodyPr lIns="0" tIns="0" rIns="0" bIns="0" anchor="t">
            <a:noAutofit/>
          </a:bodyPr>
          <a:lstStyle>
            <a:lvl1pPr marL="0" indent="0" algn="l">
              <a:lnSpc>
                <a:spcPct val="120000"/>
              </a:lnSpc>
              <a:spcBef>
                <a:spcPts val="0"/>
              </a:spcBef>
              <a:buNone/>
              <a:defRPr sz="2400" b="0" i="0">
                <a:solidFill>
                  <a:schemeClr val="tx1"/>
                </a:solidFill>
                <a:latin typeface="Avenir Next Medium" panose="020B05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Cover title aligned in 24pt text in Medium weight in long paragraph in the Avenir Next font</a:t>
            </a:r>
          </a:p>
        </p:txBody>
      </p:sp>
      <p:sp>
        <p:nvSpPr>
          <p:cNvPr id="10" name="內容版面配置區 17">
            <a:extLst>
              <a:ext uri="{FF2B5EF4-FFF2-40B4-BE49-F238E27FC236}">
                <a16:creationId xmlns:a16="http://schemas.microsoft.com/office/drawing/2014/main" id="{C53C2606-26D4-F81C-1F6A-1DF7FC84E87F}"/>
              </a:ext>
            </a:extLst>
          </p:cNvPr>
          <p:cNvSpPr>
            <a:spLocks noGrp="1"/>
          </p:cNvSpPr>
          <p:nvPr>
            <p:ph sz="quarter" idx="14" hasCustomPrompt="1"/>
          </p:nvPr>
        </p:nvSpPr>
        <p:spPr>
          <a:xfrm>
            <a:off x="611188" y="231775"/>
            <a:ext cx="1331912" cy="144463"/>
          </a:xfrm>
        </p:spPr>
        <p:txBody>
          <a:bodyPr>
            <a:normAutofit/>
          </a:bodyPr>
          <a:lstStyle>
            <a:lvl1pPr>
              <a:defRPr sz="800" b="0" i="0">
                <a:solidFill>
                  <a:schemeClr val="tx1"/>
                </a:solidFill>
                <a:latin typeface="Avenir Next" panose="020B0503020202020204" pitchFamily="34" charset="0"/>
              </a:defRPr>
            </a:lvl1pPr>
          </a:lstStyle>
          <a:p>
            <a:pPr lvl="0"/>
            <a:r>
              <a:rPr kumimoji="1" lang="en-US" altLang="zh-TW" dirty="0"/>
              <a:t>Enter the date here</a:t>
            </a:r>
            <a:endParaRPr kumimoji="1" lang="zh-HK" altLang="en-US" dirty="0"/>
          </a:p>
        </p:txBody>
      </p:sp>
      <p:sp>
        <p:nvSpPr>
          <p:cNvPr id="11" name="內容版面配置區 17">
            <a:extLst>
              <a:ext uri="{FF2B5EF4-FFF2-40B4-BE49-F238E27FC236}">
                <a16:creationId xmlns:a16="http://schemas.microsoft.com/office/drawing/2014/main" id="{80407631-089D-DC3C-609F-4CAC66900393}"/>
              </a:ext>
            </a:extLst>
          </p:cNvPr>
          <p:cNvSpPr>
            <a:spLocks noGrp="1"/>
          </p:cNvSpPr>
          <p:nvPr>
            <p:ph sz="quarter" idx="15" hasCustomPrompt="1"/>
          </p:nvPr>
        </p:nvSpPr>
        <p:spPr>
          <a:xfrm>
            <a:off x="611187" y="3111501"/>
            <a:ext cx="2555876" cy="1655762"/>
          </a:xfrm>
        </p:spPr>
        <p:txBody>
          <a:bodyPr anchor="b" anchorCtr="0">
            <a:normAutofit/>
          </a:bodyPr>
          <a:lstStyle>
            <a:lvl1pPr>
              <a:lnSpc>
                <a:spcPts val="960"/>
              </a:lnSpc>
              <a:defRPr sz="800" b="0" i="0">
                <a:solidFill>
                  <a:schemeClr val="tx1"/>
                </a:solidFill>
                <a:latin typeface="+mn-lt"/>
              </a:defRPr>
            </a:lvl1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HK" sz="800" b="0" i="0" dirty="0">
                <a:solidFill>
                  <a:schemeClr val="bg1"/>
                </a:solidFill>
                <a:latin typeface="AvenirNext LT Pro Light" panose="020B0403020202020204" pitchFamily="34" charset="0"/>
              </a:rPr>
              <a:t>Enter the needed small text here : Lorem Ipsum is simply dummy text of the printing and typesetting industry. Lorem Ipsum has been the industry's standard dummy text ever since the 1500s.</a:t>
            </a:r>
            <a:endParaRPr kumimoji="1" lang="zh-HK" altLang="en-US" sz="800" b="0" i="0" dirty="0">
              <a:solidFill>
                <a:schemeClr val="bg1"/>
              </a:solidFill>
              <a:latin typeface="AvenirNext LT Pro Light" panose="020B0403020202020204" pitchFamily="34" charset="0"/>
            </a:endParaRPr>
          </a:p>
        </p:txBody>
      </p:sp>
      <p:sp>
        <p:nvSpPr>
          <p:cNvPr id="12" name="文字方塊 11">
            <a:extLst>
              <a:ext uri="{FF2B5EF4-FFF2-40B4-BE49-F238E27FC236}">
                <a16:creationId xmlns:a16="http://schemas.microsoft.com/office/drawing/2014/main" id="{B92F16EE-10F0-4688-EEF2-08BC468E1F8F}"/>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tx1"/>
                </a:solidFill>
                <a:latin typeface="Avenir Next Demi Bold" panose="020B0503020202020204" pitchFamily="34" charset="0"/>
                <a:ea typeface="+mn-ea"/>
                <a:cs typeface="+mn-cs"/>
              </a:rPr>
              <a:t>CONFIDENTIAL &amp; RESTRICTED BY MRDI</a:t>
            </a:r>
            <a:endParaRPr kumimoji="1" lang="zh-HK" altLang="en-US" sz="700" b="1" i="0" kern="1200" dirty="0">
              <a:solidFill>
                <a:schemeClr val="tx1"/>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600990517"/>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page_1_White">
    <p:spTree>
      <p:nvGrpSpPr>
        <p:cNvPr id="1" name=""/>
        <p:cNvGrpSpPr/>
        <p:nvPr/>
      </p:nvGrpSpPr>
      <p:grpSpPr>
        <a:xfrm>
          <a:off x="0" y="0"/>
          <a:ext cx="0" cy="0"/>
          <a:chOff x="0" y="0"/>
          <a:chExt cx="0" cy="0"/>
        </a:xfrm>
      </p:grpSpPr>
      <p:sp>
        <p:nvSpPr>
          <p:cNvPr id="28" name="圖片版面配置區 27">
            <a:extLst>
              <a:ext uri="{FF2B5EF4-FFF2-40B4-BE49-F238E27FC236}">
                <a16:creationId xmlns:a16="http://schemas.microsoft.com/office/drawing/2014/main" id="{5AD4A29A-36AB-88C6-72EB-510912B80E38}"/>
              </a:ext>
            </a:extLst>
          </p:cNvPr>
          <p:cNvSpPr>
            <a:spLocks noGrp="1"/>
          </p:cNvSpPr>
          <p:nvPr>
            <p:ph type="pic" sz="quarter" idx="17"/>
          </p:nvPr>
        </p:nvSpPr>
        <p:spPr>
          <a:xfrm>
            <a:off x="-1" y="0"/>
            <a:ext cx="9144001" cy="2247900"/>
          </a:xfrm>
          <a:solidFill>
            <a:srgbClr val="000000"/>
          </a:solidFill>
        </p:spPr>
        <p:txBody>
          <a:bodyPr/>
          <a:lstStyle/>
          <a:p>
            <a:endParaRPr kumimoji="1" lang="zh-HK" altLang="en-US"/>
          </a:p>
        </p:txBody>
      </p:sp>
      <p:sp>
        <p:nvSpPr>
          <p:cNvPr id="3" name="文字版面配置區 2">
            <a:extLst>
              <a:ext uri="{FF2B5EF4-FFF2-40B4-BE49-F238E27FC236}">
                <a16:creationId xmlns:a16="http://schemas.microsoft.com/office/drawing/2014/main" id="{62979131-0703-CCC4-9E2A-012D5FEEC7D4}"/>
              </a:ext>
            </a:extLst>
          </p:cNvPr>
          <p:cNvSpPr>
            <a:spLocks noGrp="1"/>
          </p:cNvSpPr>
          <p:nvPr>
            <p:ph type="body" idx="1" hasCustomPrompt="1"/>
          </p:nvPr>
        </p:nvSpPr>
        <p:spPr>
          <a:xfrm>
            <a:off x="7294563" y="2535238"/>
            <a:ext cx="1216023" cy="1441450"/>
          </a:xfrm>
          <a:prstGeom prst="rect">
            <a:avLst/>
          </a:prstGeom>
        </p:spPr>
        <p:txBody>
          <a:bodyPr>
            <a:normAutofit/>
          </a:bodyPr>
          <a:lstStyle>
            <a:lvl1pPr marL="0" indent="0" algn="r">
              <a:buNone/>
              <a:defRPr sz="3600">
                <a:solidFill>
                  <a:schemeClr val="bg1"/>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10" name="Page #">
            <a:extLst>
              <a:ext uri="{FF2B5EF4-FFF2-40B4-BE49-F238E27FC236}">
                <a16:creationId xmlns:a16="http://schemas.microsoft.com/office/drawing/2014/main" id="{4D8D19EA-DAEA-03BF-0D3F-A113C459ABCA}"/>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pic>
        <p:nvPicPr>
          <p:cNvPr id="11" name="圖片 10">
            <a:extLst>
              <a:ext uri="{FF2B5EF4-FFF2-40B4-BE49-F238E27FC236}">
                <a16:creationId xmlns:a16="http://schemas.microsoft.com/office/drawing/2014/main" id="{0301543E-412F-7691-223E-80B81B09684D}"/>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2" name="矩形 11">
            <a:extLst>
              <a:ext uri="{FF2B5EF4-FFF2-40B4-BE49-F238E27FC236}">
                <a16:creationId xmlns:a16="http://schemas.microsoft.com/office/drawing/2014/main" id="{EA484396-0A2F-34D8-51C3-09CE14E09782}"/>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21" name="標題 20">
            <a:extLst>
              <a:ext uri="{FF2B5EF4-FFF2-40B4-BE49-F238E27FC236}">
                <a16:creationId xmlns:a16="http://schemas.microsoft.com/office/drawing/2014/main" id="{3438006E-39DA-77DE-022C-26B36043041E}"/>
              </a:ext>
            </a:extLst>
          </p:cNvPr>
          <p:cNvSpPr>
            <a:spLocks noGrp="1"/>
          </p:cNvSpPr>
          <p:nvPr>
            <p:ph type="title" hasCustomPrompt="1"/>
          </p:nvPr>
        </p:nvSpPr>
        <p:spPr>
          <a:xfrm>
            <a:off x="611188" y="2535238"/>
            <a:ext cx="6553199" cy="1441450"/>
          </a:xfrm>
        </p:spPr>
        <p:txBody>
          <a:bodyPr>
            <a:noAutofit/>
          </a:bodyPr>
          <a:lstStyle>
            <a:lvl1pPr>
              <a:lnSpc>
                <a:spcPct val="100000"/>
              </a:lnSpc>
              <a:defRPr sz="3500" b="0" i="0">
                <a:latin typeface="Avenir Next" panose="020B0503020202020204" pitchFamily="34" charset="0"/>
              </a:defRPr>
            </a:lvl1pPr>
          </a:lstStyle>
          <a:p>
            <a:r>
              <a:rPr kumimoji="1" lang="en-US" altLang="zh-TW" dirty="0"/>
              <a:t>CHAPTER TITLE USING REGULAR WEIGHT IN 35PT</a:t>
            </a:r>
            <a:endParaRPr kumimoji="1" lang="zh-HK" altLang="en-US" dirty="0"/>
          </a:p>
        </p:txBody>
      </p:sp>
      <p:sp>
        <p:nvSpPr>
          <p:cNvPr id="24" name="文字版面配置區 23">
            <a:extLst>
              <a:ext uri="{FF2B5EF4-FFF2-40B4-BE49-F238E27FC236}">
                <a16:creationId xmlns:a16="http://schemas.microsoft.com/office/drawing/2014/main" id="{59DE0CA9-BB64-664E-B948-F09A3B775BCC}"/>
              </a:ext>
            </a:extLst>
          </p:cNvPr>
          <p:cNvSpPr>
            <a:spLocks noGrp="1"/>
          </p:cNvSpPr>
          <p:nvPr>
            <p:ph type="body" sz="quarter" idx="14" hasCustomPrompt="1"/>
          </p:nvPr>
        </p:nvSpPr>
        <p:spPr>
          <a:xfrm>
            <a:off x="466725" y="231775"/>
            <a:ext cx="1476375" cy="287338"/>
          </a:xfrm>
        </p:spPr>
        <p:txBody>
          <a:bodyPr>
            <a:noAutofit/>
          </a:bodyPr>
          <a:lstStyle>
            <a:lvl1pP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
        <p:nvSpPr>
          <p:cNvPr id="25" name="文字版面配置區 23">
            <a:extLst>
              <a:ext uri="{FF2B5EF4-FFF2-40B4-BE49-F238E27FC236}">
                <a16:creationId xmlns:a16="http://schemas.microsoft.com/office/drawing/2014/main" id="{15C74A27-FDA8-9432-E114-713E450B5659}"/>
              </a:ext>
            </a:extLst>
          </p:cNvPr>
          <p:cNvSpPr>
            <a:spLocks noGrp="1"/>
          </p:cNvSpPr>
          <p:nvPr>
            <p:ph type="body" sz="quarter" idx="15" hasCustomPrompt="1"/>
          </p:nvPr>
        </p:nvSpPr>
        <p:spPr>
          <a:xfrm>
            <a:off x="3276601" y="231775"/>
            <a:ext cx="2555874" cy="287338"/>
          </a:xfrm>
        </p:spPr>
        <p:txBody>
          <a:bodyPr>
            <a:noAutofit/>
          </a:bodyPr>
          <a:lstStyle>
            <a:lvl1pPr algn="ct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
        <p:nvSpPr>
          <p:cNvPr id="26" name="文字版面配置區 23">
            <a:extLst>
              <a:ext uri="{FF2B5EF4-FFF2-40B4-BE49-F238E27FC236}">
                <a16:creationId xmlns:a16="http://schemas.microsoft.com/office/drawing/2014/main" id="{5C5716F0-EAC9-944F-F9BF-F905AE507578}"/>
              </a:ext>
            </a:extLst>
          </p:cNvPr>
          <p:cNvSpPr>
            <a:spLocks noGrp="1"/>
          </p:cNvSpPr>
          <p:nvPr>
            <p:ph type="body" sz="quarter" idx="16" hasCustomPrompt="1"/>
          </p:nvPr>
        </p:nvSpPr>
        <p:spPr>
          <a:xfrm>
            <a:off x="7199120" y="231775"/>
            <a:ext cx="1476375" cy="287338"/>
          </a:xfrm>
        </p:spPr>
        <p:txBody>
          <a:bodyPr>
            <a:noAutofit/>
          </a:bodyPr>
          <a:lstStyle>
            <a:lvl1pPr algn="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Tree>
    <p:extLst>
      <p:ext uri="{BB962C8B-B14F-4D97-AF65-F5344CB8AC3E}">
        <p14:creationId xmlns:p14="http://schemas.microsoft.com/office/powerpoint/2010/main" val="1199317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page_1_Black">
    <p:bg>
      <p:bgPr>
        <a:solidFill>
          <a:srgbClr val="000000"/>
        </a:solidFill>
        <a:effectLst/>
      </p:bgPr>
    </p:bg>
    <p:spTree>
      <p:nvGrpSpPr>
        <p:cNvPr id="1" name=""/>
        <p:cNvGrpSpPr/>
        <p:nvPr/>
      </p:nvGrpSpPr>
      <p:grpSpPr>
        <a:xfrm>
          <a:off x="0" y="0"/>
          <a:ext cx="0" cy="0"/>
          <a:chOff x="0" y="0"/>
          <a:chExt cx="0" cy="0"/>
        </a:xfrm>
      </p:grpSpPr>
      <p:sp>
        <p:nvSpPr>
          <p:cNvPr id="5" name="圖片版面配置區 27">
            <a:extLst>
              <a:ext uri="{FF2B5EF4-FFF2-40B4-BE49-F238E27FC236}">
                <a16:creationId xmlns:a16="http://schemas.microsoft.com/office/drawing/2014/main" id="{6CE141C8-D1D2-E862-44AA-9998F44B342B}"/>
              </a:ext>
            </a:extLst>
          </p:cNvPr>
          <p:cNvSpPr>
            <a:spLocks noGrp="1"/>
          </p:cNvSpPr>
          <p:nvPr>
            <p:ph type="pic" sz="quarter" idx="17"/>
          </p:nvPr>
        </p:nvSpPr>
        <p:spPr>
          <a:xfrm>
            <a:off x="-1" y="0"/>
            <a:ext cx="9144001" cy="2247900"/>
          </a:xfrm>
          <a:solidFill>
            <a:schemeClr val="tx1"/>
          </a:solidFill>
        </p:spPr>
        <p:txBody>
          <a:bodyPr/>
          <a:lstStyle/>
          <a:p>
            <a:endParaRPr kumimoji="1" lang="zh-HK" altLang="en-US" dirty="0"/>
          </a:p>
        </p:txBody>
      </p:sp>
      <p:sp>
        <p:nvSpPr>
          <p:cNvPr id="3" name="文字版面配置區 2">
            <a:extLst>
              <a:ext uri="{FF2B5EF4-FFF2-40B4-BE49-F238E27FC236}">
                <a16:creationId xmlns:a16="http://schemas.microsoft.com/office/drawing/2014/main" id="{62979131-0703-CCC4-9E2A-012D5FEEC7D4}"/>
              </a:ext>
            </a:extLst>
          </p:cNvPr>
          <p:cNvSpPr>
            <a:spLocks noGrp="1"/>
          </p:cNvSpPr>
          <p:nvPr>
            <p:ph type="body" idx="1" hasCustomPrompt="1"/>
          </p:nvPr>
        </p:nvSpPr>
        <p:spPr>
          <a:xfrm>
            <a:off x="7294563" y="2535238"/>
            <a:ext cx="1216023" cy="1441450"/>
          </a:xfrm>
          <a:prstGeom prst="rect">
            <a:avLst/>
          </a:prstGeom>
        </p:spPr>
        <p:txBody>
          <a:bodyPr>
            <a:normAutofit/>
          </a:bodyPr>
          <a:lstStyle>
            <a:lvl1pPr marL="0" indent="0" algn="r">
              <a:buNone/>
              <a:defRPr sz="3600">
                <a:solidFill>
                  <a:schemeClr val="tx1"/>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10" name="Page #">
            <a:extLst>
              <a:ext uri="{FF2B5EF4-FFF2-40B4-BE49-F238E27FC236}">
                <a16:creationId xmlns:a16="http://schemas.microsoft.com/office/drawing/2014/main" id="{4D8D19EA-DAEA-03BF-0D3F-A113C459ABCA}"/>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solidFill>
                  <a:schemeClr val="tx1"/>
                </a:solidFill>
                <a:latin typeface="+mj-lt"/>
                <a:ea typeface="Arial" charset="0"/>
                <a:cs typeface="Arial" panose="020B0604020202020204" pitchFamily="34" charset="0"/>
              </a:rPr>
              <a:pPr lvl="0" algn="l">
                <a:lnSpc>
                  <a:spcPts val="1000"/>
                </a:lnSpc>
              </a:pPr>
              <a:t>‹#›</a:t>
            </a:fld>
            <a:endParaRPr lang="en-GB" sz="600" b="0" i="0" dirty="0">
              <a:solidFill>
                <a:schemeClr val="tx1"/>
              </a:solidFill>
              <a:latin typeface="+mj-lt"/>
              <a:ea typeface="Arial" charset="0"/>
              <a:cs typeface="Arial" panose="020B0604020202020204" pitchFamily="34" charset="0"/>
            </a:endParaRPr>
          </a:p>
        </p:txBody>
      </p:sp>
      <p:sp>
        <p:nvSpPr>
          <p:cNvPr id="12" name="矩形 11">
            <a:extLst>
              <a:ext uri="{FF2B5EF4-FFF2-40B4-BE49-F238E27FC236}">
                <a16:creationId xmlns:a16="http://schemas.microsoft.com/office/drawing/2014/main" id="{EA484396-0A2F-34D8-51C3-09CE14E09782}"/>
              </a:ext>
            </a:extLst>
          </p:cNvPr>
          <p:cNvSpPr/>
          <p:nvPr userDrawn="1"/>
        </p:nvSpPr>
        <p:spPr>
          <a:xfrm>
            <a:off x="8677275" y="4838905"/>
            <a:ext cx="72820" cy="72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chemeClr val="tx1"/>
              </a:solidFill>
            </a:endParaRPr>
          </a:p>
        </p:txBody>
      </p:sp>
      <p:sp>
        <p:nvSpPr>
          <p:cNvPr id="21" name="標題 20">
            <a:extLst>
              <a:ext uri="{FF2B5EF4-FFF2-40B4-BE49-F238E27FC236}">
                <a16:creationId xmlns:a16="http://schemas.microsoft.com/office/drawing/2014/main" id="{3438006E-39DA-77DE-022C-26B36043041E}"/>
              </a:ext>
            </a:extLst>
          </p:cNvPr>
          <p:cNvSpPr>
            <a:spLocks noGrp="1"/>
          </p:cNvSpPr>
          <p:nvPr>
            <p:ph type="title" hasCustomPrompt="1"/>
          </p:nvPr>
        </p:nvSpPr>
        <p:spPr>
          <a:xfrm>
            <a:off x="611188" y="2535238"/>
            <a:ext cx="6553199" cy="1441450"/>
          </a:xfrm>
        </p:spPr>
        <p:txBody>
          <a:bodyPr>
            <a:noAutofit/>
          </a:bodyPr>
          <a:lstStyle>
            <a:lvl1pPr>
              <a:defRPr sz="3500"/>
            </a:lvl1pPr>
          </a:lstStyle>
          <a:p>
            <a:r>
              <a:rPr kumimoji="1" lang="en-US" altLang="zh-TW" dirty="0"/>
              <a:t>CHAPTER TITLE USING REGULAR WEIGHT IN 35PT</a:t>
            </a:r>
            <a:endParaRPr kumimoji="1" lang="zh-HK" altLang="en-US" dirty="0"/>
          </a:p>
        </p:txBody>
      </p:sp>
      <p:pic>
        <p:nvPicPr>
          <p:cNvPr id="4" name="圖形 3">
            <a:extLst>
              <a:ext uri="{FF2B5EF4-FFF2-40B4-BE49-F238E27FC236}">
                <a16:creationId xmlns:a16="http://schemas.microsoft.com/office/drawing/2014/main" id="{A029FFD5-0156-69AB-8923-624A983E06F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845213" y="4690148"/>
            <a:ext cx="687600" cy="224217"/>
          </a:xfrm>
          <a:prstGeom prst="rect">
            <a:avLst/>
          </a:prstGeom>
        </p:spPr>
      </p:pic>
      <p:sp>
        <p:nvSpPr>
          <p:cNvPr id="7" name="文字版面配置區 23">
            <a:extLst>
              <a:ext uri="{FF2B5EF4-FFF2-40B4-BE49-F238E27FC236}">
                <a16:creationId xmlns:a16="http://schemas.microsoft.com/office/drawing/2014/main" id="{081D180A-C354-8015-4ABF-53BC5C3B054E}"/>
              </a:ext>
            </a:extLst>
          </p:cNvPr>
          <p:cNvSpPr>
            <a:spLocks noGrp="1"/>
          </p:cNvSpPr>
          <p:nvPr>
            <p:ph type="body" sz="quarter" idx="14" hasCustomPrompt="1"/>
          </p:nvPr>
        </p:nvSpPr>
        <p:spPr>
          <a:xfrm>
            <a:off x="466725" y="231775"/>
            <a:ext cx="1476375" cy="287338"/>
          </a:xfrm>
        </p:spPr>
        <p:txBody>
          <a:bodyPr>
            <a:noAutofit/>
          </a:bodyPr>
          <a:lstStyle>
            <a:lvl1pP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
        <p:nvSpPr>
          <p:cNvPr id="9" name="文字版面配置區 23">
            <a:extLst>
              <a:ext uri="{FF2B5EF4-FFF2-40B4-BE49-F238E27FC236}">
                <a16:creationId xmlns:a16="http://schemas.microsoft.com/office/drawing/2014/main" id="{ECF415F2-E461-2B3D-9A37-306DE48780C3}"/>
              </a:ext>
            </a:extLst>
          </p:cNvPr>
          <p:cNvSpPr>
            <a:spLocks noGrp="1"/>
          </p:cNvSpPr>
          <p:nvPr>
            <p:ph type="body" sz="quarter" idx="16" hasCustomPrompt="1"/>
          </p:nvPr>
        </p:nvSpPr>
        <p:spPr>
          <a:xfrm>
            <a:off x="7199120" y="231775"/>
            <a:ext cx="1476375" cy="287338"/>
          </a:xfrm>
        </p:spPr>
        <p:txBody>
          <a:bodyPr>
            <a:noAutofit/>
          </a:bodyPr>
          <a:lstStyle>
            <a:lvl1pPr algn="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
        <p:nvSpPr>
          <p:cNvPr id="13" name="文字版面配置區 23">
            <a:extLst>
              <a:ext uri="{FF2B5EF4-FFF2-40B4-BE49-F238E27FC236}">
                <a16:creationId xmlns:a16="http://schemas.microsoft.com/office/drawing/2014/main" id="{3EB5D96A-7062-C8EB-7906-B02A9C46C703}"/>
              </a:ext>
            </a:extLst>
          </p:cNvPr>
          <p:cNvSpPr>
            <a:spLocks noGrp="1"/>
          </p:cNvSpPr>
          <p:nvPr>
            <p:ph type="body" sz="quarter" idx="15" hasCustomPrompt="1"/>
          </p:nvPr>
        </p:nvSpPr>
        <p:spPr>
          <a:xfrm>
            <a:off x="3276601" y="231775"/>
            <a:ext cx="2555874" cy="287338"/>
          </a:xfrm>
        </p:spPr>
        <p:txBody>
          <a:bodyPr>
            <a:noAutofit/>
          </a:bodyPr>
          <a:lstStyle>
            <a:lvl1pPr algn="ctr">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CONTENT</a:t>
            </a:r>
            <a:endParaRPr kumimoji="1" lang="zh-HK" altLang="en-US" dirty="0"/>
          </a:p>
        </p:txBody>
      </p:sp>
    </p:spTree>
    <p:extLst>
      <p:ext uri="{BB962C8B-B14F-4D97-AF65-F5344CB8AC3E}">
        <p14:creationId xmlns:p14="http://schemas.microsoft.com/office/powerpoint/2010/main" val="3264066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page_2_White">
    <p:bg>
      <p:bgPr>
        <a:solidFill>
          <a:schemeClr val="tx1"/>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3" name="圖片 2">
            <a:extLst>
              <a:ext uri="{FF2B5EF4-FFF2-40B4-BE49-F238E27FC236}">
                <a16:creationId xmlns:a16="http://schemas.microsoft.com/office/drawing/2014/main" id="{70B4D4B6-3459-07C8-D1F7-C6FBB5F56E2C}"/>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5" name="矩形 4">
            <a:extLst>
              <a:ext uri="{FF2B5EF4-FFF2-40B4-BE49-F238E27FC236}">
                <a16:creationId xmlns:a16="http://schemas.microsoft.com/office/drawing/2014/main" id="{BA408AE3-F917-5BAF-47F3-29076DEE5FFC}"/>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6" name="文字版面配置區 2">
            <a:extLst>
              <a:ext uri="{FF2B5EF4-FFF2-40B4-BE49-F238E27FC236}">
                <a16:creationId xmlns:a16="http://schemas.microsoft.com/office/drawing/2014/main" id="{20ED683C-5DF9-DFC2-2DFF-12C44F1241AE}"/>
              </a:ext>
            </a:extLst>
          </p:cNvPr>
          <p:cNvSpPr>
            <a:spLocks noGrp="1"/>
          </p:cNvSpPr>
          <p:nvPr>
            <p:ph type="body" idx="1" hasCustomPrompt="1"/>
          </p:nvPr>
        </p:nvSpPr>
        <p:spPr>
          <a:xfrm>
            <a:off x="619127" y="543606"/>
            <a:ext cx="1216023" cy="790766"/>
          </a:xfrm>
          <a:prstGeom prst="rect">
            <a:avLst/>
          </a:prstGeom>
        </p:spPr>
        <p:txBody>
          <a:bodyPr>
            <a:noAutofit/>
          </a:bodyPr>
          <a:lstStyle>
            <a:lvl1pPr marL="0" indent="0" algn="l">
              <a:buNone/>
              <a:defRPr sz="6000">
                <a:solidFill>
                  <a:srgbClr val="000000"/>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7" name="標題 20">
            <a:extLst>
              <a:ext uri="{FF2B5EF4-FFF2-40B4-BE49-F238E27FC236}">
                <a16:creationId xmlns:a16="http://schemas.microsoft.com/office/drawing/2014/main" id="{CE5B448E-310C-CF84-3B52-AAD54FDEBA34}"/>
              </a:ext>
            </a:extLst>
          </p:cNvPr>
          <p:cNvSpPr>
            <a:spLocks noGrp="1"/>
          </p:cNvSpPr>
          <p:nvPr>
            <p:ph type="title" hasCustomPrompt="1"/>
          </p:nvPr>
        </p:nvSpPr>
        <p:spPr>
          <a:xfrm>
            <a:off x="3167062" y="543606"/>
            <a:ext cx="5375277" cy="2423432"/>
          </a:xfrm>
        </p:spPr>
        <p:txBody>
          <a:bodyPr>
            <a:noAutofit/>
          </a:bodyPr>
          <a:lstStyle>
            <a:lvl1pPr>
              <a:defRPr sz="3500"/>
            </a:lvl1pPr>
          </a:lstStyle>
          <a:p>
            <a:r>
              <a:rPr kumimoji="1" lang="en-US" altLang="zh-TW" dirty="0"/>
              <a:t>Chapter title using regular weight in 35pt</a:t>
            </a:r>
            <a:endParaRPr kumimoji="1" lang="zh-HK" altLang="en-US" dirty="0"/>
          </a:p>
        </p:txBody>
      </p:sp>
      <p:sp>
        <p:nvSpPr>
          <p:cNvPr id="8" name="Page #">
            <a:extLst>
              <a:ext uri="{FF2B5EF4-FFF2-40B4-BE49-F238E27FC236}">
                <a16:creationId xmlns:a16="http://schemas.microsoft.com/office/drawing/2014/main" id="{084B327D-0E66-3835-97CA-88654A7F38E2}"/>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9" name="文字方塊 8">
            <a:extLst>
              <a:ext uri="{FF2B5EF4-FFF2-40B4-BE49-F238E27FC236}">
                <a16:creationId xmlns:a16="http://schemas.microsoft.com/office/drawing/2014/main" id="{83E01C9C-90B1-27E4-D20C-58433B65DEC8}"/>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3888709353"/>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_2_Black">
    <p:bg>
      <p:bgPr>
        <a:solidFill>
          <a:srgbClr val="000000"/>
        </a:solidFill>
        <a:effectLst/>
      </p:bgPr>
    </p:bg>
    <p:spTree>
      <p:nvGrpSpPr>
        <p:cNvPr id="1" name=""/>
        <p:cNvGrpSpPr/>
        <p:nvPr/>
      </p:nvGrpSpPr>
      <p:grpSpPr>
        <a:xfrm>
          <a:off x="0" y="0"/>
          <a:ext cx="0" cy="0"/>
          <a:chOff x="0" y="0"/>
          <a:chExt cx="0" cy="0"/>
        </a:xfrm>
      </p:grpSpPr>
      <p:sp>
        <p:nvSpPr>
          <p:cNvPr id="2" name="Page #">
            <a:extLst>
              <a:ext uri="{FF2B5EF4-FFF2-40B4-BE49-F238E27FC236}">
                <a16:creationId xmlns:a16="http://schemas.microsoft.com/office/drawing/2014/main" id="{8298A78F-A90C-A756-7FF0-9C2E4136D977}"/>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solidFill>
                  <a:schemeClr val="tx1"/>
                </a:solidFill>
                <a:latin typeface="+mj-lt"/>
                <a:ea typeface="Arial" charset="0"/>
                <a:cs typeface="Arial" panose="020B0604020202020204" pitchFamily="34" charset="0"/>
              </a:rPr>
              <a:pPr lvl="0" algn="l">
                <a:lnSpc>
                  <a:spcPts val="1000"/>
                </a:lnSpc>
              </a:pPr>
              <a:t>‹#›</a:t>
            </a:fld>
            <a:endParaRPr lang="en-GB" sz="600" b="0" i="0" dirty="0">
              <a:solidFill>
                <a:schemeClr val="tx1"/>
              </a:solidFill>
              <a:latin typeface="+mj-lt"/>
              <a:ea typeface="Arial" charset="0"/>
              <a:cs typeface="Arial" panose="020B0604020202020204" pitchFamily="34" charset="0"/>
            </a:endParaRPr>
          </a:p>
        </p:txBody>
      </p:sp>
      <p:sp>
        <p:nvSpPr>
          <p:cNvPr id="5" name="矩形 4">
            <a:extLst>
              <a:ext uri="{FF2B5EF4-FFF2-40B4-BE49-F238E27FC236}">
                <a16:creationId xmlns:a16="http://schemas.microsoft.com/office/drawing/2014/main" id="{BA408AE3-F917-5BAF-47F3-29076DEE5FFC}"/>
              </a:ext>
            </a:extLst>
          </p:cNvPr>
          <p:cNvSpPr/>
          <p:nvPr userDrawn="1"/>
        </p:nvSpPr>
        <p:spPr>
          <a:xfrm>
            <a:off x="8677275" y="4838905"/>
            <a:ext cx="72820" cy="72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8" name="圖形 7">
            <a:extLst>
              <a:ext uri="{FF2B5EF4-FFF2-40B4-BE49-F238E27FC236}">
                <a16:creationId xmlns:a16="http://schemas.microsoft.com/office/drawing/2014/main" id="{0AEEF68F-A6F6-CB7D-1367-1FAC34923C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845213" y="4690148"/>
            <a:ext cx="687600" cy="224217"/>
          </a:xfrm>
          <a:prstGeom prst="rect">
            <a:avLst/>
          </a:prstGeom>
        </p:spPr>
      </p:pic>
      <p:sp>
        <p:nvSpPr>
          <p:cNvPr id="9" name="文字版面配置區 2">
            <a:extLst>
              <a:ext uri="{FF2B5EF4-FFF2-40B4-BE49-F238E27FC236}">
                <a16:creationId xmlns:a16="http://schemas.microsoft.com/office/drawing/2014/main" id="{2ACB8503-F428-445F-42F2-1157052FF9E6}"/>
              </a:ext>
            </a:extLst>
          </p:cNvPr>
          <p:cNvSpPr>
            <a:spLocks noGrp="1"/>
          </p:cNvSpPr>
          <p:nvPr>
            <p:ph type="body" idx="1" hasCustomPrompt="1"/>
          </p:nvPr>
        </p:nvSpPr>
        <p:spPr>
          <a:xfrm>
            <a:off x="619127" y="543606"/>
            <a:ext cx="1216023" cy="790766"/>
          </a:xfrm>
          <a:prstGeom prst="rect">
            <a:avLst/>
          </a:prstGeom>
        </p:spPr>
        <p:txBody>
          <a:bodyPr>
            <a:noAutofit/>
          </a:bodyPr>
          <a:lstStyle>
            <a:lvl1pPr marL="0" indent="0" algn="l">
              <a:buNone/>
              <a:defRPr sz="6000">
                <a:solidFill>
                  <a:schemeClr val="tx1"/>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10" name="標題 20">
            <a:extLst>
              <a:ext uri="{FF2B5EF4-FFF2-40B4-BE49-F238E27FC236}">
                <a16:creationId xmlns:a16="http://schemas.microsoft.com/office/drawing/2014/main" id="{ECD24D39-E2A2-4245-DF0D-3FAF82C93BE6}"/>
              </a:ext>
            </a:extLst>
          </p:cNvPr>
          <p:cNvSpPr>
            <a:spLocks noGrp="1"/>
          </p:cNvSpPr>
          <p:nvPr>
            <p:ph type="title" hasCustomPrompt="1"/>
          </p:nvPr>
        </p:nvSpPr>
        <p:spPr>
          <a:xfrm>
            <a:off x="3167062" y="543606"/>
            <a:ext cx="5375277" cy="2423432"/>
          </a:xfrm>
        </p:spPr>
        <p:txBody>
          <a:bodyPr>
            <a:noAutofit/>
          </a:bodyPr>
          <a:lstStyle>
            <a:lvl1pPr>
              <a:defRPr sz="3500"/>
            </a:lvl1pPr>
          </a:lstStyle>
          <a:p>
            <a:r>
              <a:rPr kumimoji="1" lang="en-US" altLang="zh-TW" dirty="0"/>
              <a:t>Chapter title using regular weight in 35pt</a:t>
            </a:r>
            <a:endParaRPr kumimoji="1" lang="zh-HK" altLang="en-US" dirty="0"/>
          </a:p>
        </p:txBody>
      </p:sp>
      <p:sp>
        <p:nvSpPr>
          <p:cNvPr id="11" name="矩形 10">
            <a:extLst>
              <a:ext uri="{FF2B5EF4-FFF2-40B4-BE49-F238E27FC236}">
                <a16:creationId xmlns:a16="http://schemas.microsoft.com/office/drawing/2014/main" id="{F990E2FA-822A-82E0-D2F9-3E0ECEAD7573}"/>
              </a:ext>
            </a:extLst>
          </p:cNvPr>
          <p:cNvSpPr>
            <a:spLocks noChangeAspect="1"/>
          </p:cNvSpPr>
          <p:nvPr userDrawn="1"/>
        </p:nvSpPr>
        <p:spPr>
          <a:xfrm>
            <a:off x="401514" y="4846519"/>
            <a:ext cx="64800" cy="6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chemeClr val="tx1"/>
              </a:solidFill>
            </a:endParaRPr>
          </a:p>
        </p:txBody>
      </p:sp>
      <p:sp>
        <p:nvSpPr>
          <p:cNvPr id="12" name="文字方塊 11">
            <a:extLst>
              <a:ext uri="{FF2B5EF4-FFF2-40B4-BE49-F238E27FC236}">
                <a16:creationId xmlns:a16="http://schemas.microsoft.com/office/drawing/2014/main" id="{B07D5A4E-0A57-1B85-B0FC-660949D519F9}"/>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tx1"/>
                </a:solidFill>
                <a:latin typeface="Avenir Next Demi Bold" panose="020B0503020202020204" pitchFamily="34" charset="0"/>
                <a:ea typeface="+mn-ea"/>
                <a:cs typeface="+mn-cs"/>
              </a:rPr>
              <a:t>CONFIDENTIAL &amp; RESTRICTED BY MRDI</a:t>
            </a:r>
            <a:endParaRPr kumimoji="1" lang="zh-HK" altLang="en-US" sz="700" b="1" i="0" kern="1200" dirty="0">
              <a:solidFill>
                <a:schemeClr val="tx1"/>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1922990694"/>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_White">
    <p:bg>
      <p:bgPr>
        <a:solidFill>
          <a:schemeClr val="tx1"/>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3" name="圖片 2">
            <a:extLst>
              <a:ext uri="{FF2B5EF4-FFF2-40B4-BE49-F238E27FC236}">
                <a16:creationId xmlns:a16="http://schemas.microsoft.com/office/drawing/2014/main" id="{70B4D4B6-3459-07C8-D1F7-C6FBB5F56E2C}"/>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5" name="矩形 4">
            <a:extLst>
              <a:ext uri="{FF2B5EF4-FFF2-40B4-BE49-F238E27FC236}">
                <a16:creationId xmlns:a16="http://schemas.microsoft.com/office/drawing/2014/main" id="{BA408AE3-F917-5BAF-47F3-29076DEE5FFC}"/>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6" name="文字版面配置區 2">
            <a:extLst>
              <a:ext uri="{FF2B5EF4-FFF2-40B4-BE49-F238E27FC236}">
                <a16:creationId xmlns:a16="http://schemas.microsoft.com/office/drawing/2014/main" id="{20ED683C-5DF9-DFC2-2DFF-12C44F1241AE}"/>
              </a:ext>
            </a:extLst>
          </p:cNvPr>
          <p:cNvSpPr>
            <a:spLocks noGrp="1"/>
          </p:cNvSpPr>
          <p:nvPr>
            <p:ph type="body" idx="1" hasCustomPrompt="1"/>
          </p:nvPr>
        </p:nvSpPr>
        <p:spPr>
          <a:xfrm>
            <a:off x="611188" y="521272"/>
            <a:ext cx="2826717" cy="790766"/>
          </a:xfrm>
          <a:prstGeom prst="rect">
            <a:avLst/>
          </a:prstGeom>
        </p:spPr>
        <p:txBody>
          <a:bodyPr>
            <a:noAutofit/>
          </a:bodyPr>
          <a:lstStyle>
            <a:lvl1pPr marL="0" indent="0" algn="l">
              <a:buNone/>
              <a:defRPr sz="5500">
                <a:solidFill>
                  <a:srgbClr val="000000"/>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Agenda</a:t>
            </a:r>
            <a:endParaRPr kumimoji="1" lang="zh-TW" altLang="en-US" dirty="0"/>
          </a:p>
        </p:txBody>
      </p:sp>
      <p:sp>
        <p:nvSpPr>
          <p:cNvPr id="39" name="Page #">
            <a:extLst>
              <a:ext uri="{FF2B5EF4-FFF2-40B4-BE49-F238E27FC236}">
                <a16:creationId xmlns:a16="http://schemas.microsoft.com/office/drawing/2014/main" id="{D7494D87-8B33-584F-0F36-E598F1EA03C3}"/>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40" name="文字版面配置區 2">
            <a:extLst>
              <a:ext uri="{FF2B5EF4-FFF2-40B4-BE49-F238E27FC236}">
                <a16:creationId xmlns:a16="http://schemas.microsoft.com/office/drawing/2014/main" id="{78BAD94F-1FD1-9B6E-FF55-866E082CFD94}"/>
              </a:ext>
            </a:extLst>
          </p:cNvPr>
          <p:cNvSpPr>
            <a:spLocks noGrp="1"/>
          </p:cNvSpPr>
          <p:nvPr>
            <p:ph type="body" idx="10" hasCustomPrompt="1"/>
          </p:nvPr>
        </p:nvSpPr>
        <p:spPr>
          <a:xfrm>
            <a:off x="4500563" y="521272"/>
            <a:ext cx="540000" cy="540000"/>
          </a:xfrm>
          <a:prstGeom prst="rect">
            <a:avLst/>
          </a:prstGeom>
        </p:spPr>
        <p:txBody>
          <a:bodyPr>
            <a:noAutofit/>
          </a:bodyPr>
          <a:lstStyle>
            <a:lvl1pPr marL="0" indent="0" algn="l">
              <a:buNone/>
              <a:defRPr lang="zh-TW" altLang="en-US" sz="3000" b="0" kern="1200" dirty="0">
                <a:solidFill>
                  <a:srgbClr val="000000"/>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41" name="文字版面配置區 23">
            <a:extLst>
              <a:ext uri="{FF2B5EF4-FFF2-40B4-BE49-F238E27FC236}">
                <a16:creationId xmlns:a16="http://schemas.microsoft.com/office/drawing/2014/main" id="{2B2A1E93-B938-6657-A176-48DFB88F3B78}"/>
              </a:ext>
            </a:extLst>
          </p:cNvPr>
          <p:cNvSpPr>
            <a:spLocks noGrp="1"/>
          </p:cNvSpPr>
          <p:nvPr>
            <p:ph type="body" sz="quarter" idx="15" hasCustomPrompt="1"/>
          </p:nvPr>
        </p:nvSpPr>
        <p:spPr>
          <a:xfrm>
            <a:off x="5106988" y="528638"/>
            <a:ext cx="2738225" cy="195261"/>
          </a:xfrm>
        </p:spPr>
        <p:txBody>
          <a:bodyPr>
            <a:noAutofit/>
          </a:bodyPr>
          <a:lstStyle>
            <a:lvl1pPr algn="l">
              <a:spcBef>
                <a:spcPts val="0"/>
              </a:spcBef>
              <a:defRPr sz="1000" b="1" i="0">
                <a:solidFill>
                  <a:srgbClr val="000000"/>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subtitle</a:t>
            </a:r>
          </a:p>
        </p:txBody>
      </p:sp>
      <p:sp>
        <p:nvSpPr>
          <p:cNvPr id="42" name="文字版面配置區 23">
            <a:extLst>
              <a:ext uri="{FF2B5EF4-FFF2-40B4-BE49-F238E27FC236}">
                <a16:creationId xmlns:a16="http://schemas.microsoft.com/office/drawing/2014/main" id="{3FC23BC5-536C-896B-A1F5-DEDF5C4AE9D0}"/>
              </a:ext>
            </a:extLst>
          </p:cNvPr>
          <p:cNvSpPr>
            <a:spLocks noGrp="1"/>
          </p:cNvSpPr>
          <p:nvPr>
            <p:ph type="body" sz="quarter" idx="25" hasCustomPrompt="1"/>
          </p:nvPr>
        </p:nvSpPr>
        <p:spPr>
          <a:xfrm>
            <a:off x="5106988" y="731839"/>
            <a:ext cx="2738225" cy="329433"/>
          </a:xfrm>
        </p:spPr>
        <p:txBody>
          <a:bodyPr>
            <a:noAutofit/>
          </a:bodyPr>
          <a:lstStyle>
            <a:lvl1pPr algn="l">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3" name="文字版面配置區 2">
            <a:extLst>
              <a:ext uri="{FF2B5EF4-FFF2-40B4-BE49-F238E27FC236}">
                <a16:creationId xmlns:a16="http://schemas.microsoft.com/office/drawing/2014/main" id="{496F94C7-535E-8E46-F157-3B84E9A1F3FE}"/>
              </a:ext>
            </a:extLst>
          </p:cNvPr>
          <p:cNvSpPr>
            <a:spLocks noGrp="1"/>
          </p:cNvSpPr>
          <p:nvPr>
            <p:ph type="body" idx="26" hasCustomPrompt="1"/>
          </p:nvPr>
        </p:nvSpPr>
        <p:spPr>
          <a:xfrm>
            <a:off x="4500563" y="1386245"/>
            <a:ext cx="540000" cy="540000"/>
          </a:xfrm>
          <a:prstGeom prst="rect">
            <a:avLst/>
          </a:prstGeom>
        </p:spPr>
        <p:txBody>
          <a:bodyPr>
            <a:noAutofit/>
          </a:bodyPr>
          <a:lstStyle>
            <a:lvl1pPr marL="0" indent="0" algn="l">
              <a:buNone/>
              <a:defRPr lang="zh-TW" altLang="en-US" sz="3000" b="0" kern="1200" dirty="0">
                <a:solidFill>
                  <a:srgbClr val="000000"/>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44" name="文字版面配置區 23">
            <a:extLst>
              <a:ext uri="{FF2B5EF4-FFF2-40B4-BE49-F238E27FC236}">
                <a16:creationId xmlns:a16="http://schemas.microsoft.com/office/drawing/2014/main" id="{B3FC2589-EE45-03C0-9318-F1C563D60548}"/>
              </a:ext>
            </a:extLst>
          </p:cNvPr>
          <p:cNvSpPr>
            <a:spLocks noGrp="1"/>
          </p:cNvSpPr>
          <p:nvPr>
            <p:ph type="body" sz="quarter" idx="28" hasCustomPrompt="1"/>
          </p:nvPr>
        </p:nvSpPr>
        <p:spPr>
          <a:xfrm>
            <a:off x="5106988" y="1393611"/>
            <a:ext cx="2738225" cy="195261"/>
          </a:xfrm>
        </p:spPr>
        <p:txBody>
          <a:bodyPr>
            <a:noAutofit/>
          </a:bodyPr>
          <a:lstStyle>
            <a:lvl1pPr algn="l">
              <a:spcBef>
                <a:spcPts val="0"/>
              </a:spcBef>
              <a:defRPr kumimoji="1" lang="en-US" altLang="zh-TW" sz="1000" b="1" i="0" kern="1200" dirty="0" smtClean="0">
                <a:solidFill>
                  <a:srgbClr val="000000"/>
                </a:solidFill>
                <a:latin typeface="Avenir Next Demi Bold" panose="020B0503020202020204" pitchFamily="34" charset="0"/>
                <a:ea typeface="+mj-ea"/>
                <a:cs typeface="+mn-cs"/>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lvl="0" indent="0" algn="l" defTabSz="685800" rtl="0" eaLnBrk="1" latinLnBrk="0" hangingPunct="1">
              <a:lnSpc>
                <a:spcPct val="100000"/>
              </a:lnSpc>
              <a:spcBef>
                <a:spcPts val="0"/>
              </a:spcBef>
              <a:buFont typeface="Arial" panose="020B0604020202020204" pitchFamily="34" charset="0"/>
              <a:buNone/>
            </a:pPr>
            <a:r>
              <a:rPr kumimoji="1" lang="en-US" altLang="zh-TW" dirty="0"/>
              <a:t>Section subtitle</a:t>
            </a:r>
          </a:p>
        </p:txBody>
      </p:sp>
      <p:sp>
        <p:nvSpPr>
          <p:cNvPr id="45" name="文字版面配置區 23">
            <a:extLst>
              <a:ext uri="{FF2B5EF4-FFF2-40B4-BE49-F238E27FC236}">
                <a16:creationId xmlns:a16="http://schemas.microsoft.com/office/drawing/2014/main" id="{60F07436-A38C-F74A-BEE8-568686B086C2}"/>
              </a:ext>
            </a:extLst>
          </p:cNvPr>
          <p:cNvSpPr>
            <a:spLocks noGrp="1"/>
          </p:cNvSpPr>
          <p:nvPr>
            <p:ph type="body" sz="quarter" idx="29" hasCustomPrompt="1"/>
          </p:nvPr>
        </p:nvSpPr>
        <p:spPr>
          <a:xfrm>
            <a:off x="5106988" y="1596812"/>
            <a:ext cx="2738225" cy="329433"/>
          </a:xfrm>
        </p:spPr>
        <p:txBody>
          <a:bodyPr>
            <a:noAutofit/>
          </a:bodyPr>
          <a:lstStyle>
            <a:lvl1pPr algn="l">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6" name="文字版面配置區 2">
            <a:extLst>
              <a:ext uri="{FF2B5EF4-FFF2-40B4-BE49-F238E27FC236}">
                <a16:creationId xmlns:a16="http://schemas.microsoft.com/office/drawing/2014/main" id="{EAF427C1-75AF-D573-4FC5-09304C95DF34}"/>
              </a:ext>
            </a:extLst>
          </p:cNvPr>
          <p:cNvSpPr>
            <a:spLocks noGrp="1"/>
          </p:cNvSpPr>
          <p:nvPr>
            <p:ph type="body" idx="30" hasCustomPrompt="1"/>
          </p:nvPr>
        </p:nvSpPr>
        <p:spPr>
          <a:xfrm>
            <a:off x="4500563" y="2259455"/>
            <a:ext cx="540000" cy="540000"/>
          </a:xfrm>
          <a:prstGeom prst="rect">
            <a:avLst/>
          </a:prstGeom>
        </p:spPr>
        <p:txBody>
          <a:bodyPr>
            <a:noAutofit/>
          </a:bodyPr>
          <a:lstStyle>
            <a:lvl1pPr marL="0" indent="0" algn="l">
              <a:buNone/>
              <a:defRPr lang="zh-TW" altLang="en-US" sz="3000" b="0" kern="1200" dirty="0">
                <a:solidFill>
                  <a:srgbClr val="000000"/>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47" name="文字版面配置區 23">
            <a:extLst>
              <a:ext uri="{FF2B5EF4-FFF2-40B4-BE49-F238E27FC236}">
                <a16:creationId xmlns:a16="http://schemas.microsoft.com/office/drawing/2014/main" id="{7500E522-9E9E-9BA4-C59D-A86E52C5129B}"/>
              </a:ext>
            </a:extLst>
          </p:cNvPr>
          <p:cNvSpPr>
            <a:spLocks noGrp="1"/>
          </p:cNvSpPr>
          <p:nvPr>
            <p:ph type="body" sz="quarter" idx="32" hasCustomPrompt="1"/>
          </p:nvPr>
        </p:nvSpPr>
        <p:spPr>
          <a:xfrm>
            <a:off x="5106988" y="2266821"/>
            <a:ext cx="2738225" cy="195261"/>
          </a:xfrm>
        </p:spPr>
        <p:txBody>
          <a:bodyPr>
            <a:noAutofit/>
          </a:bodyPr>
          <a:lstStyle>
            <a:lvl1pPr algn="l">
              <a:spcBef>
                <a:spcPts val="0"/>
              </a:spcBef>
              <a:defRPr kumimoji="1" lang="en-US" altLang="zh-TW" sz="1000" b="1" i="0" kern="1200" dirty="0" smtClean="0">
                <a:solidFill>
                  <a:srgbClr val="000000"/>
                </a:solidFill>
                <a:latin typeface="Avenir Next Demi Bold" panose="020B0503020202020204" pitchFamily="34" charset="0"/>
                <a:ea typeface="+mj-ea"/>
                <a:cs typeface="+mn-cs"/>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lvl="0" indent="0" algn="l" defTabSz="685800" rtl="0" eaLnBrk="1" latinLnBrk="0" hangingPunct="1">
              <a:lnSpc>
                <a:spcPct val="100000"/>
              </a:lnSpc>
              <a:spcBef>
                <a:spcPts val="0"/>
              </a:spcBef>
              <a:buFont typeface="Arial" panose="020B0604020202020204" pitchFamily="34" charset="0"/>
              <a:buNone/>
            </a:pPr>
            <a:r>
              <a:rPr kumimoji="1" lang="en-US" altLang="zh-TW" dirty="0"/>
              <a:t>Section subtitle</a:t>
            </a:r>
          </a:p>
        </p:txBody>
      </p:sp>
      <p:sp>
        <p:nvSpPr>
          <p:cNvPr id="48" name="文字版面配置區 23">
            <a:extLst>
              <a:ext uri="{FF2B5EF4-FFF2-40B4-BE49-F238E27FC236}">
                <a16:creationId xmlns:a16="http://schemas.microsoft.com/office/drawing/2014/main" id="{6207FEBE-F0BD-7DA7-5AFA-D50F5098F0F3}"/>
              </a:ext>
            </a:extLst>
          </p:cNvPr>
          <p:cNvSpPr>
            <a:spLocks noGrp="1"/>
          </p:cNvSpPr>
          <p:nvPr>
            <p:ph type="body" sz="quarter" idx="33" hasCustomPrompt="1"/>
          </p:nvPr>
        </p:nvSpPr>
        <p:spPr>
          <a:xfrm>
            <a:off x="5106988" y="2470022"/>
            <a:ext cx="2738225" cy="329433"/>
          </a:xfrm>
        </p:spPr>
        <p:txBody>
          <a:bodyPr>
            <a:noAutofit/>
          </a:bodyPr>
          <a:lstStyle>
            <a:lvl1pPr algn="l">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9" name="文字版面配置區 23">
            <a:extLst>
              <a:ext uri="{FF2B5EF4-FFF2-40B4-BE49-F238E27FC236}">
                <a16:creationId xmlns:a16="http://schemas.microsoft.com/office/drawing/2014/main" id="{C49F334E-10E6-B0C3-87D8-360C528CA84C}"/>
              </a:ext>
            </a:extLst>
          </p:cNvPr>
          <p:cNvSpPr>
            <a:spLocks noGrp="1"/>
          </p:cNvSpPr>
          <p:nvPr>
            <p:ph type="body" sz="quarter" idx="34" hasCustomPrompt="1"/>
          </p:nvPr>
        </p:nvSpPr>
        <p:spPr>
          <a:xfrm>
            <a:off x="7911638" y="528638"/>
            <a:ext cx="757359" cy="224217"/>
          </a:xfrm>
        </p:spPr>
        <p:txBody>
          <a:bodyPr>
            <a:noAutofit/>
          </a:bodyPr>
          <a:lstStyle>
            <a:lvl1pPr algn="r">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50" name="文字版面配置區 23">
            <a:extLst>
              <a:ext uri="{FF2B5EF4-FFF2-40B4-BE49-F238E27FC236}">
                <a16:creationId xmlns:a16="http://schemas.microsoft.com/office/drawing/2014/main" id="{A31A87C5-5C46-6395-5529-87BF624AC6D5}"/>
              </a:ext>
            </a:extLst>
          </p:cNvPr>
          <p:cNvSpPr>
            <a:spLocks noGrp="1"/>
          </p:cNvSpPr>
          <p:nvPr>
            <p:ph type="body" sz="quarter" idx="35" hasCustomPrompt="1"/>
          </p:nvPr>
        </p:nvSpPr>
        <p:spPr>
          <a:xfrm>
            <a:off x="7911638" y="1393611"/>
            <a:ext cx="757359" cy="224217"/>
          </a:xfrm>
        </p:spPr>
        <p:txBody>
          <a:bodyPr>
            <a:noAutofit/>
          </a:bodyPr>
          <a:lstStyle>
            <a:lvl1pPr algn="r">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51" name="文字版面配置區 23">
            <a:extLst>
              <a:ext uri="{FF2B5EF4-FFF2-40B4-BE49-F238E27FC236}">
                <a16:creationId xmlns:a16="http://schemas.microsoft.com/office/drawing/2014/main" id="{E2D2274F-7160-D299-5C95-9CDF4861D0DC}"/>
              </a:ext>
            </a:extLst>
          </p:cNvPr>
          <p:cNvSpPr>
            <a:spLocks noGrp="1"/>
          </p:cNvSpPr>
          <p:nvPr>
            <p:ph type="body" sz="quarter" idx="36" hasCustomPrompt="1"/>
          </p:nvPr>
        </p:nvSpPr>
        <p:spPr>
          <a:xfrm>
            <a:off x="7911638" y="2258584"/>
            <a:ext cx="757359" cy="224217"/>
          </a:xfrm>
        </p:spPr>
        <p:txBody>
          <a:bodyPr>
            <a:noAutofit/>
          </a:bodyPr>
          <a:lstStyle>
            <a:lvl1pPr algn="r">
              <a:spcBef>
                <a:spcPts val="0"/>
              </a:spcBef>
              <a:defRPr sz="10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52" name="文字方塊 51">
            <a:extLst>
              <a:ext uri="{FF2B5EF4-FFF2-40B4-BE49-F238E27FC236}">
                <a16:creationId xmlns:a16="http://schemas.microsoft.com/office/drawing/2014/main" id="{6925B1E3-D27B-4D10-04D6-B8CEF88173BC}"/>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2186309452"/>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Agenda_Black">
    <p:bg>
      <p:bgPr>
        <a:solidFill>
          <a:srgbClr val="000000"/>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086E51BE-E42B-1F37-5595-9018C4D06EE8}"/>
              </a:ext>
            </a:extLst>
          </p:cNvPr>
          <p:cNvSpPr>
            <a:spLocks noChangeAspect="1"/>
          </p:cNvSpPr>
          <p:nvPr userDrawn="1"/>
        </p:nvSpPr>
        <p:spPr>
          <a:xfrm>
            <a:off x="401514" y="4846519"/>
            <a:ext cx="64800" cy="6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2" name="Page #">
            <a:extLst>
              <a:ext uri="{FF2B5EF4-FFF2-40B4-BE49-F238E27FC236}">
                <a16:creationId xmlns:a16="http://schemas.microsoft.com/office/drawing/2014/main" id="{8298A78F-A90C-A756-7FF0-9C2E4136D977}"/>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solidFill>
                  <a:schemeClr val="tx1"/>
                </a:solidFill>
                <a:latin typeface="+mj-lt"/>
                <a:ea typeface="Arial" charset="0"/>
                <a:cs typeface="Arial" panose="020B0604020202020204" pitchFamily="34" charset="0"/>
              </a:rPr>
              <a:pPr lvl="0" algn="l">
                <a:lnSpc>
                  <a:spcPts val="1000"/>
                </a:lnSpc>
              </a:pPr>
              <a:t>‹#›</a:t>
            </a:fld>
            <a:endParaRPr lang="en-GB" sz="600" b="0" i="0" dirty="0">
              <a:solidFill>
                <a:schemeClr val="tx1"/>
              </a:solidFill>
              <a:latin typeface="+mj-lt"/>
              <a:ea typeface="Arial" charset="0"/>
              <a:cs typeface="Arial" panose="020B0604020202020204" pitchFamily="34" charset="0"/>
            </a:endParaRPr>
          </a:p>
        </p:txBody>
      </p:sp>
      <p:sp>
        <p:nvSpPr>
          <p:cNvPr id="5" name="矩形 4">
            <a:extLst>
              <a:ext uri="{FF2B5EF4-FFF2-40B4-BE49-F238E27FC236}">
                <a16:creationId xmlns:a16="http://schemas.microsoft.com/office/drawing/2014/main" id="{BA408AE3-F917-5BAF-47F3-29076DEE5FFC}"/>
              </a:ext>
            </a:extLst>
          </p:cNvPr>
          <p:cNvSpPr/>
          <p:nvPr userDrawn="1"/>
        </p:nvSpPr>
        <p:spPr>
          <a:xfrm>
            <a:off x="8677275" y="4838905"/>
            <a:ext cx="72820" cy="72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8" name="圖形 7">
            <a:extLst>
              <a:ext uri="{FF2B5EF4-FFF2-40B4-BE49-F238E27FC236}">
                <a16:creationId xmlns:a16="http://schemas.microsoft.com/office/drawing/2014/main" id="{0AEEF68F-A6F6-CB7D-1367-1FAC34923C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845213" y="4690148"/>
            <a:ext cx="687600" cy="224217"/>
          </a:xfrm>
          <a:prstGeom prst="rect">
            <a:avLst/>
          </a:prstGeom>
        </p:spPr>
      </p:pic>
      <p:sp>
        <p:nvSpPr>
          <p:cNvPr id="33" name="文字版面配置區 2">
            <a:extLst>
              <a:ext uri="{FF2B5EF4-FFF2-40B4-BE49-F238E27FC236}">
                <a16:creationId xmlns:a16="http://schemas.microsoft.com/office/drawing/2014/main" id="{45AD4C69-2630-EDB1-9791-0505DB4BB16E}"/>
              </a:ext>
            </a:extLst>
          </p:cNvPr>
          <p:cNvSpPr>
            <a:spLocks noGrp="1"/>
          </p:cNvSpPr>
          <p:nvPr>
            <p:ph type="body" idx="1" hasCustomPrompt="1"/>
          </p:nvPr>
        </p:nvSpPr>
        <p:spPr>
          <a:xfrm>
            <a:off x="611188" y="521272"/>
            <a:ext cx="2826717" cy="790766"/>
          </a:xfrm>
          <a:prstGeom prst="rect">
            <a:avLst/>
          </a:prstGeom>
        </p:spPr>
        <p:txBody>
          <a:bodyPr>
            <a:noAutofit/>
          </a:bodyPr>
          <a:lstStyle>
            <a:lvl1pPr marL="0" indent="0" algn="l">
              <a:buNone/>
              <a:defRPr sz="5500">
                <a:solidFill>
                  <a:schemeClr val="tx1"/>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Agenda</a:t>
            </a:r>
            <a:endParaRPr kumimoji="1" lang="zh-TW" altLang="en-US" dirty="0"/>
          </a:p>
        </p:txBody>
      </p:sp>
      <p:sp>
        <p:nvSpPr>
          <p:cNvPr id="34" name="文字版面配置區 2">
            <a:extLst>
              <a:ext uri="{FF2B5EF4-FFF2-40B4-BE49-F238E27FC236}">
                <a16:creationId xmlns:a16="http://schemas.microsoft.com/office/drawing/2014/main" id="{A43A166C-FEC3-80B1-39FB-51F6F6E56C0A}"/>
              </a:ext>
            </a:extLst>
          </p:cNvPr>
          <p:cNvSpPr>
            <a:spLocks noGrp="1"/>
          </p:cNvSpPr>
          <p:nvPr>
            <p:ph type="body" idx="10" hasCustomPrompt="1"/>
          </p:nvPr>
        </p:nvSpPr>
        <p:spPr>
          <a:xfrm>
            <a:off x="4500563" y="521272"/>
            <a:ext cx="540000" cy="540000"/>
          </a:xfrm>
          <a:prstGeom prst="rect">
            <a:avLst/>
          </a:prstGeom>
        </p:spPr>
        <p:txBody>
          <a:bodyPr>
            <a:noAutofit/>
          </a:bodyPr>
          <a:lstStyle>
            <a:lvl1pPr marL="0" indent="0" algn="l">
              <a:buNone/>
              <a:defRPr lang="zh-TW" altLang="en-US" sz="3000" b="0" kern="1200" dirty="0">
                <a:solidFill>
                  <a:schemeClr val="tx1"/>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35" name="文字版面配置區 23">
            <a:extLst>
              <a:ext uri="{FF2B5EF4-FFF2-40B4-BE49-F238E27FC236}">
                <a16:creationId xmlns:a16="http://schemas.microsoft.com/office/drawing/2014/main" id="{C4F278EB-D23A-D470-8982-E8B73619A7E5}"/>
              </a:ext>
            </a:extLst>
          </p:cNvPr>
          <p:cNvSpPr>
            <a:spLocks noGrp="1"/>
          </p:cNvSpPr>
          <p:nvPr>
            <p:ph type="body" sz="quarter" idx="15" hasCustomPrompt="1"/>
          </p:nvPr>
        </p:nvSpPr>
        <p:spPr>
          <a:xfrm>
            <a:off x="5106988" y="528638"/>
            <a:ext cx="2738225" cy="195261"/>
          </a:xfrm>
        </p:spPr>
        <p:txBody>
          <a:bodyPr>
            <a:noAutofit/>
          </a:bodyPr>
          <a:lstStyle>
            <a:lvl1pPr algn="l">
              <a:spcBef>
                <a:spcPts val="0"/>
              </a:spcBef>
              <a:defRPr sz="1000" b="1" i="0">
                <a:solidFill>
                  <a:schemeClr val="tx1"/>
                </a:solidFill>
                <a:latin typeface="Avenir Next Demi Bold"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Section subtitle</a:t>
            </a:r>
          </a:p>
        </p:txBody>
      </p:sp>
      <p:sp>
        <p:nvSpPr>
          <p:cNvPr id="36" name="文字版面配置區 23">
            <a:extLst>
              <a:ext uri="{FF2B5EF4-FFF2-40B4-BE49-F238E27FC236}">
                <a16:creationId xmlns:a16="http://schemas.microsoft.com/office/drawing/2014/main" id="{88775B95-EA19-00B9-AE11-F925C6BA8B1C}"/>
              </a:ext>
            </a:extLst>
          </p:cNvPr>
          <p:cNvSpPr>
            <a:spLocks noGrp="1"/>
          </p:cNvSpPr>
          <p:nvPr>
            <p:ph type="body" sz="quarter" idx="25" hasCustomPrompt="1"/>
          </p:nvPr>
        </p:nvSpPr>
        <p:spPr>
          <a:xfrm>
            <a:off x="5106988" y="731839"/>
            <a:ext cx="2738225" cy="329433"/>
          </a:xfrm>
        </p:spPr>
        <p:txBody>
          <a:bodyPr>
            <a:noAutofit/>
          </a:bodyPr>
          <a:lstStyle>
            <a:lvl1pPr algn="l">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37" name="文字版面配置區 2">
            <a:extLst>
              <a:ext uri="{FF2B5EF4-FFF2-40B4-BE49-F238E27FC236}">
                <a16:creationId xmlns:a16="http://schemas.microsoft.com/office/drawing/2014/main" id="{85D39E71-88D0-9F58-9791-81A27246A49E}"/>
              </a:ext>
            </a:extLst>
          </p:cNvPr>
          <p:cNvSpPr>
            <a:spLocks noGrp="1"/>
          </p:cNvSpPr>
          <p:nvPr>
            <p:ph type="body" idx="26" hasCustomPrompt="1"/>
          </p:nvPr>
        </p:nvSpPr>
        <p:spPr>
          <a:xfrm>
            <a:off x="4500563" y="1386245"/>
            <a:ext cx="540000" cy="540000"/>
          </a:xfrm>
          <a:prstGeom prst="rect">
            <a:avLst/>
          </a:prstGeom>
        </p:spPr>
        <p:txBody>
          <a:bodyPr>
            <a:noAutofit/>
          </a:bodyPr>
          <a:lstStyle>
            <a:lvl1pPr marL="0" indent="0" algn="l">
              <a:buNone/>
              <a:defRPr lang="zh-TW" altLang="en-US" sz="3000" b="0" kern="1200" dirty="0">
                <a:solidFill>
                  <a:schemeClr val="tx1"/>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38" name="文字版面配置區 23">
            <a:extLst>
              <a:ext uri="{FF2B5EF4-FFF2-40B4-BE49-F238E27FC236}">
                <a16:creationId xmlns:a16="http://schemas.microsoft.com/office/drawing/2014/main" id="{37A300AC-0D8C-C1D0-974E-7DAD5A221321}"/>
              </a:ext>
            </a:extLst>
          </p:cNvPr>
          <p:cNvSpPr>
            <a:spLocks noGrp="1"/>
          </p:cNvSpPr>
          <p:nvPr>
            <p:ph type="body" sz="quarter" idx="28" hasCustomPrompt="1"/>
          </p:nvPr>
        </p:nvSpPr>
        <p:spPr>
          <a:xfrm>
            <a:off x="5106988" y="1393611"/>
            <a:ext cx="2738225" cy="195261"/>
          </a:xfrm>
        </p:spPr>
        <p:txBody>
          <a:bodyPr>
            <a:noAutofit/>
          </a:bodyPr>
          <a:lstStyle>
            <a:lvl1pPr algn="l">
              <a:spcBef>
                <a:spcPts val="0"/>
              </a:spcBef>
              <a:defRPr kumimoji="1" lang="en-US" altLang="zh-TW" sz="1000" b="1" i="0" kern="1200" dirty="0" smtClean="0">
                <a:solidFill>
                  <a:schemeClr val="tx1"/>
                </a:solidFill>
                <a:latin typeface="Avenir Next Demi Bold" panose="020B0503020202020204" pitchFamily="34" charset="0"/>
                <a:ea typeface="+mj-ea"/>
                <a:cs typeface="+mn-cs"/>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lvl="0" indent="0" algn="l" defTabSz="685800" rtl="0" eaLnBrk="1" latinLnBrk="0" hangingPunct="1">
              <a:lnSpc>
                <a:spcPct val="100000"/>
              </a:lnSpc>
              <a:spcBef>
                <a:spcPts val="0"/>
              </a:spcBef>
              <a:buFont typeface="Arial" panose="020B0604020202020204" pitchFamily="34" charset="0"/>
              <a:buNone/>
            </a:pPr>
            <a:r>
              <a:rPr kumimoji="1" lang="en-US" altLang="zh-TW" dirty="0"/>
              <a:t>Section subtitle</a:t>
            </a:r>
          </a:p>
        </p:txBody>
      </p:sp>
      <p:sp>
        <p:nvSpPr>
          <p:cNvPr id="39" name="文字版面配置區 23">
            <a:extLst>
              <a:ext uri="{FF2B5EF4-FFF2-40B4-BE49-F238E27FC236}">
                <a16:creationId xmlns:a16="http://schemas.microsoft.com/office/drawing/2014/main" id="{9981C551-91C1-0543-1540-C9D35CF4B80D}"/>
              </a:ext>
            </a:extLst>
          </p:cNvPr>
          <p:cNvSpPr>
            <a:spLocks noGrp="1"/>
          </p:cNvSpPr>
          <p:nvPr>
            <p:ph type="body" sz="quarter" idx="29" hasCustomPrompt="1"/>
          </p:nvPr>
        </p:nvSpPr>
        <p:spPr>
          <a:xfrm>
            <a:off x="5106988" y="1596812"/>
            <a:ext cx="2738225" cy="329433"/>
          </a:xfrm>
        </p:spPr>
        <p:txBody>
          <a:bodyPr>
            <a:noAutofit/>
          </a:bodyPr>
          <a:lstStyle>
            <a:lvl1pPr algn="l">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0" name="文字版面配置區 2">
            <a:extLst>
              <a:ext uri="{FF2B5EF4-FFF2-40B4-BE49-F238E27FC236}">
                <a16:creationId xmlns:a16="http://schemas.microsoft.com/office/drawing/2014/main" id="{5C3FF703-B1BE-070B-4F93-63C0D71D1A71}"/>
              </a:ext>
            </a:extLst>
          </p:cNvPr>
          <p:cNvSpPr>
            <a:spLocks noGrp="1"/>
          </p:cNvSpPr>
          <p:nvPr>
            <p:ph type="body" idx="30" hasCustomPrompt="1"/>
          </p:nvPr>
        </p:nvSpPr>
        <p:spPr>
          <a:xfrm>
            <a:off x="4500563" y="2259455"/>
            <a:ext cx="540000" cy="540000"/>
          </a:xfrm>
          <a:prstGeom prst="rect">
            <a:avLst/>
          </a:prstGeom>
        </p:spPr>
        <p:txBody>
          <a:bodyPr>
            <a:noAutofit/>
          </a:bodyPr>
          <a:lstStyle>
            <a:lvl1pPr marL="0" indent="0" algn="l">
              <a:buNone/>
              <a:defRPr lang="zh-TW" altLang="en-US" sz="3000" b="0" kern="1200" dirty="0">
                <a:solidFill>
                  <a:schemeClr val="tx1"/>
                </a:solidFill>
                <a:latin typeface="Avenir Next" panose="020B0503020202020204" pitchFamily="34" charset="0"/>
                <a:ea typeface="+mn-ea"/>
                <a:cs typeface="+mn-cs"/>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01</a:t>
            </a:r>
            <a:endParaRPr kumimoji="1" lang="zh-TW" altLang="en-US" dirty="0"/>
          </a:p>
        </p:txBody>
      </p:sp>
      <p:sp>
        <p:nvSpPr>
          <p:cNvPr id="41" name="文字版面配置區 23">
            <a:extLst>
              <a:ext uri="{FF2B5EF4-FFF2-40B4-BE49-F238E27FC236}">
                <a16:creationId xmlns:a16="http://schemas.microsoft.com/office/drawing/2014/main" id="{954E49BA-B676-B055-1949-5AE60F0589AB}"/>
              </a:ext>
            </a:extLst>
          </p:cNvPr>
          <p:cNvSpPr>
            <a:spLocks noGrp="1"/>
          </p:cNvSpPr>
          <p:nvPr>
            <p:ph type="body" sz="quarter" idx="32" hasCustomPrompt="1"/>
          </p:nvPr>
        </p:nvSpPr>
        <p:spPr>
          <a:xfrm>
            <a:off x="5106988" y="2266821"/>
            <a:ext cx="2738225" cy="195261"/>
          </a:xfrm>
        </p:spPr>
        <p:txBody>
          <a:bodyPr>
            <a:noAutofit/>
          </a:bodyPr>
          <a:lstStyle>
            <a:lvl1pPr algn="l">
              <a:spcBef>
                <a:spcPts val="0"/>
              </a:spcBef>
              <a:defRPr kumimoji="1" lang="en-US" altLang="zh-TW" sz="1000" b="1" i="0" kern="1200" dirty="0" smtClean="0">
                <a:solidFill>
                  <a:schemeClr val="tx1"/>
                </a:solidFill>
                <a:latin typeface="Avenir Next Demi Bold" panose="020B0503020202020204" pitchFamily="34" charset="0"/>
                <a:ea typeface="+mj-ea"/>
                <a:cs typeface="+mn-cs"/>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lvl="0" indent="0" algn="l" defTabSz="685800" rtl="0" eaLnBrk="1" latinLnBrk="0" hangingPunct="1">
              <a:lnSpc>
                <a:spcPct val="100000"/>
              </a:lnSpc>
              <a:spcBef>
                <a:spcPts val="0"/>
              </a:spcBef>
              <a:buFont typeface="Arial" panose="020B0604020202020204" pitchFamily="34" charset="0"/>
              <a:buNone/>
            </a:pPr>
            <a:r>
              <a:rPr kumimoji="1" lang="en-US" altLang="zh-TW" dirty="0"/>
              <a:t>Section subtitle</a:t>
            </a:r>
          </a:p>
        </p:txBody>
      </p:sp>
      <p:sp>
        <p:nvSpPr>
          <p:cNvPr id="42" name="文字版面配置區 23">
            <a:extLst>
              <a:ext uri="{FF2B5EF4-FFF2-40B4-BE49-F238E27FC236}">
                <a16:creationId xmlns:a16="http://schemas.microsoft.com/office/drawing/2014/main" id="{8642E889-23D2-828B-DC8B-2CC7AE7C3D4B}"/>
              </a:ext>
            </a:extLst>
          </p:cNvPr>
          <p:cNvSpPr>
            <a:spLocks noGrp="1"/>
          </p:cNvSpPr>
          <p:nvPr>
            <p:ph type="body" sz="quarter" idx="33" hasCustomPrompt="1"/>
          </p:nvPr>
        </p:nvSpPr>
        <p:spPr>
          <a:xfrm>
            <a:off x="5106988" y="2470022"/>
            <a:ext cx="2738225" cy="329433"/>
          </a:xfrm>
        </p:spPr>
        <p:txBody>
          <a:bodyPr>
            <a:noAutofit/>
          </a:bodyPr>
          <a:lstStyle>
            <a:lvl1pPr algn="l">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Section Subtitle</a:t>
            </a:r>
            <a:endParaRPr kumimoji="1" lang="zh-HK" altLang="en-US" dirty="0"/>
          </a:p>
        </p:txBody>
      </p:sp>
      <p:sp>
        <p:nvSpPr>
          <p:cNvPr id="43" name="文字版面配置區 23">
            <a:extLst>
              <a:ext uri="{FF2B5EF4-FFF2-40B4-BE49-F238E27FC236}">
                <a16:creationId xmlns:a16="http://schemas.microsoft.com/office/drawing/2014/main" id="{476BC270-46C9-4C6E-C713-7AEBD2A63FF8}"/>
              </a:ext>
            </a:extLst>
          </p:cNvPr>
          <p:cNvSpPr>
            <a:spLocks noGrp="1"/>
          </p:cNvSpPr>
          <p:nvPr>
            <p:ph type="body" sz="quarter" idx="34" hasCustomPrompt="1"/>
          </p:nvPr>
        </p:nvSpPr>
        <p:spPr>
          <a:xfrm>
            <a:off x="7911638" y="528638"/>
            <a:ext cx="757359" cy="224217"/>
          </a:xfrm>
        </p:spPr>
        <p:txBody>
          <a:bodyPr>
            <a:noAutofit/>
          </a:bodyPr>
          <a:lstStyle>
            <a:lvl1pPr algn="r">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44" name="文字版面配置區 23">
            <a:extLst>
              <a:ext uri="{FF2B5EF4-FFF2-40B4-BE49-F238E27FC236}">
                <a16:creationId xmlns:a16="http://schemas.microsoft.com/office/drawing/2014/main" id="{A50535C0-9E49-3A89-E277-A7FE875C1568}"/>
              </a:ext>
            </a:extLst>
          </p:cNvPr>
          <p:cNvSpPr>
            <a:spLocks noGrp="1"/>
          </p:cNvSpPr>
          <p:nvPr>
            <p:ph type="body" sz="quarter" idx="35" hasCustomPrompt="1"/>
          </p:nvPr>
        </p:nvSpPr>
        <p:spPr>
          <a:xfrm>
            <a:off x="7911638" y="1393611"/>
            <a:ext cx="757359" cy="224217"/>
          </a:xfrm>
        </p:spPr>
        <p:txBody>
          <a:bodyPr>
            <a:noAutofit/>
          </a:bodyPr>
          <a:lstStyle>
            <a:lvl1pPr algn="r">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45" name="文字版面配置區 23">
            <a:extLst>
              <a:ext uri="{FF2B5EF4-FFF2-40B4-BE49-F238E27FC236}">
                <a16:creationId xmlns:a16="http://schemas.microsoft.com/office/drawing/2014/main" id="{7BDE7614-D635-41C7-E84F-3561A881C0BF}"/>
              </a:ext>
            </a:extLst>
          </p:cNvPr>
          <p:cNvSpPr>
            <a:spLocks noGrp="1"/>
          </p:cNvSpPr>
          <p:nvPr>
            <p:ph type="body" sz="quarter" idx="36" hasCustomPrompt="1"/>
          </p:nvPr>
        </p:nvSpPr>
        <p:spPr>
          <a:xfrm>
            <a:off x="7911638" y="2258584"/>
            <a:ext cx="757359" cy="224217"/>
          </a:xfrm>
        </p:spPr>
        <p:txBody>
          <a:bodyPr>
            <a:noAutofit/>
          </a:bodyPr>
          <a:lstStyle>
            <a:lvl1pPr algn="r">
              <a:spcBef>
                <a:spcPts val="0"/>
              </a:spcBef>
              <a:defRPr sz="1000" b="0" i="0">
                <a:solidFill>
                  <a:schemeClr val="tx1"/>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Time</a:t>
            </a:r>
          </a:p>
        </p:txBody>
      </p:sp>
      <p:sp>
        <p:nvSpPr>
          <p:cNvPr id="46" name="文字方塊 45">
            <a:extLst>
              <a:ext uri="{FF2B5EF4-FFF2-40B4-BE49-F238E27FC236}">
                <a16:creationId xmlns:a16="http://schemas.microsoft.com/office/drawing/2014/main" id="{D102D6CF-D4C1-43A8-52E6-F584E6A065CE}"/>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tx1"/>
                </a:solidFill>
                <a:latin typeface="Avenir Next Demi Bold" panose="020B0503020202020204" pitchFamily="34" charset="0"/>
                <a:ea typeface="+mn-ea"/>
                <a:cs typeface="+mn-cs"/>
              </a:rPr>
              <a:t>CONFIDENTIAL &amp; RESTRICTED BY MRDI</a:t>
            </a:r>
            <a:endParaRPr kumimoji="1" lang="zh-HK" altLang="en-US" sz="700" b="1" i="0" kern="1200" dirty="0">
              <a:solidFill>
                <a:schemeClr val="tx1"/>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1353666384"/>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Powerful Qutoe ">
    <p:bg>
      <p:bgPr>
        <a:blipFill dpi="0" rotWithShape="1">
          <a:blip r:embed="rId2" cstate="hqprint">
            <a:lum/>
            <a:extLst>
              <a:ext uri="{28A0092B-C50C-407E-A947-70E740481C1C}">
                <a14:useLocalDpi xmlns:a14="http://schemas.microsoft.com/office/drawing/2010/main"/>
              </a:ext>
            </a:extLst>
          </a:blip>
          <a:srcRect/>
          <a:stretch>
            <a:fillRect t="-35000" b="-35000"/>
          </a:stretch>
        </a:blipFill>
        <a:effectLst/>
      </p:bgPr>
    </p:bg>
    <p:spTree>
      <p:nvGrpSpPr>
        <p:cNvPr id="1" name=""/>
        <p:cNvGrpSpPr/>
        <p:nvPr/>
      </p:nvGrpSpPr>
      <p:grpSpPr>
        <a:xfrm>
          <a:off x="0" y="0"/>
          <a:ext cx="0" cy="0"/>
          <a:chOff x="0" y="0"/>
          <a:chExt cx="0" cy="0"/>
        </a:xfrm>
      </p:grpSpPr>
      <p:sp>
        <p:nvSpPr>
          <p:cNvPr id="7" name="標題 20">
            <a:extLst>
              <a:ext uri="{FF2B5EF4-FFF2-40B4-BE49-F238E27FC236}">
                <a16:creationId xmlns:a16="http://schemas.microsoft.com/office/drawing/2014/main" id="{CE5B448E-310C-CF84-3B52-AAD54FDEBA34}"/>
              </a:ext>
            </a:extLst>
          </p:cNvPr>
          <p:cNvSpPr>
            <a:spLocks noGrp="1"/>
          </p:cNvSpPr>
          <p:nvPr>
            <p:ph type="title" hasCustomPrompt="1"/>
          </p:nvPr>
        </p:nvSpPr>
        <p:spPr>
          <a:xfrm>
            <a:off x="611189" y="1388512"/>
            <a:ext cx="6553199" cy="3226350"/>
          </a:xfrm>
        </p:spPr>
        <p:txBody>
          <a:bodyPr>
            <a:noAutofit/>
          </a:bodyPr>
          <a:lstStyle>
            <a:lvl1pPr>
              <a:defRPr sz="3500">
                <a:solidFill>
                  <a:schemeClr val="tx1"/>
                </a:solidFill>
              </a:defRPr>
            </a:lvl1pPr>
          </a:lstStyle>
          <a:p>
            <a:r>
              <a:rPr kumimoji="1" lang="en-US" altLang="zh-TW" dirty="0"/>
              <a:t>POWERFUL QUOTE OR STATEMENT IS HERE WITH REGULAR IN 120PT</a:t>
            </a:r>
            <a:endParaRPr kumimoji="1" lang="zh-HK" altLang="en-US" dirty="0"/>
          </a:p>
        </p:txBody>
      </p:sp>
      <p:pic>
        <p:nvPicPr>
          <p:cNvPr id="9" name="圖形 8">
            <a:extLst>
              <a:ext uri="{FF2B5EF4-FFF2-40B4-BE49-F238E27FC236}">
                <a16:creationId xmlns:a16="http://schemas.microsoft.com/office/drawing/2014/main" id="{DE294D31-FCB4-8FC2-3897-B1F2B7ABCFA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59002" y="519114"/>
            <a:ext cx="107723" cy="86988"/>
          </a:xfrm>
          <a:prstGeom prst="rect">
            <a:avLst/>
          </a:prstGeom>
        </p:spPr>
      </p:pic>
      <p:sp>
        <p:nvSpPr>
          <p:cNvPr id="14" name="矩形 13">
            <a:extLst>
              <a:ext uri="{FF2B5EF4-FFF2-40B4-BE49-F238E27FC236}">
                <a16:creationId xmlns:a16="http://schemas.microsoft.com/office/drawing/2014/main" id="{79F7E2A2-24F9-1442-DD4E-B7B20E326310}"/>
              </a:ext>
            </a:extLst>
          </p:cNvPr>
          <p:cNvSpPr>
            <a:spLocks noChangeAspect="1"/>
          </p:cNvSpPr>
          <p:nvPr userDrawn="1"/>
        </p:nvSpPr>
        <p:spPr>
          <a:xfrm>
            <a:off x="401514" y="4846519"/>
            <a:ext cx="64800" cy="64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17" name="矩形 16">
            <a:extLst>
              <a:ext uri="{FF2B5EF4-FFF2-40B4-BE49-F238E27FC236}">
                <a16:creationId xmlns:a16="http://schemas.microsoft.com/office/drawing/2014/main" id="{3BA9BD74-992E-DF18-4EEA-13D0A6B5E35D}"/>
              </a:ext>
            </a:extLst>
          </p:cNvPr>
          <p:cNvSpPr/>
          <p:nvPr userDrawn="1"/>
        </p:nvSpPr>
        <p:spPr>
          <a:xfrm>
            <a:off x="8677275" y="4838905"/>
            <a:ext cx="72820" cy="7282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pic>
        <p:nvPicPr>
          <p:cNvPr id="19" name="圖形 18">
            <a:extLst>
              <a:ext uri="{FF2B5EF4-FFF2-40B4-BE49-F238E27FC236}">
                <a16:creationId xmlns:a16="http://schemas.microsoft.com/office/drawing/2014/main" id="{77DCDFA5-41D0-EF2D-3282-6FDBAE38F60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845212" y="4687101"/>
            <a:ext cx="687601" cy="224218"/>
          </a:xfrm>
          <a:prstGeom prst="rect">
            <a:avLst/>
          </a:prstGeom>
        </p:spPr>
      </p:pic>
      <p:sp>
        <p:nvSpPr>
          <p:cNvPr id="24" name="文字版面配置區 23">
            <a:extLst>
              <a:ext uri="{FF2B5EF4-FFF2-40B4-BE49-F238E27FC236}">
                <a16:creationId xmlns:a16="http://schemas.microsoft.com/office/drawing/2014/main" id="{3EB17081-311F-1B39-99D0-2C7E9D22A871}"/>
              </a:ext>
            </a:extLst>
          </p:cNvPr>
          <p:cNvSpPr>
            <a:spLocks noGrp="1"/>
          </p:cNvSpPr>
          <p:nvPr>
            <p:ph type="body" sz="quarter" idx="15" hasCustomPrompt="1"/>
          </p:nvPr>
        </p:nvSpPr>
        <p:spPr>
          <a:xfrm>
            <a:off x="611189" y="528638"/>
            <a:ext cx="5220000" cy="162000"/>
          </a:xfrm>
        </p:spPr>
        <p:txBody>
          <a:bodyPr>
            <a:noAutofit/>
          </a:bodyPr>
          <a:lstStyle>
            <a:lvl1pPr algn="l">
              <a:spcBef>
                <a:spcPts val="0"/>
              </a:spcBef>
              <a:defRPr sz="1000" b="0" i="0">
                <a:solidFill>
                  <a:schemeClr val="tx1"/>
                </a:solidFill>
                <a:latin typeface="Avenir Next Medium"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TW" dirty="0"/>
              <a:t>Name of the speaker</a:t>
            </a:r>
          </a:p>
        </p:txBody>
      </p:sp>
      <p:sp>
        <p:nvSpPr>
          <p:cNvPr id="26" name="文字版面配置區 23">
            <a:extLst>
              <a:ext uri="{FF2B5EF4-FFF2-40B4-BE49-F238E27FC236}">
                <a16:creationId xmlns:a16="http://schemas.microsoft.com/office/drawing/2014/main" id="{A3414990-EB0E-B35C-6FFF-9619D7CC34C4}"/>
              </a:ext>
            </a:extLst>
          </p:cNvPr>
          <p:cNvSpPr>
            <a:spLocks noGrp="1"/>
          </p:cNvSpPr>
          <p:nvPr>
            <p:ph type="body" sz="quarter" idx="16" hasCustomPrompt="1"/>
          </p:nvPr>
        </p:nvSpPr>
        <p:spPr>
          <a:xfrm>
            <a:off x="611189" y="690638"/>
            <a:ext cx="5221286" cy="507999"/>
          </a:xfrm>
        </p:spPr>
        <p:txBody>
          <a:bodyPr>
            <a:noAutofit/>
          </a:bodyPr>
          <a:lstStyle>
            <a:lvl1pPr algn="l">
              <a:spcBef>
                <a:spcPts val="0"/>
              </a:spcBef>
              <a:defRPr sz="1000" b="0" i="0">
                <a:solidFill>
                  <a:schemeClr val="tx1"/>
                </a:solidFill>
                <a:latin typeface="+mn-lt"/>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Description</a:t>
            </a:r>
            <a:endParaRPr kumimoji="1" lang="zh-HK" altLang="en-US" dirty="0"/>
          </a:p>
        </p:txBody>
      </p:sp>
      <p:sp>
        <p:nvSpPr>
          <p:cNvPr id="27" name="Page #">
            <a:extLst>
              <a:ext uri="{FF2B5EF4-FFF2-40B4-BE49-F238E27FC236}">
                <a16:creationId xmlns:a16="http://schemas.microsoft.com/office/drawing/2014/main" id="{450DB25F-0F70-F131-0898-921B62FD8715}"/>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solidFill>
                  <a:schemeClr val="tx1"/>
                </a:solidFill>
                <a:latin typeface="+mj-lt"/>
                <a:ea typeface="Arial" charset="0"/>
                <a:cs typeface="Arial" panose="020B0604020202020204" pitchFamily="34" charset="0"/>
              </a:rPr>
              <a:pPr lvl="0" algn="l">
                <a:lnSpc>
                  <a:spcPts val="1000"/>
                </a:lnSpc>
              </a:pPr>
              <a:t>‹#›</a:t>
            </a:fld>
            <a:endParaRPr lang="en-GB" sz="600" b="0" i="0" dirty="0">
              <a:solidFill>
                <a:schemeClr val="tx1"/>
              </a:solidFill>
              <a:latin typeface="+mj-lt"/>
              <a:ea typeface="Arial" charset="0"/>
              <a:cs typeface="Arial" panose="020B0604020202020204" pitchFamily="34" charset="0"/>
            </a:endParaRPr>
          </a:p>
        </p:txBody>
      </p:sp>
      <p:sp>
        <p:nvSpPr>
          <p:cNvPr id="28" name="文字方塊 27">
            <a:extLst>
              <a:ext uri="{FF2B5EF4-FFF2-40B4-BE49-F238E27FC236}">
                <a16:creationId xmlns:a16="http://schemas.microsoft.com/office/drawing/2014/main" id="{98564C5D-4C5F-BC5D-D70A-AC00D079439C}"/>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chemeClr val="tx1"/>
                </a:solidFill>
                <a:latin typeface="Avenir Next Demi Bold" panose="020B0503020202020204" pitchFamily="34" charset="0"/>
                <a:ea typeface="+mn-ea"/>
                <a:cs typeface="+mn-cs"/>
              </a:rPr>
              <a:t>CONFIDENTIAL &amp; RESTRICTED BY MRDI</a:t>
            </a:r>
            <a:endParaRPr kumimoji="1" lang="zh-HK" altLang="en-US" sz="700" b="1" i="0" kern="1200" dirty="0">
              <a:solidFill>
                <a:schemeClr val="tx1"/>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632500305"/>
      </p:ext>
    </p:extLst>
  </p:cSld>
  <p:clrMapOvr>
    <a:masterClrMapping/>
  </p:clrMapOvr>
  <p:extLst>
    <p:ext uri="{DCECCB84-F9BA-43D5-87BE-67443E8EF086}">
      <p15:sldGuideLst xmlns:p15="http://schemas.microsoft.com/office/powerpoint/2012/main">
        <p15:guide id="10" orient="horz" pos="3003" userDrawn="1">
          <p15:clr>
            <a:srgbClr val="FBAE40"/>
          </p15:clr>
        </p15:guide>
        <p15:guide id="11" orient="horz" pos="291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18" name="文字版面配置區 2">
            <a:extLst>
              <a:ext uri="{FF2B5EF4-FFF2-40B4-BE49-F238E27FC236}">
                <a16:creationId xmlns:a16="http://schemas.microsoft.com/office/drawing/2014/main" id="{EE3B63F7-716B-480A-360A-C50E5597311D}"/>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7" y="1384300"/>
            <a:ext cx="2556000" cy="2439987"/>
          </a:xfrm>
        </p:spPr>
        <p:txBody>
          <a:bodyPr/>
          <a:lstStyle/>
          <a:p>
            <a:endParaRPr kumimoji="1" lang="zh-HK" altLang="en-US" dirty="0"/>
          </a:p>
        </p:txBody>
      </p:sp>
      <p:sp>
        <p:nvSpPr>
          <p:cNvPr id="27" name="圖片版面配置區 23">
            <a:extLst>
              <a:ext uri="{FF2B5EF4-FFF2-40B4-BE49-F238E27FC236}">
                <a16:creationId xmlns:a16="http://schemas.microsoft.com/office/drawing/2014/main" id="{11375CC6-A421-3A3A-F0C0-925E1F53BDD2}"/>
              </a:ext>
            </a:extLst>
          </p:cNvPr>
          <p:cNvSpPr>
            <a:spLocks noGrp="1"/>
          </p:cNvSpPr>
          <p:nvPr>
            <p:ph type="pic" sz="quarter" idx="19"/>
          </p:nvPr>
        </p:nvSpPr>
        <p:spPr>
          <a:xfrm>
            <a:off x="3283539" y="1392238"/>
            <a:ext cx="2555875" cy="243998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5949584" y="1392238"/>
            <a:ext cx="2592756" cy="2439987"/>
          </a:xfrm>
        </p:spPr>
        <p:txBody>
          <a:bodyPr/>
          <a:lstStyle/>
          <a:p>
            <a:endParaRPr kumimoji="1" lang="zh-HK" altLang="en-US" dirty="0"/>
          </a:p>
        </p:txBody>
      </p:sp>
      <p:sp>
        <p:nvSpPr>
          <p:cNvPr id="32" name="內容版面配置區 17">
            <a:extLst>
              <a:ext uri="{FF2B5EF4-FFF2-40B4-BE49-F238E27FC236}">
                <a16:creationId xmlns:a16="http://schemas.microsoft.com/office/drawing/2014/main" id="{F1E60AD7-0665-A0E5-872D-D5C83775D3A9}"/>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33" name="內容版面配置區 17">
            <a:extLst>
              <a:ext uri="{FF2B5EF4-FFF2-40B4-BE49-F238E27FC236}">
                <a16:creationId xmlns:a16="http://schemas.microsoft.com/office/drawing/2014/main" id="{9F9023F6-A05A-B185-71E3-A161F582F947}"/>
              </a:ext>
            </a:extLst>
          </p:cNvPr>
          <p:cNvSpPr>
            <a:spLocks noGrp="1"/>
          </p:cNvSpPr>
          <p:nvPr>
            <p:ph sz="quarter" idx="31"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4" name="內容版面配置區 17">
            <a:extLst>
              <a:ext uri="{FF2B5EF4-FFF2-40B4-BE49-F238E27FC236}">
                <a16:creationId xmlns:a16="http://schemas.microsoft.com/office/drawing/2014/main" id="{BAB25912-FD56-1666-E81D-A06250C57BC8}"/>
              </a:ext>
            </a:extLst>
          </p:cNvPr>
          <p:cNvSpPr>
            <a:spLocks noGrp="1"/>
          </p:cNvSpPr>
          <p:nvPr>
            <p:ph sz="quarter" idx="32" hasCustomPrompt="1"/>
          </p:nvPr>
        </p:nvSpPr>
        <p:spPr>
          <a:xfrm>
            <a:off x="3283539"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5" name="內容版面配置區 17">
            <a:extLst>
              <a:ext uri="{FF2B5EF4-FFF2-40B4-BE49-F238E27FC236}">
                <a16:creationId xmlns:a16="http://schemas.microsoft.com/office/drawing/2014/main" id="{1419BA26-178A-3E55-274C-900D6872ECCE}"/>
              </a:ext>
            </a:extLst>
          </p:cNvPr>
          <p:cNvSpPr>
            <a:spLocks noGrp="1"/>
          </p:cNvSpPr>
          <p:nvPr>
            <p:ph sz="quarter" idx="33" hasCustomPrompt="1"/>
          </p:nvPr>
        </p:nvSpPr>
        <p:spPr>
          <a:xfrm>
            <a:off x="5949584"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6" name="文字方塊 35">
            <a:extLst>
              <a:ext uri="{FF2B5EF4-FFF2-40B4-BE49-F238E27FC236}">
                <a16:creationId xmlns:a16="http://schemas.microsoft.com/office/drawing/2014/main" id="{653BEAAB-08BE-0302-BD12-48081D51A775}"/>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40" name="文字版面配置區 23">
            <a:extLst>
              <a:ext uri="{FF2B5EF4-FFF2-40B4-BE49-F238E27FC236}">
                <a16:creationId xmlns:a16="http://schemas.microsoft.com/office/drawing/2014/main" id="{DD1C196B-EAD6-83E3-6B29-49BEDB96C261}"/>
              </a:ext>
            </a:extLst>
          </p:cNvPr>
          <p:cNvSpPr>
            <a:spLocks noGrp="1"/>
          </p:cNvSpPr>
          <p:nvPr>
            <p:ph type="body" sz="quarter" idx="25" hasCustomPrompt="1"/>
          </p:nvPr>
        </p:nvSpPr>
        <p:spPr>
          <a:xfrm>
            <a:off x="611187" y="3984624"/>
            <a:ext cx="2555874" cy="565146"/>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41" name="文字版面配置區 23">
            <a:extLst>
              <a:ext uri="{FF2B5EF4-FFF2-40B4-BE49-F238E27FC236}">
                <a16:creationId xmlns:a16="http://schemas.microsoft.com/office/drawing/2014/main" id="{D71CA7C5-B15A-A599-0C94-4288A4EA0C3D}"/>
              </a:ext>
            </a:extLst>
          </p:cNvPr>
          <p:cNvSpPr>
            <a:spLocks noGrp="1"/>
          </p:cNvSpPr>
          <p:nvPr>
            <p:ph type="body" sz="quarter" idx="34" hasCustomPrompt="1"/>
          </p:nvPr>
        </p:nvSpPr>
        <p:spPr>
          <a:xfrm>
            <a:off x="3278187" y="3984624"/>
            <a:ext cx="2555874" cy="565146"/>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42" name="文字版面配置區 23">
            <a:extLst>
              <a:ext uri="{FF2B5EF4-FFF2-40B4-BE49-F238E27FC236}">
                <a16:creationId xmlns:a16="http://schemas.microsoft.com/office/drawing/2014/main" id="{165C4396-4302-88A4-BA10-86737AD5E104}"/>
              </a:ext>
            </a:extLst>
          </p:cNvPr>
          <p:cNvSpPr>
            <a:spLocks noGrp="1"/>
          </p:cNvSpPr>
          <p:nvPr>
            <p:ph type="body" sz="quarter" idx="35" hasCustomPrompt="1"/>
          </p:nvPr>
        </p:nvSpPr>
        <p:spPr>
          <a:xfrm>
            <a:off x="5945186" y="3984624"/>
            <a:ext cx="2597153" cy="565146"/>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Tree>
    <p:extLst>
      <p:ext uri="{BB962C8B-B14F-4D97-AF65-F5344CB8AC3E}">
        <p14:creationId xmlns:p14="http://schemas.microsoft.com/office/powerpoint/2010/main" val="457994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7" y="1384300"/>
            <a:ext cx="2556000" cy="1582737"/>
          </a:xfrm>
        </p:spPr>
        <p:txBody>
          <a:bodyPr/>
          <a:lstStyle/>
          <a:p>
            <a:endParaRPr kumimoji="1" lang="zh-HK" altLang="en-US" dirty="0"/>
          </a:p>
        </p:txBody>
      </p:sp>
      <p:sp>
        <p:nvSpPr>
          <p:cNvPr id="27" name="圖片版面配置區 23">
            <a:extLst>
              <a:ext uri="{FF2B5EF4-FFF2-40B4-BE49-F238E27FC236}">
                <a16:creationId xmlns:a16="http://schemas.microsoft.com/office/drawing/2014/main" id="{11375CC6-A421-3A3A-F0C0-925E1F53BDD2}"/>
              </a:ext>
            </a:extLst>
          </p:cNvPr>
          <p:cNvSpPr>
            <a:spLocks noGrp="1"/>
          </p:cNvSpPr>
          <p:nvPr>
            <p:ph type="pic" sz="quarter" idx="19"/>
          </p:nvPr>
        </p:nvSpPr>
        <p:spPr>
          <a:xfrm>
            <a:off x="3283539" y="1384300"/>
            <a:ext cx="2555875" cy="158273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5949583" y="1384300"/>
            <a:ext cx="2583229" cy="1582737"/>
          </a:xfrm>
        </p:spPr>
        <p:txBody>
          <a:bodyPr/>
          <a:lstStyle/>
          <a:p>
            <a:endParaRPr kumimoji="1" lang="zh-HK" altLang="en-US" dirty="0"/>
          </a:p>
        </p:txBody>
      </p:sp>
      <p:sp>
        <p:nvSpPr>
          <p:cNvPr id="8" name="圖片版面配置區 23">
            <a:extLst>
              <a:ext uri="{FF2B5EF4-FFF2-40B4-BE49-F238E27FC236}">
                <a16:creationId xmlns:a16="http://schemas.microsoft.com/office/drawing/2014/main" id="{C47A0C86-3B66-98C0-B75B-E0000F3A242C}"/>
              </a:ext>
            </a:extLst>
          </p:cNvPr>
          <p:cNvSpPr>
            <a:spLocks noGrp="1"/>
          </p:cNvSpPr>
          <p:nvPr>
            <p:ph type="pic" sz="quarter" idx="24"/>
          </p:nvPr>
        </p:nvSpPr>
        <p:spPr>
          <a:xfrm>
            <a:off x="611187" y="3116457"/>
            <a:ext cx="2556000" cy="1507932"/>
          </a:xfrm>
        </p:spPr>
        <p:txBody>
          <a:bodyPr/>
          <a:lstStyle/>
          <a:p>
            <a:endParaRPr kumimoji="1" lang="zh-HK" altLang="en-US" dirty="0"/>
          </a:p>
        </p:txBody>
      </p:sp>
      <p:sp>
        <p:nvSpPr>
          <p:cNvPr id="9" name="圖片版面配置區 23">
            <a:extLst>
              <a:ext uri="{FF2B5EF4-FFF2-40B4-BE49-F238E27FC236}">
                <a16:creationId xmlns:a16="http://schemas.microsoft.com/office/drawing/2014/main" id="{F0E5D29D-986E-C8F4-3E84-0F0384F9F563}"/>
              </a:ext>
            </a:extLst>
          </p:cNvPr>
          <p:cNvSpPr>
            <a:spLocks noGrp="1"/>
          </p:cNvSpPr>
          <p:nvPr>
            <p:ph type="pic" sz="quarter" idx="25"/>
          </p:nvPr>
        </p:nvSpPr>
        <p:spPr>
          <a:xfrm>
            <a:off x="3283539" y="3116457"/>
            <a:ext cx="2555875" cy="1507932"/>
          </a:xfrm>
        </p:spPr>
        <p:txBody>
          <a:bodyPr/>
          <a:lstStyle/>
          <a:p>
            <a:endParaRPr kumimoji="1" lang="zh-HK" altLang="en-US" dirty="0"/>
          </a:p>
        </p:txBody>
      </p:sp>
      <p:sp>
        <p:nvSpPr>
          <p:cNvPr id="10" name="圖片版面配置區 23">
            <a:extLst>
              <a:ext uri="{FF2B5EF4-FFF2-40B4-BE49-F238E27FC236}">
                <a16:creationId xmlns:a16="http://schemas.microsoft.com/office/drawing/2014/main" id="{8B86B866-5AAD-2156-4765-BE603AAAE092}"/>
              </a:ext>
            </a:extLst>
          </p:cNvPr>
          <p:cNvSpPr>
            <a:spLocks noGrp="1"/>
          </p:cNvSpPr>
          <p:nvPr>
            <p:ph type="pic" sz="quarter" idx="26"/>
          </p:nvPr>
        </p:nvSpPr>
        <p:spPr>
          <a:xfrm>
            <a:off x="5949584" y="3116457"/>
            <a:ext cx="2583228" cy="1507932"/>
          </a:xfrm>
        </p:spPr>
        <p:txBody>
          <a:bodyPr/>
          <a:lstStyle/>
          <a:p>
            <a:endParaRPr kumimoji="1" lang="zh-HK" altLang="en-US" dirty="0"/>
          </a:p>
        </p:txBody>
      </p:sp>
      <p:sp>
        <p:nvSpPr>
          <p:cNvPr id="40" name="文字版面配置區 2">
            <a:extLst>
              <a:ext uri="{FF2B5EF4-FFF2-40B4-BE49-F238E27FC236}">
                <a16:creationId xmlns:a16="http://schemas.microsoft.com/office/drawing/2014/main" id="{0A0BD4BD-F4E9-3718-DC4B-50D6DBC985FA}"/>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41" name="內容版面配置區 17">
            <a:extLst>
              <a:ext uri="{FF2B5EF4-FFF2-40B4-BE49-F238E27FC236}">
                <a16:creationId xmlns:a16="http://schemas.microsoft.com/office/drawing/2014/main" id="{066E2BD4-2C16-AA8E-50BE-A92180BA4677}"/>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42" name="內容版面配置區 17">
            <a:extLst>
              <a:ext uri="{FF2B5EF4-FFF2-40B4-BE49-F238E27FC236}">
                <a16:creationId xmlns:a16="http://schemas.microsoft.com/office/drawing/2014/main" id="{56F48387-F1C8-9187-E176-4421B357D24A}"/>
              </a:ext>
            </a:extLst>
          </p:cNvPr>
          <p:cNvSpPr>
            <a:spLocks noGrp="1"/>
          </p:cNvSpPr>
          <p:nvPr>
            <p:ph sz="quarter" idx="31"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3" name="內容版面配置區 17">
            <a:extLst>
              <a:ext uri="{FF2B5EF4-FFF2-40B4-BE49-F238E27FC236}">
                <a16:creationId xmlns:a16="http://schemas.microsoft.com/office/drawing/2014/main" id="{9805CE43-FBDC-2A97-D406-F642F5C4CF43}"/>
              </a:ext>
            </a:extLst>
          </p:cNvPr>
          <p:cNvSpPr>
            <a:spLocks noGrp="1"/>
          </p:cNvSpPr>
          <p:nvPr>
            <p:ph sz="quarter" idx="32" hasCustomPrompt="1"/>
          </p:nvPr>
        </p:nvSpPr>
        <p:spPr>
          <a:xfrm>
            <a:off x="3283539"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4" name="內容版面配置區 17">
            <a:extLst>
              <a:ext uri="{FF2B5EF4-FFF2-40B4-BE49-F238E27FC236}">
                <a16:creationId xmlns:a16="http://schemas.microsoft.com/office/drawing/2014/main" id="{486680C3-F920-B666-C97C-E02DFAE46D9D}"/>
              </a:ext>
            </a:extLst>
          </p:cNvPr>
          <p:cNvSpPr>
            <a:spLocks noGrp="1"/>
          </p:cNvSpPr>
          <p:nvPr>
            <p:ph sz="quarter" idx="33" hasCustomPrompt="1"/>
          </p:nvPr>
        </p:nvSpPr>
        <p:spPr>
          <a:xfrm>
            <a:off x="5949584"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5" name="內容版面配置區 17">
            <a:extLst>
              <a:ext uri="{FF2B5EF4-FFF2-40B4-BE49-F238E27FC236}">
                <a16:creationId xmlns:a16="http://schemas.microsoft.com/office/drawing/2014/main" id="{60216210-FA08-68B5-17E3-2D189A49FD3A}"/>
              </a:ext>
            </a:extLst>
          </p:cNvPr>
          <p:cNvSpPr>
            <a:spLocks noGrp="1"/>
          </p:cNvSpPr>
          <p:nvPr>
            <p:ph sz="quarter" idx="34" hasCustomPrompt="1"/>
          </p:nvPr>
        </p:nvSpPr>
        <p:spPr>
          <a:xfrm>
            <a:off x="611186"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6" name="內容版面配置區 17">
            <a:extLst>
              <a:ext uri="{FF2B5EF4-FFF2-40B4-BE49-F238E27FC236}">
                <a16:creationId xmlns:a16="http://schemas.microsoft.com/office/drawing/2014/main" id="{B30FAC14-1218-288C-181B-74076F8CA4E7}"/>
              </a:ext>
            </a:extLst>
          </p:cNvPr>
          <p:cNvSpPr>
            <a:spLocks noGrp="1"/>
          </p:cNvSpPr>
          <p:nvPr>
            <p:ph sz="quarter" idx="35" hasCustomPrompt="1"/>
          </p:nvPr>
        </p:nvSpPr>
        <p:spPr>
          <a:xfrm>
            <a:off x="3283539"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7" name="內容版面配置區 17">
            <a:extLst>
              <a:ext uri="{FF2B5EF4-FFF2-40B4-BE49-F238E27FC236}">
                <a16:creationId xmlns:a16="http://schemas.microsoft.com/office/drawing/2014/main" id="{B8A6919E-A968-BAE8-71A6-0BB0F7EAF168}"/>
              </a:ext>
            </a:extLst>
          </p:cNvPr>
          <p:cNvSpPr>
            <a:spLocks noGrp="1"/>
          </p:cNvSpPr>
          <p:nvPr>
            <p:ph sz="quarter" idx="36" hasCustomPrompt="1"/>
          </p:nvPr>
        </p:nvSpPr>
        <p:spPr>
          <a:xfrm>
            <a:off x="5949584"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8" name="文字方塊 47">
            <a:extLst>
              <a:ext uri="{FF2B5EF4-FFF2-40B4-BE49-F238E27FC236}">
                <a16:creationId xmlns:a16="http://schemas.microsoft.com/office/drawing/2014/main" id="{12D94B83-ED1C-6FAF-0509-B06484C9992C}"/>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2543100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6" y="1384300"/>
            <a:ext cx="7921625" cy="3230562"/>
          </a:xfrm>
        </p:spPr>
        <p:txBody>
          <a:bodyPr/>
          <a:lstStyle/>
          <a:p>
            <a:endParaRPr kumimoji="1" lang="zh-HK" altLang="en-US" dirty="0"/>
          </a:p>
        </p:txBody>
      </p:sp>
      <p:sp>
        <p:nvSpPr>
          <p:cNvPr id="7" name="文字版面配置區 2">
            <a:extLst>
              <a:ext uri="{FF2B5EF4-FFF2-40B4-BE49-F238E27FC236}">
                <a16:creationId xmlns:a16="http://schemas.microsoft.com/office/drawing/2014/main" id="{9CC3E18B-E9A5-FCE4-20DD-7E61EB8C9D89}"/>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0" name="內容版面配置區 17">
            <a:extLst>
              <a:ext uri="{FF2B5EF4-FFF2-40B4-BE49-F238E27FC236}">
                <a16:creationId xmlns:a16="http://schemas.microsoft.com/office/drawing/2014/main" id="{5DCDD6EF-9D20-828E-04FC-46245C199760}"/>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21" name="內容版面配置區 17">
            <a:extLst>
              <a:ext uri="{FF2B5EF4-FFF2-40B4-BE49-F238E27FC236}">
                <a16:creationId xmlns:a16="http://schemas.microsoft.com/office/drawing/2014/main" id="{BE97CF67-A76D-8D9B-3C17-3F3279B7937A}"/>
              </a:ext>
            </a:extLst>
          </p:cNvPr>
          <p:cNvSpPr>
            <a:spLocks noGrp="1"/>
          </p:cNvSpPr>
          <p:nvPr>
            <p:ph sz="quarter" idx="31"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22" name="文字方塊 21">
            <a:extLst>
              <a:ext uri="{FF2B5EF4-FFF2-40B4-BE49-F238E27FC236}">
                <a16:creationId xmlns:a16="http://schemas.microsoft.com/office/drawing/2014/main" id="{FABE4217-8F66-2E01-24FA-4F7A53081E90}"/>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Tree>
    <p:extLst>
      <p:ext uri="{BB962C8B-B14F-4D97-AF65-F5344CB8AC3E}">
        <p14:creationId xmlns:p14="http://schemas.microsoft.com/office/powerpoint/2010/main" val="38788916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7" y="1384300"/>
            <a:ext cx="2556000" cy="3230562"/>
          </a:xfrm>
        </p:spPr>
        <p:txBody>
          <a:bodyPr/>
          <a:lstStyle/>
          <a:p>
            <a:endParaRPr kumimoji="1" lang="zh-HK" altLang="en-US" dirty="0"/>
          </a:p>
        </p:txBody>
      </p:sp>
      <p:sp>
        <p:nvSpPr>
          <p:cNvPr id="27" name="圖片版面配置區 23">
            <a:extLst>
              <a:ext uri="{FF2B5EF4-FFF2-40B4-BE49-F238E27FC236}">
                <a16:creationId xmlns:a16="http://schemas.microsoft.com/office/drawing/2014/main" id="{11375CC6-A421-3A3A-F0C0-925E1F53BDD2}"/>
              </a:ext>
            </a:extLst>
          </p:cNvPr>
          <p:cNvSpPr>
            <a:spLocks noGrp="1"/>
          </p:cNvSpPr>
          <p:nvPr>
            <p:ph type="pic" sz="quarter" idx="19"/>
          </p:nvPr>
        </p:nvSpPr>
        <p:spPr>
          <a:xfrm>
            <a:off x="3283539" y="1384300"/>
            <a:ext cx="2555875" cy="158273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5949584" y="1384300"/>
            <a:ext cx="2592756" cy="1582737"/>
          </a:xfrm>
        </p:spPr>
        <p:txBody>
          <a:bodyPr/>
          <a:lstStyle/>
          <a:p>
            <a:endParaRPr kumimoji="1" lang="zh-HK" altLang="en-US" dirty="0"/>
          </a:p>
        </p:txBody>
      </p:sp>
      <p:sp>
        <p:nvSpPr>
          <p:cNvPr id="5" name="圖片版面配置區 23">
            <a:extLst>
              <a:ext uri="{FF2B5EF4-FFF2-40B4-BE49-F238E27FC236}">
                <a16:creationId xmlns:a16="http://schemas.microsoft.com/office/drawing/2014/main" id="{56AF7904-BDD8-A533-FA68-9BCFC9E54A93}"/>
              </a:ext>
            </a:extLst>
          </p:cNvPr>
          <p:cNvSpPr>
            <a:spLocks noGrp="1"/>
          </p:cNvSpPr>
          <p:nvPr>
            <p:ph type="pic" sz="quarter" idx="25"/>
          </p:nvPr>
        </p:nvSpPr>
        <p:spPr>
          <a:xfrm>
            <a:off x="3283539" y="3116457"/>
            <a:ext cx="5249274" cy="1507932"/>
          </a:xfrm>
        </p:spPr>
        <p:txBody>
          <a:bodyPr/>
          <a:lstStyle/>
          <a:p>
            <a:endParaRPr kumimoji="1" lang="zh-HK" altLang="en-US" dirty="0"/>
          </a:p>
        </p:txBody>
      </p:sp>
      <p:sp>
        <p:nvSpPr>
          <p:cNvPr id="21" name="文字方塊 20">
            <a:extLst>
              <a:ext uri="{FF2B5EF4-FFF2-40B4-BE49-F238E27FC236}">
                <a16:creationId xmlns:a16="http://schemas.microsoft.com/office/drawing/2014/main" id="{9FE704EF-E80B-5CF9-562E-C2194AED7289}"/>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22" name="文字版面配置區 2">
            <a:extLst>
              <a:ext uri="{FF2B5EF4-FFF2-40B4-BE49-F238E27FC236}">
                <a16:creationId xmlns:a16="http://schemas.microsoft.com/office/drawing/2014/main" id="{805F145D-98ED-36C8-F562-811E3B1F38DC}"/>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5" name="內容版面配置區 17">
            <a:extLst>
              <a:ext uri="{FF2B5EF4-FFF2-40B4-BE49-F238E27FC236}">
                <a16:creationId xmlns:a16="http://schemas.microsoft.com/office/drawing/2014/main" id="{F7CC7C33-DDE1-8C34-6412-D5E1B2AEE9AD}"/>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32" name="內容版面配置區 17">
            <a:extLst>
              <a:ext uri="{FF2B5EF4-FFF2-40B4-BE49-F238E27FC236}">
                <a16:creationId xmlns:a16="http://schemas.microsoft.com/office/drawing/2014/main" id="{A99489E9-426F-901E-B301-FE64A83C7E8B}"/>
              </a:ext>
            </a:extLst>
          </p:cNvPr>
          <p:cNvSpPr>
            <a:spLocks noGrp="1"/>
          </p:cNvSpPr>
          <p:nvPr>
            <p:ph sz="quarter" idx="32" hasCustomPrompt="1"/>
          </p:nvPr>
        </p:nvSpPr>
        <p:spPr>
          <a:xfrm>
            <a:off x="3283539"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3" name="內容版面配置區 17">
            <a:extLst>
              <a:ext uri="{FF2B5EF4-FFF2-40B4-BE49-F238E27FC236}">
                <a16:creationId xmlns:a16="http://schemas.microsoft.com/office/drawing/2014/main" id="{4D42B2AE-BC4E-73F8-41EE-F70661872DA5}"/>
              </a:ext>
            </a:extLst>
          </p:cNvPr>
          <p:cNvSpPr>
            <a:spLocks noGrp="1"/>
          </p:cNvSpPr>
          <p:nvPr>
            <p:ph sz="quarter" idx="33" hasCustomPrompt="1"/>
          </p:nvPr>
        </p:nvSpPr>
        <p:spPr>
          <a:xfrm>
            <a:off x="5949584"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4" name="內容版面配置區 17">
            <a:extLst>
              <a:ext uri="{FF2B5EF4-FFF2-40B4-BE49-F238E27FC236}">
                <a16:creationId xmlns:a16="http://schemas.microsoft.com/office/drawing/2014/main" id="{7B38A2E5-0959-AB04-3D66-F0194796EFD7}"/>
              </a:ext>
            </a:extLst>
          </p:cNvPr>
          <p:cNvSpPr>
            <a:spLocks noGrp="1"/>
          </p:cNvSpPr>
          <p:nvPr>
            <p:ph sz="quarter" idx="34"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5" name="內容版面配置區 17">
            <a:extLst>
              <a:ext uri="{FF2B5EF4-FFF2-40B4-BE49-F238E27FC236}">
                <a16:creationId xmlns:a16="http://schemas.microsoft.com/office/drawing/2014/main" id="{15BFA2BF-15A2-4006-88AA-C3BE98F0EEC4}"/>
              </a:ext>
            </a:extLst>
          </p:cNvPr>
          <p:cNvSpPr>
            <a:spLocks noGrp="1"/>
          </p:cNvSpPr>
          <p:nvPr>
            <p:ph sz="quarter" idx="35" hasCustomPrompt="1"/>
          </p:nvPr>
        </p:nvSpPr>
        <p:spPr>
          <a:xfrm>
            <a:off x="3283539"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32402261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6" y="1384300"/>
            <a:ext cx="5228227" cy="158273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5949584" y="1384300"/>
            <a:ext cx="2556000" cy="3230562"/>
          </a:xfrm>
        </p:spPr>
        <p:txBody>
          <a:bodyPr/>
          <a:lstStyle/>
          <a:p>
            <a:endParaRPr kumimoji="1" lang="zh-HK" altLang="en-US" dirty="0"/>
          </a:p>
        </p:txBody>
      </p:sp>
      <p:sp>
        <p:nvSpPr>
          <p:cNvPr id="3" name="圖片版面配置區 23">
            <a:extLst>
              <a:ext uri="{FF2B5EF4-FFF2-40B4-BE49-F238E27FC236}">
                <a16:creationId xmlns:a16="http://schemas.microsoft.com/office/drawing/2014/main" id="{B8FF59B4-9E85-175F-008F-69BCF730633D}"/>
              </a:ext>
            </a:extLst>
          </p:cNvPr>
          <p:cNvSpPr>
            <a:spLocks noGrp="1"/>
          </p:cNvSpPr>
          <p:nvPr>
            <p:ph type="pic" sz="quarter" idx="24"/>
          </p:nvPr>
        </p:nvSpPr>
        <p:spPr>
          <a:xfrm>
            <a:off x="611186" y="3116457"/>
            <a:ext cx="2556000" cy="1507932"/>
          </a:xfrm>
        </p:spPr>
        <p:txBody>
          <a:bodyPr/>
          <a:lstStyle/>
          <a:p>
            <a:endParaRPr kumimoji="1" lang="zh-HK" altLang="en-US" dirty="0"/>
          </a:p>
        </p:txBody>
      </p:sp>
      <p:sp>
        <p:nvSpPr>
          <p:cNvPr id="4" name="圖片版面配置區 23">
            <a:extLst>
              <a:ext uri="{FF2B5EF4-FFF2-40B4-BE49-F238E27FC236}">
                <a16:creationId xmlns:a16="http://schemas.microsoft.com/office/drawing/2014/main" id="{476B1EAD-46F1-C203-88C8-798A0CAE373C}"/>
              </a:ext>
            </a:extLst>
          </p:cNvPr>
          <p:cNvSpPr>
            <a:spLocks noGrp="1"/>
          </p:cNvSpPr>
          <p:nvPr>
            <p:ph type="pic" sz="quarter" idx="25"/>
          </p:nvPr>
        </p:nvSpPr>
        <p:spPr>
          <a:xfrm>
            <a:off x="3283539" y="3116457"/>
            <a:ext cx="2555875" cy="1507932"/>
          </a:xfrm>
        </p:spPr>
        <p:txBody>
          <a:bodyPr/>
          <a:lstStyle/>
          <a:p>
            <a:endParaRPr kumimoji="1" lang="zh-HK" altLang="en-US" dirty="0"/>
          </a:p>
        </p:txBody>
      </p:sp>
      <p:sp>
        <p:nvSpPr>
          <p:cNvPr id="22" name="文字方塊 21">
            <a:extLst>
              <a:ext uri="{FF2B5EF4-FFF2-40B4-BE49-F238E27FC236}">
                <a16:creationId xmlns:a16="http://schemas.microsoft.com/office/drawing/2014/main" id="{778E0B5F-6908-4C26-6ADA-A319C23ED5E6}"/>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25" name="文字版面配置區 2">
            <a:extLst>
              <a:ext uri="{FF2B5EF4-FFF2-40B4-BE49-F238E27FC236}">
                <a16:creationId xmlns:a16="http://schemas.microsoft.com/office/drawing/2014/main" id="{04F45231-CD91-FA81-51AC-334CA9FFBC02}"/>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6" name="內容版面配置區 17">
            <a:extLst>
              <a:ext uri="{FF2B5EF4-FFF2-40B4-BE49-F238E27FC236}">
                <a16:creationId xmlns:a16="http://schemas.microsoft.com/office/drawing/2014/main" id="{EE02ACFE-763B-1CE2-87B5-588DA7DBF40C}"/>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36" name="內容版面配置區 17">
            <a:extLst>
              <a:ext uri="{FF2B5EF4-FFF2-40B4-BE49-F238E27FC236}">
                <a16:creationId xmlns:a16="http://schemas.microsoft.com/office/drawing/2014/main" id="{5BBEA4C7-25A4-C649-9DFF-B156E1B10318}"/>
              </a:ext>
            </a:extLst>
          </p:cNvPr>
          <p:cNvSpPr>
            <a:spLocks noGrp="1"/>
          </p:cNvSpPr>
          <p:nvPr>
            <p:ph sz="quarter" idx="32" hasCustomPrompt="1"/>
          </p:nvPr>
        </p:nvSpPr>
        <p:spPr>
          <a:xfrm>
            <a:off x="611186"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7" name="內容版面配置區 17">
            <a:extLst>
              <a:ext uri="{FF2B5EF4-FFF2-40B4-BE49-F238E27FC236}">
                <a16:creationId xmlns:a16="http://schemas.microsoft.com/office/drawing/2014/main" id="{9ABF7C3D-477F-5DF2-C1E5-EBB4355D2C59}"/>
              </a:ext>
            </a:extLst>
          </p:cNvPr>
          <p:cNvSpPr>
            <a:spLocks noGrp="1"/>
          </p:cNvSpPr>
          <p:nvPr>
            <p:ph sz="quarter" idx="33" hasCustomPrompt="1"/>
          </p:nvPr>
        </p:nvSpPr>
        <p:spPr>
          <a:xfrm>
            <a:off x="5949584"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8" name="內容版面配置區 17">
            <a:extLst>
              <a:ext uri="{FF2B5EF4-FFF2-40B4-BE49-F238E27FC236}">
                <a16:creationId xmlns:a16="http://schemas.microsoft.com/office/drawing/2014/main" id="{CA6E1476-4497-4FDA-0BF8-E8BDF6CABBF4}"/>
              </a:ext>
            </a:extLst>
          </p:cNvPr>
          <p:cNvSpPr>
            <a:spLocks noGrp="1"/>
          </p:cNvSpPr>
          <p:nvPr>
            <p:ph sz="quarter" idx="34" hasCustomPrompt="1"/>
          </p:nvPr>
        </p:nvSpPr>
        <p:spPr>
          <a:xfrm>
            <a:off x="611186"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9" name="內容版面配置區 17">
            <a:extLst>
              <a:ext uri="{FF2B5EF4-FFF2-40B4-BE49-F238E27FC236}">
                <a16:creationId xmlns:a16="http://schemas.microsoft.com/office/drawing/2014/main" id="{5D1505B9-5F7D-FE67-AE8D-F93E58665CCC}"/>
              </a:ext>
            </a:extLst>
          </p:cNvPr>
          <p:cNvSpPr>
            <a:spLocks noGrp="1"/>
          </p:cNvSpPr>
          <p:nvPr>
            <p:ph sz="quarter" idx="35" hasCustomPrompt="1"/>
          </p:nvPr>
        </p:nvSpPr>
        <p:spPr>
          <a:xfrm>
            <a:off x="3283539"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40" name="內容版面配置區 17">
            <a:extLst>
              <a:ext uri="{FF2B5EF4-FFF2-40B4-BE49-F238E27FC236}">
                <a16:creationId xmlns:a16="http://schemas.microsoft.com/office/drawing/2014/main" id="{06CF17A3-9481-DA74-097A-8D890179D141}"/>
              </a:ext>
            </a:extLst>
          </p:cNvPr>
          <p:cNvSpPr>
            <a:spLocks noGrp="1"/>
          </p:cNvSpPr>
          <p:nvPr>
            <p:ph sz="quarter" idx="36" hasCustomPrompt="1"/>
          </p:nvPr>
        </p:nvSpPr>
        <p:spPr>
          <a:xfrm>
            <a:off x="5949584"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12085146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8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8" name="圖片版面配置區 23">
            <a:extLst>
              <a:ext uri="{FF2B5EF4-FFF2-40B4-BE49-F238E27FC236}">
                <a16:creationId xmlns:a16="http://schemas.microsoft.com/office/drawing/2014/main" id="{C47A0C86-3B66-98C0-B75B-E0000F3A242C}"/>
              </a:ext>
            </a:extLst>
          </p:cNvPr>
          <p:cNvSpPr>
            <a:spLocks noGrp="1"/>
          </p:cNvSpPr>
          <p:nvPr>
            <p:ph type="pic" sz="quarter" idx="24"/>
          </p:nvPr>
        </p:nvSpPr>
        <p:spPr>
          <a:xfrm>
            <a:off x="611186" y="3116457"/>
            <a:ext cx="2556000" cy="1507932"/>
          </a:xfrm>
        </p:spPr>
        <p:txBody>
          <a:bodyPr/>
          <a:lstStyle/>
          <a:p>
            <a:endParaRPr kumimoji="1" lang="zh-HK" altLang="en-US" dirty="0"/>
          </a:p>
        </p:txBody>
      </p:sp>
      <p:sp>
        <p:nvSpPr>
          <p:cNvPr id="9" name="圖片版面配置區 23">
            <a:extLst>
              <a:ext uri="{FF2B5EF4-FFF2-40B4-BE49-F238E27FC236}">
                <a16:creationId xmlns:a16="http://schemas.microsoft.com/office/drawing/2014/main" id="{F0E5D29D-986E-C8F4-3E84-0F0384F9F563}"/>
              </a:ext>
            </a:extLst>
          </p:cNvPr>
          <p:cNvSpPr>
            <a:spLocks noGrp="1"/>
          </p:cNvSpPr>
          <p:nvPr>
            <p:ph type="pic" sz="quarter" idx="25"/>
          </p:nvPr>
        </p:nvSpPr>
        <p:spPr>
          <a:xfrm>
            <a:off x="3283539" y="3116457"/>
            <a:ext cx="2555875" cy="1507932"/>
          </a:xfrm>
        </p:spPr>
        <p:txBody>
          <a:bodyPr/>
          <a:lstStyle/>
          <a:p>
            <a:endParaRPr kumimoji="1" lang="zh-HK" altLang="en-US" dirty="0"/>
          </a:p>
        </p:txBody>
      </p:sp>
      <p:sp>
        <p:nvSpPr>
          <p:cNvPr id="6" name="圖片版面配置區 23">
            <a:extLst>
              <a:ext uri="{FF2B5EF4-FFF2-40B4-BE49-F238E27FC236}">
                <a16:creationId xmlns:a16="http://schemas.microsoft.com/office/drawing/2014/main" id="{1C11E74B-70A4-5730-BB04-C2AA1B77F6B7}"/>
              </a:ext>
            </a:extLst>
          </p:cNvPr>
          <p:cNvSpPr>
            <a:spLocks noGrp="1"/>
          </p:cNvSpPr>
          <p:nvPr>
            <p:ph type="pic" sz="quarter" idx="18"/>
          </p:nvPr>
        </p:nvSpPr>
        <p:spPr>
          <a:xfrm>
            <a:off x="611185" y="1384301"/>
            <a:ext cx="5221289" cy="1582738"/>
          </a:xfrm>
        </p:spPr>
        <p:txBody>
          <a:bodyPr/>
          <a:lstStyle/>
          <a:p>
            <a:endParaRPr kumimoji="1" lang="zh-HK" altLang="en-US" dirty="0"/>
          </a:p>
        </p:txBody>
      </p:sp>
      <p:sp>
        <p:nvSpPr>
          <p:cNvPr id="21" name="文字方塊 20">
            <a:extLst>
              <a:ext uri="{FF2B5EF4-FFF2-40B4-BE49-F238E27FC236}">
                <a16:creationId xmlns:a16="http://schemas.microsoft.com/office/drawing/2014/main" id="{3DFB79AB-A2FC-8CFD-274E-2E9D76A04D96}"/>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22" name="文字版面配置區 2">
            <a:extLst>
              <a:ext uri="{FF2B5EF4-FFF2-40B4-BE49-F238E27FC236}">
                <a16:creationId xmlns:a16="http://schemas.microsoft.com/office/drawing/2014/main" id="{855A9838-7A25-F618-3A92-2FF2B0FC83CA}"/>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3" name="內容版面配置區 17">
            <a:extLst>
              <a:ext uri="{FF2B5EF4-FFF2-40B4-BE49-F238E27FC236}">
                <a16:creationId xmlns:a16="http://schemas.microsoft.com/office/drawing/2014/main" id="{94F77B21-2EB0-5D20-55FE-B5F647FF4A14}"/>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30" name="文字版面配置區 23">
            <a:extLst>
              <a:ext uri="{FF2B5EF4-FFF2-40B4-BE49-F238E27FC236}">
                <a16:creationId xmlns:a16="http://schemas.microsoft.com/office/drawing/2014/main" id="{CEF3DE92-7212-7FA9-7B5B-3C5700938A1F}"/>
              </a:ext>
            </a:extLst>
          </p:cNvPr>
          <p:cNvSpPr>
            <a:spLocks noGrp="1"/>
          </p:cNvSpPr>
          <p:nvPr>
            <p:ph type="body" sz="quarter" idx="35" hasCustomPrompt="1"/>
          </p:nvPr>
        </p:nvSpPr>
        <p:spPr>
          <a:xfrm>
            <a:off x="5955767" y="1585428"/>
            <a:ext cx="2577046"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33" name="內容版面配置區 17">
            <a:extLst>
              <a:ext uri="{FF2B5EF4-FFF2-40B4-BE49-F238E27FC236}">
                <a16:creationId xmlns:a16="http://schemas.microsoft.com/office/drawing/2014/main" id="{C9C9A8CA-F7A7-3FAF-AC6C-58738DC989B7}"/>
              </a:ext>
            </a:extLst>
          </p:cNvPr>
          <p:cNvSpPr>
            <a:spLocks noGrp="1"/>
          </p:cNvSpPr>
          <p:nvPr>
            <p:ph sz="quarter" idx="36" hasCustomPrompt="1"/>
          </p:nvPr>
        </p:nvSpPr>
        <p:spPr>
          <a:xfrm>
            <a:off x="5955768" y="1384301"/>
            <a:ext cx="257704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34" name="內容版面配置區 17">
            <a:extLst>
              <a:ext uri="{FF2B5EF4-FFF2-40B4-BE49-F238E27FC236}">
                <a16:creationId xmlns:a16="http://schemas.microsoft.com/office/drawing/2014/main" id="{82448C07-DDD4-117D-0783-CBB157D5B32A}"/>
              </a:ext>
            </a:extLst>
          </p:cNvPr>
          <p:cNvSpPr>
            <a:spLocks noGrp="1"/>
          </p:cNvSpPr>
          <p:nvPr>
            <p:ph sz="quarter" idx="32" hasCustomPrompt="1"/>
          </p:nvPr>
        </p:nvSpPr>
        <p:spPr>
          <a:xfrm>
            <a:off x="611185"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6" name="內容版面配置區 17">
            <a:extLst>
              <a:ext uri="{FF2B5EF4-FFF2-40B4-BE49-F238E27FC236}">
                <a16:creationId xmlns:a16="http://schemas.microsoft.com/office/drawing/2014/main" id="{8C39E765-0611-90E5-6FA2-3334C296698A}"/>
              </a:ext>
            </a:extLst>
          </p:cNvPr>
          <p:cNvSpPr>
            <a:spLocks noGrp="1"/>
          </p:cNvSpPr>
          <p:nvPr>
            <p:ph sz="quarter" idx="34" hasCustomPrompt="1"/>
          </p:nvPr>
        </p:nvSpPr>
        <p:spPr>
          <a:xfrm>
            <a:off x="611186"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37" name="內容版面配置區 17">
            <a:extLst>
              <a:ext uri="{FF2B5EF4-FFF2-40B4-BE49-F238E27FC236}">
                <a16:creationId xmlns:a16="http://schemas.microsoft.com/office/drawing/2014/main" id="{AE4DD2A2-92FE-86D7-50AC-8D35D978AE17}"/>
              </a:ext>
            </a:extLst>
          </p:cNvPr>
          <p:cNvSpPr>
            <a:spLocks noGrp="1"/>
          </p:cNvSpPr>
          <p:nvPr>
            <p:ph sz="quarter" idx="37" hasCustomPrompt="1"/>
          </p:nvPr>
        </p:nvSpPr>
        <p:spPr>
          <a:xfrm>
            <a:off x="3283539" y="3116457"/>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291408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7" y="1384300"/>
            <a:ext cx="5221288" cy="3230562"/>
          </a:xfrm>
        </p:spPr>
        <p:txBody>
          <a:bodyPr/>
          <a:lstStyle/>
          <a:p>
            <a:endParaRPr kumimoji="1" lang="zh-HK" altLang="en-US" dirty="0"/>
          </a:p>
        </p:txBody>
      </p:sp>
      <p:sp>
        <p:nvSpPr>
          <p:cNvPr id="21" name="文字方塊 20">
            <a:extLst>
              <a:ext uri="{FF2B5EF4-FFF2-40B4-BE49-F238E27FC236}">
                <a16:creationId xmlns:a16="http://schemas.microsoft.com/office/drawing/2014/main" id="{32C5114C-8C67-5E3C-4BDC-9EBFD31FC7C9}"/>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22" name="文字版面配置區 2">
            <a:extLst>
              <a:ext uri="{FF2B5EF4-FFF2-40B4-BE49-F238E27FC236}">
                <a16:creationId xmlns:a16="http://schemas.microsoft.com/office/drawing/2014/main" id="{0F360932-5BC0-B982-7C4D-9799D7143836}"/>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25" name="內容版面配置區 17">
            <a:extLst>
              <a:ext uri="{FF2B5EF4-FFF2-40B4-BE49-F238E27FC236}">
                <a16:creationId xmlns:a16="http://schemas.microsoft.com/office/drawing/2014/main" id="{63F61A05-E905-9252-24D6-14A2EAAFB1A4}"/>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26" name="文字版面配置區 23">
            <a:extLst>
              <a:ext uri="{FF2B5EF4-FFF2-40B4-BE49-F238E27FC236}">
                <a16:creationId xmlns:a16="http://schemas.microsoft.com/office/drawing/2014/main" id="{D8DF0C01-2CE0-7468-7510-3F92CB2CE0D5}"/>
              </a:ext>
            </a:extLst>
          </p:cNvPr>
          <p:cNvSpPr>
            <a:spLocks noGrp="1"/>
          </p:cNvSpPr>
          <p:nvPr>
            <p:ph type="body" sz="quarter" idx="35" hasCustomPrompt="1"/>
          </p:nvPr>
        </p:nvSpPr>
        <p:spPr>
          <a:xfrm>
            <a:off x="5955767" y="1585428"/>
            <a:ext cx="2577046"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32" name="內容版面配置區 17">
            <a:extLst>
              <a:ext uri="{FF2B5EF4-FFF2-40B4-BE49-F238E27FC236}">
                <a16:creationId xmlns:a16="http://schemas.microsoft.com/office/drawing/2014/main" id="{F8F6F88B-4817-3EFD-9202-093D20C3BAE6}"/>
              </a:ext>
            </a:extLst>
          </p:cNvPr>
          <p:cNvSpPr>
            <a:spLocks noGrp="1"/>
          </p:cNvSpPr>
          <p:nvPr>
            <p:ph sz="quarter" idx="36" hasCustomPrompt="1"/>
          </p:nvPr>
        </p:nvSpPr>
        <p:spPr>
          <a:xfrm>
            <a:off x="5955768" y="1384301"/>
            <a:ext cx="257704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33" name="內容版面配置區 17">
            <a:extLst>
              <a:ext uri="{FF2B5EF4-FFF2-40B4-BE49-F238E27FC236}">
                <a16:creationId xmlns:a16="http://schemas.microsoft.com/office/drawing/2014/main" id="{A00FD493-5C26-C2D5-3E7D-93B78CBF9F84}"/>
              </a:ext>
            </a:extLst>
          </p:cNvPr>
          <p:cNvSpPr>
            <a:spLocks noGrp="1"/>
          </p:cNvSpPr>
          <p:nvPr>
            <p:ph sz="quarter" idx="32" hasCustomPrompt="1"/>
          </p:nvPr>
        </p:nvSpPr>
        <p:spPr>
          <a:xfrm>
            <a:off x="611185"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25743211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7" name="文字方塊 6">
            <a:extLst>
              <a:ext uri="{FF2B5EF4-FFF2-40B4-BE49-F238E27FC236}">
                <a16:creationId xmlns:a16="http://schemas.microsoft.com/office/drawing/2014/main" id="{AA2C723E-4EEC-B077-4FD9-22E806A1A53A}"/>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8" name="文字版面配置區 2">
            <a:extLst>
              <a:ext uri="{FF2B5EF4-FFF2-40B4-BE49-F238E27FC236}">
                <a16:creationId xmlns:a16="http://schemas.microsoft.com/office/drawing/2014/main" id="{49B99673-0AFE-D713-1D66-B68EA4EB8421}"/>
              </a:ext>
            </a:extLst>
          </p:cNvPr>
          <p:cNvSpPr>
            <a:spLocks noGrp="1"/>
          </p:cNvSpPr>
          <p:nvPr>
            <p:ph type="body" idx="1" hasCustomPrompt="1"/>
          </p:nvPr>
        </p:nvSpPr>
        <p:spPr>
          <a:xfrm>
            <a:off x="611187"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9" name="內容版面配置區 17">
            <a:extLst>
              <a:ext uri="{FF2B5EF4-FFF2-40B4-BE49-F238E27FC236}">
                <a16:creationId xmlns:a16="http://schemas.microsoft.com/office/drawing/2014/main" id="{81B211A6-E404-B71F-B8CF-34D2DEDAE21E}"/>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10" name="文字版面配置區 23">
            <a:extLst>
              <a:ext uri="{FF2B5EF4-FFF2-40B4-BE49-F238E27FC236}">
                <a16:creationId xmlns:a16="http://schemas.microsoft.com/office/drawing/2014/main" id="{7ED65F06-3D0F-0C5D-A00D-A1EA41FF93AB}"/>
              </a:ext>
            </a:extLst>
          </p:cNvPr>
          <p:cNvSpPr>
            <a:spLocks noGrp="1"/>
          </p:cNvSpPr>
          <p:nvPr>
            <p:ph type="body" sz="quarter" idx="35" hasCustomPrompt="1"/>
          </p:nvPr>
        </p:nvSpPr>
        <p:spPr>
          <a:xfrm>
            <a:off x="3290476" y="1585428"/>
            <a:ext cx="5242335"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zh-HK" dirty="0"/>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zh-HK" dirty="0"/>
          </a:p>
          <a:p>
            <a:pPr lvl="0"/>
            <a:endParaRPr kumimoji="1" lang="en-US" altLang="zh-HK" dirty="0"/>
          </a:p>
        </p:txBody>
      </p:sp>
      <p:sp>
        <p:nvSpPr>
          <p:cNvPr id="11" name="內容版面配置區 17">
            <a:extLst>
              <a:ext uri="{FF2B5EF4-FFF2-40B4-BE49-F238E27FC236}">
                <a16:creationId xmlns:a16="http://schemas.microsoft.com/office/drawing/2014/main" id="{D4B4B519-6C28-BF33-3CB7-EFF6B3EFBF1B}"/>
              </a:ext>
            </a:extLst>
          </p:cNvPr>
          <p:cNvSpPr>
            <a:spLocks noGrp="1"/>
          </p:cNvSpPr>
          <p:nvPr>
            <p:ph sz="quarter" idx="36" hasCustomPrompt="1"/>
          </p:nvPr>
        </p:nvSpPr>
        <p:spPr>
          <a:xfrm>
            <a:off x="3290477" y="1384301"/>
            <a:ext cx="400408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12" name="文字版面配置區 23">
            <a:extLst>
              <a:ext uri="{FF2B5EF4-FFF2-40B4-BE49-F238E27FC236}">
                <a16:creationId xmlns:a16="http://schemas.microsoft.com/office/drawing/2014/main" id="{8E367ED7-2099-AAF5-C304-43579243B5BB}"/>
              </a:ext>
            </a:extLst>
          </p:cNvPr>
          <p:cNvSpPr>
            <a:spLocks noGrp="1"/>
          </p:cNvSpPr>
          <p:nvPr>
            <p:ph type="body" sz="quarter" idx="37" hasCustomPrompt="1"/>
          </p:nvPr>
        </p:nvSpPr>
        <p:spPr>
          <a:xfrm>
            <a:off x="611188" y="1585428"/>
            <a:ext cx="2555876"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zh-HK" dirty="0"/>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zh-HK" dirty="0"/>
          </a:p>
          <a:p>
            <a:pPr lvl="0"/>
            <a:endParaRPr kumimoji="1" lang="en-US" altLang="zh-HK" dirty="0"/>
          </a:p>
        </p:txBody>
      </p:sp>
      <p:sp>
        <p:nvSpPr>
          <p:cNvPr id="20" name="內容版面配置區 17">
            <a:extLst>
              <a:ext uri="{FF2B5EF4-FFF2-40B4-BE49-F238E27FC236}">
                <a16:creationId xmlns:a16="http://schemas.microsoft.com/office/drawing/2014/main" id="{D698AF5C-12C9-1828-C647-A98D5BFFF00B}"/>
              </a:ext>
            </a:extLst>
          </p:cNvPr>
          <p:cNvSpPr>
            <a:spLocks noGrp="1"/>
          </p:cNvSpPr>
          <p:nvPr>
            <p:ph sz="quarter" idx="38" hasCustomPrompt="1"/>
          </p:nvPr>
        </p:nvSpPr>
        <p:spPr>
          <a:xfrm>
            <a:off x="611187" y="1384301"/>
            <a:ext cx="255587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664837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page_1">
    <p:bg>
      <p:bgPr>
        <a:solidFill>
          <a:schemeClr val="tx1"/>
        </a:solidFill>
        <a:effectLst/>
      </p:bgPr>
    </p:bg>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24" name="圖片版面配置區 23">
            <a:extLst>
              <a:ext uri="{FF2B5EF4-FFF2-40B4-BE49-F238E27FC236}">
                <a16:creationId xmlns:a16="http://schemas.microsoft.com/office/drawing/2014/main" id="{6749BF15-6C12-41D3-0D8A-CB70EA167EED}"/>
              </a:ext>
            </a:extLst>
          </p:cNvPr>
          <p:cNvSpPr>
            <a:spLocks noGrp="1"/>
          </p:cNvSpPr>
          <p:nvPr>
            <p:ph type="pic" sz="quarter" idx="18"/>
          </p:nvPr>
        </p:nvSpPr>
        <p:spPr>
          <a:xfrm>
            <a:off x="611186" y="1384300"/>
            <a:ext cx="3889376" cy="2439987"/>
          </a:xfrm>
        </p:spPr>
        <p:txBody>
          <a:bodyPr/>
          <a:lstStyle/>
          <a:p>
            <a:endParaRPr kumimoji="1" lang="zh-HK" altLang="en-US" dirty="0"/>
          </a:p>
        </p:txBody>
      </p:sp>
      <p:sp>
        <p:nvSpPr>
          <p:cNvPr id="28" name="圖片版面配置區 23">
            <a:extLst>
              <a:ext uri="{FF2B5EF4-FFF2-40B4-BE49-F238E27FC236}">
                <a16:creationId xmlns:a16="http://schemas.microsoft.com/office/drawing/2014/main" id="{1D26FA89-4A9F-E81E-2042-FB3BAFBFB3E2}"/>
              </a:ext>
            </a:extLst>
          </p:cNvPr>
          <p:cNvSpPr>
            <a:spLocks noGrp="1"/>
          </p:cNvSpPr>
          <p:nvPr>
            <p:ph type="pic" sz="quarter" idx="20"/>
          </p:nvPr>
        </p:nvSpPr>
        <p:spPr>
          <a:xfrm>
            <a:off x="4581158" y="1384300"/>
            <a:ext cx="3951653" cy="2439987"/>
          </a:xfrm>
        </p:spPr>
        <p:txBody>
          <a:bodyPr/>
          <a:lstStyle/>
          <a:p>
            <a:endParaRPr kumimoji="1" lang="zh-HK" altLang="en-US" dirty="0"/>
          </a:p>
        </p:txBody>
      </p:sp>
      <p:sp>
        <p:nvSpPr>
          <p:cNvPr id="6" name="文字方塊 5">
            <a:extLst>
              <a:ext uri="{FF2B5EF4-FFF2-40B4-BE49-F238E27FC236}">
                <a16:creationId xmlns:a16="http://schemas.microsoft.com/office/drawing/2014/main" id="{200DDA9A-576E-7333-A1DF-0F856C8AE00D}"/>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7" name="文字版面配置區 2">
            <a:extLst>
              <a:ext uri="{FF2B5EF4-FFF2-40B4-BE49-F238E27FC236}">
                <a16:creationId xmlns:a16="http://schemas.microsoft.com/office/drawing/2014/main" id="{DA93E440-9FE4-6440-CE33-46DB01981129}"/>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8" name="內容版面配置區 17">
            <a:extLst>
              <a:ext uri="{FF2B5EF4-FFF2-40B4-BE49-F238E27FC236}">
                <a16:creationId xmlns:a16="http://schemas.microsoft.com/office/drawing/2014/main" id="{D3DF9AB9-51AC-86DE-CA6E-AB215B1D4B72}"/>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9" name="內容版面配置區 17">
            <a:extLst>
              <a:ext uri="{FF2B5EF4-FFF2-40B4-BE49-F238E27FC236}">
                <a16:creationId xmlns:a16="http://schemas.microsoft.com/office/drawing/2014/main" id="{526698DD-96B8-B3D7-3420-E543B36B3510}"/>
              </a:ext>
            </a:extLst>
          </p:cNvPr>
          <p:cNvSpPr>
            <a:spLocks noGrp="1"/>
          </p:cNvSpPr>
          <p:nvPr>
            <p:ph sz="quarter" idx="32" hasCustomPrompt="1"/>
          </p:nvPr>
        </p:nvSpPr>
        <p:spPr>
          <a:xfrm>
            <a:off x="611185"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10" name="內容版面配置區 17">
            <a:extLst>
              <a:ext uri="{FF2B5EF4-FFF2-40B4-BE49-F238E27FC236}">
                <a16:creationId xmlns:a16="http://schemas.microsoft.com/office/drawing/2014/main" id="{8C437B62-DA35-958C-CC65-87C847FA1E20}"/>
              </a:ext>
            </a:extLst>
          </p:cNvPr>
          <p:cNvSpPr>
            <a:spLocks noGrp="1"/>
          </p:cNvSpPr>
          <p:nvPr>
            <p:ph sz="quarter" idx="33" hasCustomPrompt="1"/>
          </p:nvPr>
        </p:nvSpPr>
        <p:spPr>
          <a:xfrm>
            <a:off x="4581158" y="1384300"/>
            <a:ext cx="1270080" cy="268517"/>
          </a:xfrm>
          <a:solidFill>
            <a:schemeClr val="tx1"/>
          </a:solidFill>
        </p:spPr>
        <p:txBody>
          <a:bodyPr wrap="square" lIns="72000" tIns="72000" rIns="72000" bIns="72000" anchor="ctr">
            <a:spAutoFit/>
          </a:bodyPr>
          <a:lstStyle>
            <a:lvl1pPr>
              <a:defRPr sz="800" b="0" i="0">
                <a:latin typeface="Avenir Next" panose="020B0503020202020204" pitchFamily="34" charset="0"/>
              </a:defRPr>
            </a:lvl1pPr>
          </a:lstStyle>
          <a:p>
            <a:pPr lvl="0"/>
            <a:r>
              <a:rPr kumimoji="1" lang="en-US" altLang="zh-TW" dirty="0"/>
              <a:t>Short title in regular 8pt</a:t>
            </a:r>
            <a:endParaRPr kumimoji="1" lang="zh-HK" altLang="en-US" dirty="0"/>
          </a:p>
        </p:txBody>
      </p:sp>
      <p:sp>
        <p:nvSpPr>
          <p:cNvPr id="11" name="文字版面配置區 23">
            <a:extLst>
              <a:ext uri="{FF2B5EF4-FFF2-40B4-BE49-F238E27FC236}">
                <a16:creationId xmlns:a16="http://schemas.microsoft.com/office/drawing/2014/main" id="{5B36DAEB-63F2-558C-492F-BD25E77F7839}"/>
              </a:ext>
            </a:extLst>
          </p:cNvPr>
          <p:cNvSpPr>
            <a:spLocks noGrp="1"/>
          </p:cNvSpPr>
          <p:nvPr>
            <p:ph type="body" sz="quarter" idx="35" hasCustomPrompt="1"/>
          </p:nvPr>
        </p:nvSpPr>
        <p:spPr>
          <a:xfrm>
            <a:off x="4581157" y="3976689"/>
            <a:ext cx="3951653" cy="647700"/>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12" name="文字版面配置區 23">
            <a:extLst>
              <a:ext uri="{FF2B5EF4-FFF2-40B4-BE49-F238E27FC236}">
                <a16:creationId xmlns:a16="http://schemas.microsoft.com/office/drawing/2014/main" id="{2BB6FBEC-2714-E23C-FD8E-5AC66CCB9A6B}"/>
              </a:ext>
            </a:extLst>
          </p:cNvPr>
          <p:cNvSpPr>
            <a:spLocks noGrp="1"/>
          </p:cNvSpPr>
          <p:nvPr>
            <p:ph type="body" sz="quarter" idx="36" hasCustomPrompt="1"/>
          </p:nvPr>
        </p:nvSpPr>
        <p:spPr>
          <a:xfrm>
            <a:off x="611185" y="3976689"/>
            <a:ext cx="3889378" cy="647700"/>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Tree>
    <p:extLst>
      <p:ext uri="{BB962C8B-B14F-4D97-AF65-F5344CB8AC3E}">
        <p14:creationId xmlns:p14="http://schemas.microsoft.com/office/powerpoint/2010/main" val="27476963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age_2">
    <p:bg>
      <p:bgPr>
        <a:solidFill>
          <a:schemeClr val="tx1"/>
        </a:solidFill>
        <a:effectLst/>
      </p:bgPr>
    </p:bg>
    <p:spTree>
      <p:nvGrpSpPr>
        <p:cNvPr id="1" name=""/>
        <p:cNvGrpSpPr/>
        <p:nvPr/>
      </p:nvGrpSpPr>
      <p:grpSpPr>
        <a:xfrm>
          <a:off x="0" y="0"/>
          <a:ext cx="0" cy="0"/>
          <a:chOff x="0" y="0"/>
          <a:chExt cx="0" cy="0"/>
        </a:xfrm>
      </p:grpSpPr>
      <p:sp>
        <p:nvSpPr>
          <p:cNvPr id="35" name="SmartArt 版面配置區 34">
            <a:extLst>
              <a:ext uri="{FF2B5EF4-FFF2-40B4-BE49-F238E27FC236}">
                <a16:creationId xmlns:a16="http://schemas.microsoft.com/office/drawing/2014/main" id="{BD0DE52C-E097-8C6F-36AC-A955C8016F28}"/>
              </a:ext>
            </a:extLst>
          </p:cNvPr>
          <p:cNvSpPr>
            <a:spLocks noGrp="1"/>
          </p:cNvSpPr>
          <p:nvPr>
            <p:ph type="dgm" sz="quarter" idx="27"/>
          </p:nvPr>
        </p:nvSpPr>
        <p:spPr>
          <a:xfrm>
            <a:off x="5949950" y="3976688"/>
            <a:ext cx="2583229" cy="647700"/>
          </a:xfrm>
        </p:spPr>
        <p:txBody>
          <a:bodyPr/>
          <a:lstStyle/>
          <a:p>
            <a:endParaRPr kumimoji="1" lang="zh-HK" altLang="en-US"/>
          </a:p>
        </p:txBody>
      </p:sp>
      <p:sp>
        <p:nvSpPr>
          <p:cNvPr id="33" name="圖表版面配置區 32">
            <a:extLst>
              <a:ext uri="{FF2B5EF4-FFF2-40B4-BE49-F238E27FC236}">
                <a16:creationId xmlns:a16="http://schemas.microsoft.com/office/drawing/2014/main" id="{DC1855D6-4403-526F-72C6-4019FF65788E}"/>
              </a:ext>
            </a:extLst>
          </p:cNvPr>
          <p:cNvSpPr>
            <a:spLocks noGrp="1"/>
          </p:cNvSpPr>
          <p:nvPr>
            <p:ph type="chart" sz="quarter" idx="26"/>
          </p:nvPr>
        </p:nvSpPr>
        <p:spPr>
          <a:xfrm>
            <a:off x="611188" y="1392238"/>
            <a:ext cx="5000258" cy="3240000"/>
          </a:xfrm>
        </p:spPr>
        <p:txBody>
          <a:bodyPr/>
          <a:lstStyle/>
          <a:p>
            <a:endParaRPr kumimoji="1" lang="zh-HK" altLang="en-US" dirty="0"/>
          </a:p>
        </p:txBody>
      </p:sp>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5" name="文字版面配置區 2">
            <a:extLst>
              <a:ext uri="{FF2B5EF4-FFF2-40B4-BE49-F238E27FC236}">
                <a16:creationId xmlns:a16="http://schemas.microsoft.com/office/drawing/2014/main" id="{F6D123BC-AC27-41C2-7227-56BEA92E1CDF}"/>
              </a:ext>
            </a:extLst>
          </p:cNvPr>
          <p:cNvSpPr>
            <a:spLocks noGrp="1"/>
          </p:cNvSpPr>
          <p:nvPr>
            <p:ph type="body" idx="25" hasCustomPrompt="1"/>
          </p:nvPr>
        </p:nvSpPr>
        <p:spPr>
          <a:xfrm>
            <a:off x="5949586" y="3450026"/>
            <a:ext cx="2577046" cy="382199"/>
          </a:xfrm>
          <a:prstGeom prst="rect">
            <a:avLst/>
          </a:prstGeom>
        </p:spPr>
        <p:txBody>
          <a:bodyPr>
            <a:noAutofit/>
          </a:bodyPr>
          <a:lstStyle>
            <a:lvl1pPr marL="0" indent="0" algn="l">
              <a:spcBef>
                <a:spcPts val="0"/>
              </a:spcBef>
              <a:buNone/>
              <a:defRPr sz="2400" b="0" i="0">
                <a:solidFill>
                  <a:schemeClr val="bg2"/>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GDP 100</a:t>
            </a:r>
            <a:endParaRPr kumimoji="1" lang="zh-TW" altLang="en-US" dirty="0"/>
          </a:p>
        </p:txBody>
      </p:sp>
      <p:sp>
        <p:nvSpPr>
          <p:cNvPr id="38" name="文字方塊 37">
            <a:extLst>
              <a:ext uri="{FF2B5EF4-FFF2-40B4-BE49-F238E27FC236}">
                <a16:creationId xmlns:a16="http://schemas.microsoft.com/office/drawing/2014/main" id="{B42A5ED2-6CBD-917C-18BC-8B6CC6A05E8C}"/>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39" name="文字版面配置區 2">
            <a:extLst>
              <a:ext uri="{FF2B5EF4-FFF2-40B4-BE49-F238E27FC236}">
                <a16:creationId xmlns:a16="http://schemas.microsoft.com/office/drawing/2014/main" id="{CE77C970-5651-1367-92D1-822E1D96816A}"/>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40" name="內容版面配置區 17">
            <a:extLst>
              <a:ext uri="{FF2B5EF4-FFF2-40B4-BE49-F238E27FC236}">
                <a16:creationId xmlns:a16="http://schemas.microsoft.com/office/drawing/2014/main" id="{C692D0F3-CBA3-7CAA-E961-1910E053EB31}"/>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41" name="文字版面配置區 23">
            <a:extLst>
              <a:ext uri="{FF2B5EF4-FFF2-40B4-BE49-F238E27FC236}">
                <a16:creationId xmlns:a16="http://schemas.microsoft.com/office/drawing/2014/main" id="{98517C40-ABD2-C529-BE1E-A5BC161B9327}"/>
              </a:ext>
            </a:extLst>
          </p:cNvPr>
          <p:cNvSpPr>
            <a:spLocks noGrp="1"/>
          </p:cNvSpPr>
          <p:nvPr>
            <p:ph type="body" sz="quarter" idx="35" hasCustomPrompt="1"/>
          </p:nvPr>
        </p:nvSpPr>
        <p:spPr>
          <a:xfrm>
            <a:off x="5955767" y="1585429"/>
            <a:ext cx="2577046" cy="1381610"/>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42" name="內容版面配置區 17">
            <a:extLst>
              <a:ext uri="{FF2B5EF4-FFF2-40B4-BE49-F238E27FC236}">
                <a16:creationId xmlns:a16="http://schemas.microsoft.com/office/drawing/2014/main" id="{12FECE34-D776-6F2A-31C7-FE5C65B75016}"/>
              </a:ext>
            </a:extLst>
          </p:cNvPr>
          <p:cNvSpPr>
            <a:spLocks noGrp="1"/>
          </p:cNvSpPr>
          <p:nvPr>
            <p:ph sz="quarter" idx="38" hasCustomPrompt="1"/>
          </p:nvPr>
        </p:nvSpPr>
        <p:spPr>
          <a:xfrm>
            <a:off x="5949584" y="1390975"/>
            <a:ext cx="2583229" cy="137789"/>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43" name="內容版面配置區 17">
            <a:extLst>
              <a:ext uri="{FF2B5EF4-FFF2-40B4-BE49-F238E27FC236}">
                <a16:creationId xmlns:a16="http://schemas.microsoft.com/office/drawing/2014/main" id="{8B4948EE-2208-A7A7-2048-8E71FA4DF465}"/>
              </a:ext>
            </a:extLst>
          </p:cNvPr>
          <p:cNvSpPr>
            <a:spLocks noGrp="1"/>
          </p:cNvSpPr>
          <p:nvPr>
            <p:ph sz="quarter" idx="39" hasCustomPrompt="1"/>
          </p:nvPr>
        </p:nvSpPr>
        <p:spPr>
          <a:xfrm>
            <a:off x="5949585" y="3114980"/>
            <a:ext cx="2577046" cy="137789"/>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1881154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ntent page_2">
    <p:bg>
      <p:bgPr>
        <a:solidFill>
          <a:schemeClr val="tx1"/>
        </a:solidFill>
        <a:effectLst/>
      </p:bgPr>
    </p:bg>
    <p:spTree>
      <p:nvGrpSpPr>
        <p:cNvPr id="1" name=""/>
        <p:cNvGrpSpPr/>
        <p:nvPr/>
      </p:nvGrpSpPr>
      <p:grpSpPr>
        <a:xfrm>
          <a:off x="0" y="0"/>
          <a:ext cx="0" cy="0"/>
          <a:chOff x="0" y="0"/>
          <a:chExt cx="0" cy="0"/>
        </a:xfrm>
      </p:grpSpPr>
      <p:sp>
        <p:nvSpPr>
          <p:cNvPr id="33" name="圖表版面配置區 32">
            <a:extLst>
              <a:ext uri="{FF2B5EF4-FFF2-40B4-BE49-F238E27FC236}">
                <a16:creationId xmlns:a16="http://schemas.microsoft.com/office/drawing/2014/main" id="{DC1855D6-4403-526F-72C6-4019FF65788E}"/>
              </a:ext>
            </a:extLst>
          </p:cNvPr>
          <p:cNvSpPr>
            <a:spLocks noGrp="1"/>
          </p:cNvSpPr>
          <p:nvPr>
            <p:ph type="chart" sz="quarter" idx="26"/>
          </p:nvPr>
        </p:nvSpPr>
        <p:spPr>
          <a:xfrm>
            <a:off x="611188" y="1392238"/>
            <a:ext cx="5000258" cy="3240000"/>
          </a:xfrm>
        </p:spPr>
        <p:txBody>
          <a:bodyPr/>
          <a:lstStyle/>
          <a:p>
            <a:endParaRPr kumimoji="1" lang="zh-HK" altLang="en-US" dirty="0"/>
          </a:p>
        </p:txBody>
      </p:sp>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3" name="文字方塊 2">
            <a:extLst>
              <a:ext uri="{FF2B5EF4-FFF2-40B4-BE49-F238E27FC236}">
                <a16:creationId xmlns:a16="http://schemas.microsoft.com/office/drawing/2014/main" id="{189F44DA-2CC2-058C-3196-CAD5D2A04A7E}"/>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6" name="文字版面配置區 2">
            <a:extLst>
              <a:ext uri="{FF2B5EF4-FFF2-40B4-BE49-F238E27FC236}">
                <a16:creationId xmlns:a16="http://schemas.microsoft.com/office/drawing/2014/main" id="{F2EDE72A-3C8D-E542-6D55-B58163EDE800}"/>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7" name="內容版面配置區 17">
            <a:extLst>
              <a:ext uri="{FF2B5EF4-FFF2-40B4-BE49-F238E27FC236}">
                <a16:creationId xmlns:a16="http://schemas.microsoft.com/office/drawing/2014/main" id="{FD5439A2-3531-A7FE-4A67-AF9BFAB7B3D0}"/>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8" name="文字版面配置區 23">
            <a:extLst>
              <a:ext uri="{FF2B5EF4-FFF2-40B4-BE49-F238E27FC236}">
                <a16:creationId xmlns:a16="http://schemas.microsoft.com/office/drawing/2014/main" id="{F7A73D77-B1E4-CB35-F018-FBA14FB6D205}"/>
              </a:ext>
            </a:extLst>
          </p:cNvPr>
          <p:cNvSpPr>
            <a:spLocks noGrp="1"/>
          </p:cNvSpPr>
          <p:nvPr>
            <p:ph type="body" sz="quarter" idx="35" hasCustomPrompt="1"/>
          </p:nvPr>
        </p:nvSpPr>
        <p:spPr>
          <a:xfrm>
            <a:off x="5955767" y="1585428"/>
            <a:ext cx="2577046" cy="2391259"/>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lvl="0"/>
            <a:r>
              <a:rPr kumimoji="1" lang="en-US" altLang="zh-HK" dirty="0"/>
              <a:t>Enter the needed small text here : Lorem Ipsum is simply dummy text of the printing and typesetting industry. Lorem Ipsum has been the industry's standard dummy text ever since the 1500s.</a:t>
            </a:r>
          </a:p>
        </p:txBody>
      </p:sp>
      <p:sp>
        <p:nvSpPr>
          <p:cNvPr id="9" name="內容版面配置區 17">
            <a:extLst>
              <a:ext uri="{FF2B5EF4-FFF2-40B4-BE49-F238E27FC236}">
                <a16:creationId xmlns:a16="http://schemas.microsoft.com/office/drawing/2014/main" id="{34CB5AD6-B970-156A-EA24-F65240B45D18}"/>
              </a:ext>
            </a:extLst>
          </p:cNvPr>
          <p:cNvSpPr>
            <a:spLocks noGrp="1"/>
          </p:cNvSpPr>
          <p:nvPr>
            <p:ph sz="quarter" idx="38" hasCustomPrompt="1"/>
          </p:nvPr>
        </p:nvSpPr>
        <p:spPr>
          <a:xfrm>
            <a:off x="5949584" y="1390975"/>
            <a:ext cx="2583229" cy="137789"/>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Tree>
    <p:extLst>
      <p:ext uri="{BB962C8B-B14F-4D97-AF65-F5344CB8AC3E}">
        <p14:creationId xmlns:p14="http://schemas.microsoft.com/office/powerpoint/2010/main" val="28236689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age_3">
    <p:bg>
      <p:bgPr>
        <a:solidFill>
          <a:schemeClr val="tx1"/>
        </a:solidFill>
        <a:effectLst/>
      </p:bgPr>
    </p:bg>
    <p:spTree>
      <p:nvGrpSpPr>
        <p:cNvPr id="1" name=""/>
        <p:cNvGrpSpPr/>
        <p:nvPr/>
      </p:nvGrpSpPr>
      <p:grpSpPr>
        <a:xfrm>
          <a:off x="0" y="0"/>
          <a:ext cx="0" cy="0"/>
          <a:chOff x="0" y="0"/>
          <a:chExt cx="0" cy="0"/>
        </a:xfrm>
      </p:grpSpPr>
      <p:sp>
        <p:nvSpPr>
          <p:cNvPr id="33" name="圖表版面配置區 32">
            <a:extLst>
              <a:ext uri="{FF2B5EF4-FFF2-40B4-BE49-F238E27FC236}">
                <a16:creationId xmlns:a16="http://schemas.microsoft.com/office/drawing/2014/main" id="{DC1855D6-4403-526F-72C6-4019FF65788E}"/>
              </a:ext>
            </a:extLst>
          </p:cNvPr>
          <p:cNvSpPr>
            <a:spLocks noGrp="1"/>
          </p:cNvSpPr>
          <p:nvPr>
            <p:ph type="chart" sz="quarter" idx="26"/>
          </p:nvPr>
        </p:nvSpPr>
        <p:spPr>
          <a:xfrm>
            <a:off x="3276600" y="1392238"/>
            <a:ext cx="5256213" cy="3240000"/>
          </a:xfrm>
        </p:spPr>
        <p:txBody>
          <a:bodyPr/>
          <a:lstStyle/>
          <a:p>
            <a:endParaRPr kumimoji="1" lang="zh-HK" altLang="en-US" dirty="0"/>
          </a:p>
        </p:txBody>
      </p:sp>
      <p:sp>
        <p:nvSpPr>
          <p:cNvPr id="13" name="矩形 12">
            <a:extLst>
              <a:ext uri="{FF2B5EF4-FFF2-40B4-BE49-F238E27FC236}">
                <a16:creationId xmlns:a16="http://schemas.microsoft.com/office/drawing/2014/main" id="{0D7EC9B8-2448-44D1-48FE-B874C292D767}"/>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pic>
        <p:nvPicPr>
          <p:cNvPr id="15" name="圖片 14">
            <a:extLst>
              <a:ext uri="{FF2B5EF4-FFF2-40B4-BE49-F238E27FC236}">
                <a16:creationId xmlns:a16="http://schemas.microsoft.com/office/drawing/2014/main" id="{D7581C61-86A2-7ECE-B1AA-3B4253FE29FF}"/>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16" name="矩形 15">
            <a:extLst>
              <a:ext uri="{FF2B5EF4-FFF2-40B4-BE49-F238E27FC236}">
                <a16:creationId xmlns:a16="http://schemas.microsoft.com/office/drawing/2014/main" id="{9E07604B-DFAB-4F38-10F3-ED1484DD249A}"/>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7" name="Page #">
            <a:extLst>
              <a:ext uri="{FF2B5EF4-FFF2-40B4-BE49-F238E27FC236}">
                <a16:creationId xmlns:a16="http://schemas.microsoft.com/office/drawing/2014/main" id="{CC2EF8B8-7DBD-003C-CEF2-54A1BC63357C}"/>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j-lt"/>
                <a:ea typeface="Arial" charset="0"/>
                <a:cs typeface="Arial" panose="020B0604020202020204" pitchFamily="34" charset="0"/>
              </a:rPr>
              <a:pPr lvl="0" algn="l">
                <a:lnSpc>
                  <a:spcPts val="1000"/>
                </a:lnSpc>
              </a:pPr>
              <a:t>‹#›</a:t>
            </a:fld>
            <a:endParaRPr lang="en-GB" sz="600" b="0" i="0" dirty="0">
              <a:latin typeface="+mj-lt"/>
              <a:ea typeface="Arial" charset="0"/>
              <a:cs typeface="Arial" panose="020B0604020202020204" pitchFamily="34" charset="0"/>
            </a:endParaRPr>
          </a:p>
        </p:txBody>
      </p:sp>
      <p:sp>
        <p:nvSpPr>
          <p:cNvPr id="5" name="文字版面配置區 2">
            <a:extLst>
              <a:ext uri="{FF2B5EF4-FFF2-40B4-BE49-F238E27FC236}">
                <a16:creationId xmlns:a16="http://schemas.microsoft.com/office/drawing/2014/main" id="{F6D123BC-AC27-41C2-7227-56BEA92E1CDF}"/>
              </a:ext>
            </a:extLst>
          </p:cNvPr>
          <p:cNvSpPr>
            <a:spLocks noGrp="1"/>
          </p:cNvSpPr>
          <p:nvPr>
            <p:ph type="body" idx="25" hasCustomPrompt="1"/>
          </p:nvPr>
        </p:nvSpPr>
        <p:spPr>
          <a:xfrm>
            <a:off x="611188" y="3535609"/>
            <a:ext cx="2555875" cy="514738"/>
          </a:xfrm>
          <a:prstGeom prst="rect">
            <a:avLst/>
          </a:prstGeom>
          <a:solidFill>
            <a:schemeClr val="tx2"/>
          </a:solidFill>
        </p:spPr>
        <p:txBody>
          <a:bodyPr lIns="72000" tIns="72000" rIns="72000" bIns="72000" anchor="ctr" anchorCtr="1">
            <a:spAutoFit/>
          </a:bodyPr>
          <a:lstStyle>
            <a:lvl1pPr marL="0" indent="0" algn="l">
              <a:spcBef>
                <a:spcPts val="0"/>
              </a:spcBef>
              <a:buNone/>
              <a:defRPr sz="2400" b="0" i="0">
                <a:solidFill>
                  <a:schemeClr val="bg2"/>
                </a:solidFill>
                <a:latin typeface="Avenir Next"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GDP 100</a:t>
            </a:r>
            <a:endParaRPr kumimoji="1" lang="zh-TW" altLang="en-US" dirty="0"/>
          </a:p>
        </p:txBody>
      </p:sp>
      <p:sp>
        <p:nvSpPr>
          <p:cNvPr id="7" name="文字方塊 6">
            <a:extLst>
              <a:ext uri="{FF2B5EF4-FFF2-40B4-BE49-F238E27FC236}">
                <a16:creationId xmlns:a16="http://schemas.microsoft.com/office/drawing/2014/main" id="{663B196F-331E-EC9B-8FB9-926DA9B65E72}"/>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8" name="文字版面配置區 2">
            <a:extLst>
              <a:ext uri="{FF2B5EF4-FFF2-40B4-BE49-F238E27FC236}">
                <a16:creationId xmlns:a16="http://schemas.microsoft.com/office/drawing/2014/main" id="{D72966E7-EA44-0168-5361-0014ED682A59}"/>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9" name="內容版面配置區 17">
            <a:extLst>
              <a:ext uri="{FF2B5EF4-FFF2-40B4-BE49-F238E27FC236}">
                <a16:creationId xmlns:a16="http://schemas.microsoft.com/office/drawing/2014/main" id="{AFF818EE-7D1B-5A8A-1BAC-0BE05F60EC0D}"/>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
        <p:nvSpPr>
          <p:cNvPr id="10" name="文字版面配置區 23">
            <a:extLst>
              <a:ext uri="{FF2B5EF4-FFF2-40B4-BE49-F238E27FC236}">
                <a16:creationId xmlns:a16="http://schemas.microsoft.com/office/drawing/2014/main" id="{1AEE3DCE-99A4-33FE-D064-B208EEB500D1}"/>
              </a:ext>
            </a:extLst>
          </p:cNvPr>
          <p:cNvSpPr>
            <a:spLocks noGrp="1"/>
          </p:cNvSpPr>
          <p:nvPr>
            <p:ph type="body" sz="quarter" idx="37" hasCustomPrompt="1"/>
          </p:nvPr>
        </p:nvSpPr>
        <p:spPr>
          <a:xfrm>
            <a:off x="611188" y="1585429"/>
            <a:ext cx="2555876" cy="1381610"/>
          </a:xfrm>
        </p:spPr>
        <p:txBody>
          <a:bodyPr>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Enter the needed small text here : Lorem Ipsum is simply dummy text of the printing and typesetting industry. Lorem Ipsum has been the industry's standard dummy text ever since the 1500s. Enter the needed small text here : Lorem Ipsum is simply dummy text of the printing and typesetting industry. Lorem Ipsum has been the industry's standard dummy text ever since the 1500s.</a:t>
            </a:r>
          </a:p>
        </p:txBody>
      </p:sp>
      <p:sp>
        <p:nvSpPr>
          <p:cNvPr id="11" name="內容版面配置區 17">
            <a:extLst>
              <a:ext uri="{FF2B5EF4-FFF2-40B4-BE49-F238E27FC236}">
                <a16:creationId xmlns:a16="http://schemas.microsoft.com/office/drawing/2014/main" id="{6C2A1E4A-AA2C-B539-9BFA-5F6FD13F920B}"/>
              </a:ext>
            </a:extLst>
          </p:cNvPr>
          <p:cNvSpPr>
            <a:spLocks noGrp="1"/>
          </p:cNvSpPr>
          <p:nvPr>
            <p:ph sz="quarter" idx="38" hasCustomPrompt="1"/>
          </p:nvPr>
        </p:nvSpPr>
        <p:spPr>
          <a:xfrm>
            <a:off x="611187" y="1384301"/>
            <a:ext cx="255587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20" name="內容版面配置區 17">
            <a:extLst>
              <a:ext uri="{FF2B5EF4-FFF2-40B4-BE49-F238E27FC236}">
                <a16:creationId xmlns:a16="http://schemas.microsoft.com/office/drawing/2014/main" id="{5B42F32B-C1F3-41D3-21BF-ABC861A1CBF4}"/>
              </a:ext>
            </a:extLst>
          </p:cNvPr>
          <p:cNvSpPr>
            <a:spLocks noGrp="1"/>
          </p:cNvSpPr>
          <p:nvPr>
            <p:ph sz="quarter" idx="39" hasCustomPrompt="1"/>
          </p:nvPr>
        </p:nvSpPr>
        <p:spPr>
          <a:xfrm>
            <a:off x="611187" y="3114041"/>
            <a:ext cx="2555876"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Short title in regular 8pt</a:t>
            </a:r>
            <a:endParaRPr kumimoji="1" lang="zh-HK" altLang="en-US" dirty="0"/>
          </a:p>
        </p:txBody>
      </p:sp>
      <p:sp>
        <p:nvSpPr>
          <p:cNvPr id="23" name="文字版面配置區 23">
            <a:extLst>
              <a:ext uri="{FF2B5EF4-FFF2-40B4-BE49-F238E27FC236}">
                <a16:creationId xmlns:a16="http://schemas.microsoft.com/office/drawing/2014/main" id="{251583DD-8BC4-2EE7-9B07-AE13F9801136}"/>
              </a:ext>
            </a:extLst>
          </p:cNvPr>
          <p:cNvSpPr>
            <a:spLocks noGrp="1"/>
          </p:cNvSpPr>
          <p:nvPr>
            <p:ph type="body" sz="quarter" idx="40" hasCustomPrompt="1"/>
          </p:nvPr>
        </p:nvSpPr>
        <p:spPr>
          <a:xfrm>
            <a:off x="611188" y="4291964"/>
            <a:ext cx="2555876" cy="475299"/>
          </a:xfrm>
        </p:spPr>
        <p:txBody>
          <a:bodyPr anchor="b">
            <a:noAutofit/>
          </a:bodyPr>
          <a:lstStyle>
            <a:lvl1pPr algn="l">
              <a:spcBef>
                <a:spcPts val="0"/>
              </a:spcBef>
              <a:defRPr sz="800" b="0" i="0">
                <a:solidFill>
                  <a:srgbClr val="000000"/>
                </a:solidFill>
                <a:latin typeface="Avenir Next" panose="020B0503020202020204" pitchFamily="34" charset="0"/>
              </a:defRPr>
            </a:lvl1pPr>
            <a:lvl3pPr>
              <a:defRPr sz="800">
                <a:solidFill>
                  <a:schemeClr val="tx1"/>
                </a:solidFill>
              </a:defRPr>
            </a:lvl3pPr>
            <a:lvl4pPr>
              <a:defRPr sz="800">
                <a:solidFill>
                  <a:schemeClr val="tx1"/>
                </a:solidFill>
              </a:defRPr>
            </a:lvl4pPr>
            <a:lvl5pPr>
              <a:defRPr sz="800">
                <a:solidFill>
                  <a:schemeClr val="tx1"/>
                </a:solidFill>
              </a:defRPr>
            </a:lvl5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zh-HK" dirty="0"/>
              <a:t>Lorem Ipsum is simply dummy text of the printing and typesetting industry. Lorem Ipsum has been the industry's standard dummy text ever since the 1500s.</a:t>
            </a:r>
          </a:p>
        </p:txBody>
      </p:sp>
    </p:spTree>
    <p:extLst>
      <p:ext uri="{BB962C8B-B14F-4D97-AF65-F5344CB8AC3E}">
        <p14:creationId xmlns:p14="http://schemas.microsoft.com/office/powerpoint/2010/main" val="17506688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age_4">
    <p:spTree>
      <p:nvGrpSpPr>
        <p:cNvPr id="1" name=""/>
        <p:cNvGrpSpPr/>
        <p:nvPr/>
      </p:nvGrpSpPr>
      <p:grpSpPr>
        <a:xfrm>
          <a:off x="0" y="0"/>
          <a:ext cx="0" cy="0"/>
          <a:chOff x="0" y="0"/>
          <a:chExt cx="0" cy="0"/>
        </a:xfrm>
      </p:grpSpPr>
      <p:sp>
        <p:nvSpPr>
          <p:cNvPr id="6" name="Page #">
            <a:extLst>
              <a:ext uri="{FF2B5EF4-FFF2-40B4-BE49-F238E27FC236}">
                <a16:creationId xmlns:a16="http://schemas.microsoft.com/office/drawing/2014/main" id="{E5DAD4A7-66E9-F017-C4C5-805CDD2C2821}"/>
              </a:ext>
            </a:extLst>
          </p:cNvPr>
          <p:cNvSpPr txBox="1"/>
          <p:nvPr userDrawn="1"/>
        </p:nvSpPr>
        <p:spPr>
          <a:xfrm>
            <a:off x="8677275" y="4679459"/>
            <a:ext cx="565431" cy="131994"/>
          </a:xfrm>
          <a:prstGeom prst="rect">
            <a:avLst/>
          </a:prstGeom>
        </p:spPr>
        <p:txBody>
          <a:bodyPr vert="horz" lIns="0" tIns="0" rIns="0" bIns="0" rtlCol="0" anchor="t"/>
          <a:lstStyle>
            <a:defPPr>
              <a:defRPr lang="en-US"/>
            </a:defPPr>
            <a:lvl1pPr>
              <a:defRPr>
                <a:solidFill>
                  <a:srgbClr val="000000"/>
                </a:solidFill>
                <a:latin typeface="+mn-lt" charset="0"/>
                <a:ea typeface="+mn-lt" charset="0"/>
                <a:cs typeface="+mn-lt" charset="0"/>
              </a:defRPr>
            </a:lvl1pPr>
          </a:lstStyle>
          <a:p>
            <a:pPr lvl="0" algn="l">
              <a:lnSpc>
                <a:spcPts val="1000"/>
              </a:lnSpc>
            </a:pPr>
            <a:fld id="{DA68CEF4-E06B-2F45-9C1B-34EEEC442DB9}" type="slidenum">
              <a:rPr lang="en-GB" sz="600" b="0" i="0" smtClean="0">
                <a:latin typeface="+mn-lt"/>
                <a:ea typeface="Arial" charset="0"/>
                <a:cs typeface="Arial" panose="020B0604020202020204" pitchFamily="34" charset="0"/>
              </a:rPr>
              <a:pPr lvl="0" algn="l">
                <a:lnSpc>
                  <a:spcPts val="1000"/>
                </a:lnSpc>
              </a:pPr>
              <a:t>‹#›</a:t>
            </a:fld>
            <a:endParaRPr lang="en-GB" sz="600" b="0" i="0" dirty="0">
              <a:latin typeface="+mn-lt"/>
              <a:ea typeface="Arial" charset="0"/>
              <a:cs typeface="Arial" panose="020B0604020202020204" pitchFamily="34" charset="0"/>
            </a:endParaRPr>
          </a:p>
        </p:txBody>
      </p:sp>
      <p:pic>
        <p:nvPicPr>
          <p:cNvPr id="7" name="圖片 6">
            <a:extLst>
              <a:ext uri="{FF2B5EF4-FFF2-40B4-BE49-F238E27FC236}">
                <a16:creationId xmlns:a16="http://schemas.microsoft.com/office/drawing/2014/main" id="{D521DA00-9CD7-328A-2999-FA20CE30E4E8}"/>
              </a:ext>
            </a:extLst>
          </p:cNvPr>
          <p:cNvPicPr>
            <a:picLocks noChangeAspect="1"/>
          </p:cNvPicPr>
          <p:nvPr userDrawn="1"/>
        </p:nvPicPr>
        <p:blipFill>
          <a:blip r:embed="rId2"/>
          <a:stretch>
            <a:fillRect/>
          </a:stretch>
        </p:blipFill>
        <p:spPr>
          <a:xfrm>
            <a:off x="7858340" y="4691044"/>
            <a:ext cx="684000" cy="222153"/>
          </a:xfrm>
          <a:prstGeom prst="rect">
            <a:avLst/>
          </a:prstGeom>
        </p:spPr>
      </p:pic>
      <p:sp>
        <p:nvSpPr>
          <p:cNvPr id="8" name="矩形 7">
            <a:extLst>
              <a:ext uri="{FF2B5EF4-FFF2-40B4-BE49-F238E27FC236}">
                <a16:creationId xmlns:a16="http://schemas.microsoft.com/office/drawing/2014/main" id="{24426D64-1680-03AF-1E5E-C040206225FD}"/>
              </a:ext>
            </a:extLst>
          </p:cNvPr>
          <p:cNvSpPr/>
          <p:nvPr userDrawn="1"/>
        </p:nvSpPr>
        <p:spPr>
          <a:xfrm>
            <a:off x="8677275" y="4838905"/>
            <a:ext cx="72820" cy="728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
        <p:nvSpPr>
          <p:cNvPr id="11" name="矩形 10">
            <a:extLst>
              <a:ext uri="{FF2B5EF4-FFF2-40B4-BE49-F238E27FC236}">
                <a16:creationId xmlns:a16="http://schemas.microsoft.com/office/drawing/2014/main" id="{5F57F45A-927B-ECA1-B060-35B15C7F2E11}"/>
              </a:ext>
            </a:extLst>
          </p:cNvPr>
          <p:cNvSpPr>
            <a:spLocks noChangeAspect="1"/>
          </p:cNvSpPr>
          <p:nvPr userDrawn="1"/>
        </p:nvSpPr>
        <p:spPr>
          <a:xfrm>
            <a:off x="401514" y="4846519"/>
            <a:ext cx="64800" cy="6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solidFill>
                <a:srgbClr val="000000"/>
              </a:solidFill>
            </a:endParaRPr>
          </a:p>
        </p:txBody>
      </p:sp>
      <p:sp>
        <p:nvSpPr>
          <p:cNvPr id="14" name="文字方塊 13">
            <a:extLst>
              <a:ext uri="{FF2B5EF4-FFF2-40B4-BE49-F238E27FC236}">
                <a16:creationId xmlns:a16="http://schemas.microsoft.com/office/drawing/2014/main" id="{359AAFA2-9F60-5C7E-B902-111C8ADC52AA}"/>
              </a:ext>
            </a:extLst>
          </p:cNvPr>
          <p:cNvSpPr txBox="1"/>
          <p:nvPr userDrawn="1"/>
        </p:nvSpPr>
        <p:spPr>
          <a:xfrm rot="5400000">
            <a:off x="-903960" y="3375528"/>
            <a:ext cx="2675745" cy="107722"/>
          </a:xfrm>
          <a:prstGeom prst="rect">
            <a:avLst/>
          </a:prstGeom>
          <a:noFill/>
        </p:spPr>
        <p:txBody>
          <a:bodyPr wrap="square" lIns="0" tIns="0" rIns="0" bIns="0" rtlCol="0" anchor="t" anchorCtr="0">
            <a:spAutoFit/>
          </a:bodyPr>
          <a:lstStyle/>
          <a:p>
            <a:pPr lvl="0" algn="r"/>
            <a:r>
              <a:rPr kumimoji="1" lang="en-US" altLang="zh-HK" sz="700" b="1" i="0" kern="1200" dirty="0">
                <a:solidFill>
                  <a:srgbClr val="000000"/>
                </a:solidFill>
                <a:latin typeface="Avenir Next Demi Bold" panose="020B0503020202020204" pitchFamily="34" charset="0"/>
                <a:ea typeface="+mn-ea"/>
                <a:cs typeface="+mn-cs"/>
              </a:rPr>
              <a:t>CONFIDENTIAL &amp; RESTRICTED BY MRDI</a:t>
            </a:r>
            <a:endParaRPr kumimoji="1" lang="zh-HK" altLang="en-US" sz="700" b="1" i="0" kern="1200" dirty="0">
              <a:solidFill>
                <a:srgbClr val="000000"/>
              </a:solidFill>
              <a:latin typeface="Avenir Next Demi Bold" panose="020B0503020202020204" pitchFamily="34" charset="0"/>
              <a:ea typeface="+mn-ea"/>
              <a:cs typeface="+mn-cs"/>
            </a:endParaRPr>
          </a:p>
        </p:txBody>
      </p:sp>
      <p:sp>
        <p:nvSpPr>
          <p:cNvPr id="15" name="文字版面配置區 2">
            <a:extLst>
              <a:ext uri="{FF2B5EF4-FFF2-40B4-BE49-F238E27FC236}">
                <a16:creationId xmlns:a16="http://schemas.microsoft.com/office/drawing/2014/main" id="{B939FF9A-E1B5-2E56-5BE1-0C8622A4D82F}"/>
              </a:ext>
            </a:extLst>
          </p:cNvPr>
          <p:cNvSpPr>
            <a:spLocks noGrp="1"/>
          </p:cNvSpPr>
          <p:nvPr>
            <p:ph type="body" idx="1" hasCustomPrompt="1"/>
          </p:nvPr>
        </p:nvSpPr>
        <p:spPr>
          <a:xfrm>
            <a:off x="611188" y="528638"/>
            <a:ext cx="6553200" cy="711200"/>
          </a:xfrm>
          <a:prstGeom prst="rect">
            <a:avLst/>
          </a:prstGeom>
        </p:spPr>
        <p:txBody>
          <a:bodyPr>
            <a:noAutofit/>
          </a:bodyPr>
          <a:lstStyle>
            <a:lvl1pPr marL="0" indent="0" algn="l">
              <a:spcBef>
                <a:spcPts val="0"/>
              </a:spcBef>
              <a:buNone/>
              <a:defRPr sz="2400" b="0" i="0">
                <a:solidFill>
                  <a:schemeClr val="bg2"/>
                </a:solidFill>
                <a:latin typeface="Avenir Next Medium" panose="020B0503020202020204" pitchFamily="34" charset="0"/>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en-US" altLang="zh-TW" dirty="0"/>
              <a:t>Headline font in Avenir Next and </a:t>
            </a:r>
            <a:br>
              <a:rPr kumimoji="1" lang="en-US" altLang="zh-TW" dirty="0"/>
            </a:br>
            <a:r>
              <a:rPr kumimoji="1" lang="en-US" altLang="zh-TW" dirty="0"/>
              <a:t>24pt font size which is adjustable</a:t>
            </a:r>
            <a:endParaRPr kumimoji="1" lang="zh-TW" altLang="en-US" dirty="0"/>
          </a:p>
        </p:txBody>
      </p:sp>
      <p:sp>
        <p:nvSpPr>
          <p:cNvPr id="16" name="內容版面配置區 17">
            <a:extLst>
              <a:ext uri="{FF2B5EF4-FFF2-40B4-BE49-F238E27FC236}">
                <a16:creationId xmlns:a16="http://schemas.microsoft.com/office/drawing/2014/main" id="{3D259565-4BDB-2642-EF8A-813FCD7301F5}"/>
              </a:ext>
            </a:extLst>
          </p:cNvPr>
          <p:cNvSpPr>
            <a:spLocks noGrp="1"/>
          </p:cNvSpPr>
          <p:nvPr>
            <p:ph sz="quarter" idx="14" hasCustomPrompt="1"/>
          </p:nvPr>
        </p:nvSpPr>
        <p:spPr>
          <a:xfrm>
            <a:off x="611187" y="231775"/>
            <a:ext cx="3889375" cy="144463"/>
          </a:xfrm>
        </p:spPr>
        <p:txBody>
          <a:bodyPr anchor="ctr">
            <a:normAutofit/>
          </a:bodyPr>
          <a:lstStyle>
            <a:lvl1pPr>
              <a:defRPr sz="800" b="0" i="0">
                <a:latin typeface="Avenir Next Medium" panose="020B0503020202020204" pitchFamily="34" charset="0"/>
              </a:defRPr>
            </a:lvl1pPr>
          </a:lstStyle>
          <a:p>
            <a:pPr lvl="0"/>
            <a:r>
              <a:rPr kumimoji="1" lang="en-US" altLang="zh-TW" dirty="0"/>
              <a:t>ALL CAP SUBHEADING GOES HERE IN 8PT</a:t>
            </a:r>
            <a:endParaRPr kumimoji="1" lang="zh-HK" altLang="en-US" dirty="0"/>
          </a:p>
        </p:txBody>
      </p:sp>
    </p:spTree>
    <p:extLst>
      <p:ext uri="{BB962C8B-B14F-4D97-AF65-F5344CB8AC3E}">
        <p14:creationId xmlns:p14="http://schemas.microsoft.com/office/powerpoint/2010/main" val="15403028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自訂版面配置">
    <p:bg>
      <p:bgPr>
        <a:solidFill>
          <a:schemeClr val="bg2"/>
        </a:solidFill>
        <a:effectLst/>
      </p:bgPr>
    </p:bg>
    <p:spTree>
      <p:nvGrpSpPr>
        <p:cNvPr id="1" name=""/>
        <p:cNvGrpSpPr/>
        <p:nvPr/>
      </p:nvGrpSpPr>
      <p:grpSpPr>
        <a:xfrm>
          <a:off x="0" y="0"/>
          <a:ext cx="0" cy="0"/>
          <a:chOff x="0" y="0"/>
          <a:chExt cx="0" cy="0"/>
        </a:xfrm>
      </p:grpSpPr>
      <p:pic>
        <p:nvPicPr>
          <p:cNvPr id="7" name="圖形 6">
            <a:extLst>
              <a:ext uri="{FF2B5EF4-FFF2-40B4-BE49-F238E27FC236}">
                <a16:creationId xmlns:a16="http://schemas.microsoft.com/office/drawing/2014/main" id="{229B4280-BFFD-2B21-2CF9-5ECE9BEE1A6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31736" y="3976688"/>
            <a:ext cx="2845539" cy="927893"/>
          </a:xfrm>
          <a:prstGeom prst="rect">
            <a:avLst/>
          </a:prstGeom>
        </p:spPr>
      </p:pic>
      <p:sp>
        <p:nvSpPr>
          <p:cNvPr id="8" name="內容版面配置區 9">
            <a:extLst>
              <a:ext uri="{FF2B5EF4-FFF2-40B4-BE49-F238E27FC236}">
                <a16:creationId xmlns:a16="http://schemas.microsoft.com/office/drawing/2014/main" id="{E3003219-1B97-7849-2FA3-F3FB2203D4CE}"/>
              </a:ext>
            </a:extLst>
          </p:cNvPr>
          <p:cNvSpPr>
            <a:spLocks noGrp="1"/>
          </p:cNvSpPr>
          <p:nvPr>
            <p:ph sz="quarter" idx="13" hasCustomPrompt="1"/>
          </p:nvPr>
        </p:nvSpPr>
        <p:spPr>
          <a:xfrm>
            <a:off x="466725" y="231775"/>
            <a:ext cx="4033838" cy="2016125"/>
          </a:xfrm>
        </p:spPr>
        <p:txBody>
          <a:bodyPr>
            <a:normAutofit/>
          </a:bodyPr>
          <a:lstStyle>
            <a:lvl1pPr>
              <a:defRPr sz="1200">
                <a:solidFill>
                  <a:schemeClr val="tx1"/>
                </a:solidFill>
                <a:latin typeface="+mn-lt"/>
              </a:defRPr>
            </a:lvl1pPr>
          </a:lstStyle>
          <a:p>
            <a:pPr lvl="0"/>
            <a:r>
              <a:rPr kumimoji="1" lang="en-US" altLang="zh-TW" dirty="0"/>
              <a:t>The photographic examples throughout this document are for conceptual and design reference only. The image rights have not been purchased, do not circulate.</a:t>
            </a:r>
            <a:endParaRPr kumimoji="1" lang="zh-HK" altLang="en-US" dirty="0"/>
          </a:p>
        </p:txBody>
      </p:sp>
    </p:spTree>
    <p:extLst>
      <p:ext uri="{BB962C8B-B14F-4D97-AF65-F5344CB8AC3E}">
        <p14:creationId xmlns:p14="http://schemas.microsoft.com/office/powerpoint/2010/main" val="14103125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自訂版面配置">
    <p:bg>
      <p:bgPr>
        <a:solidFill>
          <a:schemeClr val="tx1"/>
        </a:solidFill>
        <a:effectLst/>
      </p:bgPr>
    </p:bg>
    <p:spTree>
      <p:nvGrpSpPr>
        <p:cNvPr id="1" name=""/>
        <p:cNvGrpSpPr/>
        <p:nvPr/>
      </p:nvGrpSpPr>
      <p:grpSpPr>
        <a:xfrm>
          <a:off x="0" y="0"/>
          <a:ext cx="0" cy="0"/>
          <a:chOff x="0" y="0"/>
          <a:chExt cx="0" cy="0"/>
        </a:xfrm>
      </p:grpSpPr>
      <p:sp>
        <p:nvSpPr>
          <p:cNvPr id="8" name="內容版面配置區 9">
            <a:extLst>
              <a:ext uri="{FF2B5EF4-FFF2-40B4-BE49-F238E27FC236}">
                <a16:creationId xmlns:a16="http://schemas.microsoft.com/office/drawing/2014/main" id="{E3003219-1B97-7849-2FA3-F3FB2203D4CE}"/>
              </a:ext>
            </a:extLst>
          </p:cNvPr>
          <p:cNvSpPr>
            <a:spLocks noGrp="1"/>
          </p:cNvSpPr>
          <p:nvPr>
            <p:ph sz="quarter" idx="13" hasCustomPrompt="1"/>
          </p:nvPr>
        </p:nvSpPr>
        <p:spPr>
          <a:xfrm>
            <a:off x="466725" y="231775"/>
            <a:ext cx="4033838" cy="2016125"/>
          </a:xfrm>
        </p:spPr>
        <p:txBody>
          <a:bodyPr>
            <a:normAutofit/>
          </a:bodyPr>
          <a:lstStyle>
            <a:lvl1pPr>
              <a:defRPr sz="1200">
                <a:solidFill>
                  <a:schemeClr val="bg1"/>
                </a:solidFill>
                <a:latin typeface="+mn-lt"/>
              </a:defRPr>
            </a:lvl1pPr>
          </a:lstStyle>
          <a:p>
            <a:pPr lvl="0"/>
            <a:r>
              <a:rPr kumimoji="1" lang="en-US" altLang="zh-TW" dirty="0"/>
              <a:t>The photographic examples throughout this document are for conceptual and design reference only. The image rights have not been purchased, do not circulate.</a:t>
            </a:r>
            <a:endParaRPr kumimoji="1" lang="zh-HK" altLang="en-US" dirty="0"/>
          </a:p>
        </p:txBody>
      </p:sp>
      <p:pic>
        <p:nvPicPr>
          <p:cNvPr id="3" name="圖形 2">
            <a:extLst>
              <a:ext uri="{FF2B5EF4-FFF2-40B4-BE49-F238E27FC236}">
                <a16:creationId xmlns:a16="http://schemas.microsoft.com/office/drawing/2014/main" id="{3BDF90BE-7211-BE69-E144-365AF1859EC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32475" y="3984073"/>
            <a:ext cx="2844800" cy="927652"/>
          </a:xfrm>
          <a:prstGeom prst="rect">
            <a:avLst/>
          </a:prstGeom>
        </p:spPr>
      </p:pic>
    </p:spTree>
    <p:extLst>
      <p:ext uri="{BB962C8B-B14F-4D97-AF65-F5344CB8AC3E}">
        <p14:creationId xmlns:p14="http://schemas.microsoft.com/office/powerpoint/2010/main" val="8365049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E71D9F18-9241-7629-810F-1815FAFDE672}"/>
              </a:ext>
            </a:extLst>
          </p:cNvPr>
          <p:cNvSpPr>
            <a:spLocks noGrp="1"/>
          </p:cNvSpPr>
          <p:nvPr>
            <p:ph type="title"/>
          </p:nvPr>
        </p:nvSpPr>
        <p:spPr>
          <a:xfrm>
            <a:off x="611189" y="376238"/>
            <a:ext cx="7921624" cy="863600"/>
          </a:xfrm>
          <a:prstGeom prst="rect">
            <a:avLst/>
          </a:prstGeom>
        </p:spPr>
        <p:txBody>
          <a:bodyPr vert="horz" lIns="0" tIns="0" rIns="0" bIns="0" rtlCol="0" anchor="t" anchorCtr="0">
            <a:normAutofit/>
          </a:bodyPr>
          <a:lstStyle/>
          <a:p>
            <a:r>
              <a:rPr kumimoji="1" lang="en-US" altLang="zh-TW" dirty="0"/>
              <a:t>Headline - Avenir Next</a:t>
            </a:r>
            <a:endParaRPr kumimoji="1" lang="zh-HK" altLang="en-US" dirty="0"/>
          </a:p>
        </p:txBody>
      </p:sp>
      <p:sp>
        <p:nvSpPr>
          <p:cNvPr id="3" name="文字版面配置區 2">
            <a:extLst>
              <a:ext uri="{FF2B5EF4-FFF2-40B4-BE49-F238E27FC236}">
                <a16:creationId xmlns:a16="http://schemas.microsoft.com/office/drawing/2014/main" id="{EFA68FE0-EDFB-2640-E347-82E8A2024190}"/>
              </a:ext>
            </a:extLst>
          </p:cNvPr>
          <p:cNvSpPr>
            <a:spLocks noGrp="1"/>
          </p:cNvSpPr>
          <p:nvPr>
            <p:ph type="body" idx="1"/>
          </p:nvPr>
        </p:nvSpPr>
        <p:spPr>
          <a:xfrm>
            <a:off x="611189" y="1384300"/>
            <a:ext cx="7921624" cy="2447925"/>
          </a:xfrm>
          <a:prstGeom prst="rect">
            <a:avLst/>
          </a:prstGeom>
        </p:spPr>
        <p:txBody>
          <a:bodyPr vert="horz" lIns="0" tIns="0" rIns="0" bIns="0" rtlCol="0">
            <a:normAutofit/>
          </a:bodyPr>
          <a:lstStyle/>
          <a:p>
            <a:pPr lvl="0"/>
            <a:r>
              <a:rPr kumimoji="1" lang="en-US" altLang="zh-TW" dirty="0"/>
              <a:t>Click to edit the master text style</a:t>
            </a:r>
            <a:endParaRPr kumimoji="1" lang="zh-TW" altLang="en-US" dirty="0"/>
          </a:p>
          <a:p>
            <a:pPr lvl="1"/>
            <a:r>
              <a:rPr kumimoji="1" lang="en-US" altLang="zh-TW" dirty="0"/>
              <a:t>First level bullet</a:t>
            </a:r>
            <a:endParaRPr kumimoji="1" lang="zh-TW" altLang="en-US" dirty="0"/>
          </a:p>
          <a:p>
            <a:pPr lvl="2"/>
            <a:r>
              <a:rPr kumimoji="1" lang="en-US" altLang="zh-TW" dirty="0"/>
              <a:t>Second level bullet</a:t>
            </a:r>
            <a:endParaRPr kumimoji="1" lang="zh-TW" altLang="en-US" dirty="0"/>
          </a:p>
          <a:p>
            <a:pPr lvl="3"/>
            <a:r>
              <a:rPr kumimoji="1" lang="en-US" altLang="zh-TW" dirty="0"/>
              <a:t>Third level bullet</a:t>
            </a:r>
            <a:endParaRPr kumimoji="1" lang="zh-TW" altLang="en-US" dirty="0"/>
          </a:p>
          <a:p>
            <a:pPr lvl="4"/>
            <a:r>
              <a:rPr kumimoji="1" lang="en-US" altLang="zh-TW" dirty="0"/>
              <a:t>Fourth level bullet</a:t>
            </a:r>
            <a:endParaRPr kumimoji="1" lang="zh-HK" altLang="en-US" dirty="0"/>
          </a:p>
        </p:txBody>
      </p:sp>
    </p:spTree>
    <p:extLst>
      <p:ext uri="{BB962C8B-B14F-4D97-AF65-F5344CB8AC3E}">
        <p14:creationId xmlns:p14="http://schemas.microsoft.com/office/powerpoint/2010/main" val="1062535829"/>
      </p:ext>
    </p:extLst>
  </p:cSld>
  <p:clrMap bg1="dk1" tx1="lt1" bg2="dk2" tx2="lt2" accent1="accent1" accent2="accent2" accent3="accent3" accent4="accent4" accent5="accent5" accent6="accent6" hlink="hlink" folHlink="folHlink"/>
  <p:sldLayoutIdLst>
    <p:sldLayoutId id="2147483673" r:id="rId1"/>
    <p:sldLayoutId id="2147483687" r:id="rId2"/>
    <p:sldLayoutId id="2147483675" r:id="rId3"/>
    <p:sldLayoutId id="2147483689" r:id="rId4"/>
    <p:sldLayoutId id="2147483690" r:id="rId5"/>
    <p:sldLayoutId id="2147483691" r:id="rId6"/>
    <p:sldLayoutId id="2147483692" r:id="rId7"/>
    <p:sldLayoutId id="2147483696" r:id="rId8"/>
    <p:sldLayoutId id="2147483695" r:id="rId9"/>
    <p:sldLayoutId id="2147483679" r:id="rId10"/>
    <p:sldLayoutId id="2147483700" r:id="rId11"/>
    <p:sldLayoutId id="2147483705" r:id="rId12"/>
    <p:sldLayoutId id="2147483704" r:id="rId13"/>
    <p:sldLayoutId id="2147483703" r:id="rId14"/>
    <p:sldLayoutId id="2147483710" r:id="rId15"/>
    <p:sldLayoutId id="2147483701" r:id="rId16"/>
    <p:sldLayoutId id="2147483709" r:id="rId17"/>
    <p:sldLayoutId id="2147483699" r:id="rId18"/>
    <p:sldLayoutId id="2147483697" r:id="rId19"/>
    <p:sldLayoutId id="2147483711" r:id="rId20"/>
    <p:sldLayoutId id="2147483698" r:id="rId21"/>
    <p:sldLayoutId id="2147483684" r:id="rId22"/>
    <p:sldLayoutId id="2147483685" r:id="rId23"/>
    <p:sldLayoutId id="2147483686" r:id="rId24"/>
  </p:sldLayoutIdLst>
  <p:hf sldNum="0" hdr="0" ftr="0"/>
  <p:txStyles>
    <p:titleStyle>
      <a:lvl1pPr algn="l" defTabSz="685800" rtl="0" eaLnBrk="1" latinLnBrk="0" hangingPunct="1">
        <a:lnSpc>
          <a:spcPct val="100000"/>
        </a:lnSpc>
        <a:spcBef>
          <a:spcPct val="0"/>
        </a:spcBef>
        <a:buNone/>
        <a:defRPr sz="330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685800" rtl="0" eaLnBrk="1" latinLnBrk="0" hangingPunct="1">
        <a:lnSpc>
          <a:spcPct val="100000"/>
        </a:lnSpc>
        <a:spcBef>
          <a:spcPts val="750"/>
        </a:spcBef>
        <a:buFont typeface="Arial" panose="020B0604020202020204" pitchFamily="34" charset="0"/>
        <a:buNone/>
        <a:defRPr sz="2000" b="0" i="0" kern="1200">
          <a:solidFill>
            <a:schemeClr val="bg1"/>
          </a:solidFill>
          <a:latin typeface="Avenir Next Medium" panose="020B0503020202020204" pitchFamily="34" charset="0"/>
          <a:ea typeface="+mj-ea"/>
          <a:cs typeface="+mn-cs"/>
        </a:defRPr>
      </a:lvl1pPr>
      <a:lvl2pPr marL="6350" indent="0" algn="l" defTabSz="685800" rtl="0" eaLnBrk="1" latinLnBrk="0" hangingPunct="1">
        <a:lnSpc>
          <a:spcPct val="100000"/>
        </a:lnSpc>
        <a:spcBef>
          <a:spcPts val="375"/>
        </a:spcBef>
        <a:buSzPct val="70000"/>
        <a:buFont typeface="Wingdings" pitchFamily="2" charset="2"/>
        <a:buNone/>
        <a:tabLst/>
        <a:defRPr sz="1200" b="0" i="0" kern="1200">
          <a:solidFill>
            <a:schemeClr val="bg1"/>
          </a:solidFill>
          <a:latin typeface="Avenir Next Medium" panose="020B0503020202020204" pitchFamily="34" charset="0"/>
          <a:ea typeface="+mn-ea"/>
          <a:cs typeface="+mn-cs"/>
        </a:defRPr>
      </a:lvl2pPr>
      <a:lvl3pPr marL="6350" indent="0" algn="l" defTabSz="685800" rtl="0" eaLnBrk="1" latinLnBrk="0" hangingPunct="1">
        <a:lnSpc>
          <a:spcPct val="100000"/>
        </a:lnSpc>
        <a:spcBef>
          <a:spcPts val="375"/>
        </a:spcBef>
        <a:buSzPct val="70000"/>
        <a:buFont typeface="Wingdings" pitchFamily="2" charset="2"/>
        <a:buNone/>
        <a:tabLst/>
        <a:defRPr sz="1200" b="0" i="0" kern="1200">
          <a:solidFill>
            <a:schemeClr val="bg1"/>
          </a:solidFill>
          <a:latin typeface="+mn-lt"/>
          <a:ea typeface="+mn-ea"/>
          <a:cs typeface="+mn-cs"/>
        </a:defRPr>
      </a:lvl3pPr>
      <a:lvl4pPr marL="6350" indent="0" algn="l" defTabSz="685800" rtl="0" eaLnBrk="1" latinLnBrk="0" hangingPunct="1">
        <a:lnSpc>
          <a:spcPct val="100000"/>
        </a:lnSpc>
        <a:spcBef>
          <a:spcPts val="375"/>
        </a:spcBef>
        <a:buSzPct val="50000"/>
        <a:buFont typeface="Wingdings" pitchFamily="2" charset="2"/>
        <a:buNone/>
        <a:tabLst/>
        <a:defRPr sz="1000" b="0" i="0" kern="1200">
          <a:solidFill>
            <a:schemeClr val="bg1"/>
          </a:solidFill>
          <a:latin typeface="Avenir Next" panose="020B0503020202020204" pitchFamily="34" charset="0"/>
          <a:ea typeface="+mn-ea"/>
          <a:cs typeface="+mn-cs"/>
        </a:defRPr>
      </a:lvl4pPr>
      <a:lvl5pPr marL="6350" indent="0" algn="l" defTabSz="685800" rtl="0" eaLnBrk="1" latinLnBrk="0" hangingPunct="1">
        <a:lnSpc>
          <a:spcPct val="100000"/>
        </a:lnSpc>
        <a:spcBef>
          <a:spcPts val="375"/>
        </a:spcBef>
        <a:buSzPct val="50000"/>
        <a:buFont typeface="Wingdings" pitchFamily="2" charset="2"/>
        <a:buNone/>
        <a:tabLst/>
        <a:defRPr sz="800" b="0" i="0" kern="1200">
          <a:solidFill>
            <a:schemeClr val="bg1"/>
          </a:solidFill>
          <a:latin typeface="Avenir Next" panose="020B0503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H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2" userDrawn="1">
          <p15:clr>
            <a:srgbClr val="F26B43"/>
          </p15:clr>
        </p15:guide>
        <p15:guide id="6" pos="5466" userDrawn="1">
          <p15:clr>
            <a:srgbClr val="F26B43"/>
          </p15:clr>
        </p15:guide>
        <p15:guide id="19" pos="4595" userDrawn="1">
          <p15:clr>
            <a:srgbClr val="F26B43"/>
          </p15:clr>
        </p15:guide>
        <p15:guide id="34" pos="3674" userDrawn="1">
          <p15:clr>
            <a:srgbClr val="F26B43"/>
          </p15:clr>
        </p15:guide>
        <p15:guide id="36" pos="2835" userDrawn="1">
          <p15:clr>
            <a:srgbClr val="F26B43"/>
          </p15:clr>
        </p15:guide>
        <p15:guide id="43" pos="294" userDrawn="1">
          <p15:clr>
            <a:srgbClr val="F26B43"/>
          </p15:clr>
        </p15:guide>
        <p15:guide id="44" pos="1995" userDrawn="1">
          <p15:clr>
            <a:srgbClr val="F26B43"/>
          </p15:clr>
        </p15:guide>
        <p15:guide id="45" pos="2064" userDrawn="1">
          <p15:clr>
            <a:srgbClr val="F26B43"/>
          </p15:clr>
        </p15:guide>
        <p15:guide id="49" pos="1224" userDrawn="1">
          <p15:clr>
            <a:srgbClr val="F26B43"/>
          </p15:clr>
        </p15:guide>
        <p15:guide id="50" pos="1156" userDrawn="1">
          <p15:clr>
            <a:srgbClr val="F26B43"/>
          </p15:clr>
        </p15:guide>
        <p15:guide id="51" pos="2880" userDrawn="1">
          <p15:clr>
            <a:srgbClr val="F26B43"/>
          </p15:clr>
        </p15:guide>
        <p15:guide id="52" pos="3742" userDrawn="1">
          <p15:clr>
            <a:srgbClr val="F26B43"/>
          </p15:clr>
        </p15:guide>
        <p15:guide id="53" pos="4513" userDrawn="1">
          <p15:clr>
            <a:srgbClr val="F26B43"/>
          </p15:clr>
        </p15:guide>
        <p15:guide id="54" pos="5375" userDrawn="1">
          <p15:clr>
            <a:srgbClr val="F26B43"/>
          </p15:clr>
        </p15:guide>
        <p15:guide id="55" pos="385" userDrawn="1">
          <p15:clr>
            <a:srgbClr val="F26B43"/>
          </p15:clr>
        </p15:guide>
        <p15:guide id="56" orient="horz" userDrawn="1">
          <p15:clr>
            <a:srgbClr val="F26B43"/>
          </p15:clr>
        </p15:guide>
        <p15:guide id="64" orient="horz" pos="146" userDrawn="1">
          <p15:clr>
            <a:srgbClr val="F26B43"/>
          </p15:clr>
        </p15:guide>
        <p15:guide id="65" orient="horz" pos="237" userDrawn="1">
          <p15:clr>
            <a:srgbClr val="F26B43"/>
          </p15:clr>
        </p15:guide>
        <p15:guide id="66" orient="horz" pos="327" userDrawn="1">
          <p15:clr>
            <a:srgbClr val="F26B43"/>
          </p15:clr>
        </p15:guide>
        <p15:guide id="67" orient="horz" pos="3240" userDrawn="1">
          <p15:clr>
            <a:srgbClr val="F26B43"/>
          </p15:clr>
        </p15:guide>
        <p15:guide id="68" orient="horz" pos="3094" userDrawn="1">
          <p15:clr>
            <a:srgbClr val="F26B43"/>
          </p15:clr>
        </p15:guide>
        <p15:guide id="69" orient="horz" pos="3003" userDrawn="1">
          <p15:clr>
            <a:srgbClr val="F26B43"/>
          </p15:clr>
        </p15:guide>
        <p15:guide id="70" orient="horz" pos="2913" userDrawn="1">
          <p15:clr>
            <a:srgbClr val="F26B43"/>
          </p15:clr>
        </p15:guide>
        <p15:guide id="73" orient="horz" pos="1325" userDrawn="1">
          <p15:clr>
            <a:srgbClr val="F26B43"/>
          </p15:clr>
        </p15:guide>
        <p15:guide id="75" orient="horz" pos="1869" userDrawn="1">
          <p15:clr>
            <a:srgbClr val="F26B43"/>
          </p15:clr>
        </p15:guide>
        <p15:guide id="76" orient="horz" pos="1960" userDrawn="1">
          <p15:clr>
            <a:srgbClr val="F26B43"/>
          </p15:clr>
        </p15:guide>
        <p15:guide id="77" orient="horz" pos="1416" userDrawn="1">
          <p15:clr>
            <a:srgbClr val="F26B43"/>
          </p15:clr>
        </p15:guide>
        <p15:guide id="78" orient="horz" pos="2414" userDrawn="1">
          <p15:clr>
            <a:srgbClr val="F26B43"/>
          </p15:clr>
        </p15:guide>
        <p15:guide id="79" orient="horz" pos="2505" userDrawn="1">
          <p15:clr>
            <a:srgbClr val="F26B43"/>
          </p15:clr>
        </p15:guide>
        <p15:guide id="81" orient="horz" pos="781" userDrawn="1">
          <p15:clr>
            <a:srgbClr val="F26B43"/>
          </p15:clr>
        </p15:guide>
        <p15:guide id="82" orient="horz" pos="872" userDrawn="1">
          <p15:clr>
            <a:srgbClr val="F26B43"/>
          </p15:clr>
        </p15:guide>
        <p15:guide id="83" pos="576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1.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png"/><Relationship Id="rId16" Type="http://schemas.openxmlformats.org/officeDocument/2006/relationships/image" Target="../media/image22.png"/><Relationship Id="rId17" Type="http://schemas.openxmlformats.org/officeDocument/2006/relationships/image" Target="../media/image23.png"/><Relationship Id="rId18" Type="http://schemas.openxmlformats.org/officeDocument/2006/relationships/image" Target="../media/image24.png"/><Relationship Id="rId19" Type="http://schemas.openxmlformats.org/officeDocument/2006/relationships/image" Target="../media/image25.png"/><Relationship Id="rId20" Type="http://schemas.openxmlformats.org/officeDocument/2006/relationships/image" Target="../media/image26.png"/><Relationship Id="rId21" Type="http://schemas.openxmlformats.org/officeDocument/2006/relationships/image" Target="../media/image27.png"/><Relationship Id="rId22"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版面配置區 7">
            <a:extLst>
              <a:ext uri="{FF2B5EF4-FFF2-40B4-BE49-F238E27FC236}">
                <a16:creationId xmlns:a16="http://schemas.microsoft.com/office/drawing/2014/main" id="{EB70DE72-A802-74B3-2B19-95FB44877491}"/>
              </a:ext>
            </a:extLst>
          </p:cNvPr>
          <p:cNvPicPr>
            <a:picLocks noGrp="1" noChangeAspect="1"/>
          </p:cNvPicPr>
          <p:nvPr>
            <p:ph type="pic" sz="quarter" idx="10"/>
          </p:nvPr>
        </p:nvPicPr>
        <p:blipFill>
          <a:blip r:embed="rId2" cstate="hqprint">
            <a:extLst>
              <a:ext uri="{28A0092B-C50C-407E-A947-70E740481C1C}">
                <a14:useLocalDpi xmlns:a14="http://schemas.microsoft.com/office/drawing/2010/main"/>
              </a:ext>
            </a:extLst>
          </a:blip>
          <a:srcRect l="8040" r="8040"/>
          <a:stretch/>
        </p:blipFill>
        <p:spPr>
          <a:xfrm>
            <a:off x="4608512" y="2103438"/>
            <a:ext cx="4535487" cy="3040062"/>
          </a:xfrm>
        </p:spPr>
      </p:pic>
      <p:sp>
        <p:nvSpPr>
          <p:cNvPr id="54" name="SmartArt 版面配置區 53">
            <a:extLst>
              <a:ext uri="{FF2B5EF4-FFF2-40B4-BE49-F238E27FC236}">
                <a16:creationId xmlns:a16="http://schemas.microsoft.com/office/drawing/2014/main" id="{02B32B1E-9625-A41D-0F5D-F296DBD38215}"/>
              </a:ext>
            </a:extLst>
          </p:cNvPr>
          <p:cNvSpPr>
            <a:spLocks noGrp="1"/>
          </p:cNvSpPr>
          <p:nvPr>
            <p:ph type="dgm" sz="quarter" idx="13"/>
          </p:nvPr>
        </p:nvSpPr>
        <p:spPr/>
        <p:txBody>
          <a:bodyPr/>
          <a:lstStyle/>
          <a:p>
            <a:endParaRPr lang="zh-HK" altLang="en-US"/>
          </a:p>
        </p:txBody>
      </p:sp>
      <p:sp>
        <p:nvSpPr>
          <p:cNvPr id="2" name="副標題 1">
            <a:extLst>
              <a:ext uri="{FF2B5EF4-FFF2-40B4-BE49-F238E27FC236}">
                <a16:creationId xmlns:a16="http://schemas.microsoft.com/office/drawing/2014/main" id="{DF00AD9F-B89F-9CA7-1406-05191F4BE303}"/>
              </a:ext>
            </a:extLst>
          </p:cNvPr>
          <p:cNvSpPr>
            <a:spLocks noGrp="1"/>
          </p:cNvSpPr>
          <p:nvPr>
            <p:ph type="subTitle" idx="1"/>
          </p:nvPr>
        </p:nvSpPr>
        <p:spPr>
          <a:xfrm>
            <a:off x="611188" y="962291"/>
            <a:ext cx="7091362" cy="2592388"/>
          </a:xfrm>
        </p:spPr>
        <p:txBody>
          <a:bodyPr/>
          <a:lstStyle/>
          <a:p>
            <a:r>
              <a:rPr lang="en-US" altLang="zh-HK" sz="4000" dirty="0">
                <a:solidFill>
                  <a:schemeClr val="tx1">
                    <a:lumMod val="10000"/>
                  </a:schemeClr>
                </a:solidFill>
                <a:latin typeface="Outfit"/>
              </a:rPr>
              <a:t>Self-Built Nitride MBE System</a:t>
            </a:r>
          </a:p>
          <a:p>
            <a:r>
              <a:rPr lang="en-US" altLang="zh-HK" sz="4000" dirty="0">
                <a:solidFill>
                  <a:schemeClr val="tx1">
                    <a:lumMod val="10000"/>
                  </a:schemeClr>
                </a:solidFill>
                <a:latin typeface="Outfit"/>
              </a:rPr>
              <a:t>Project proposal</a:t>
            </a:r>
            <a:endParaRPr lang="zh-HK" altLang="en-US" sz="4000" dirty="0">
              <a:solidFill>
                <a:schemeClr val="tx1">
                  <a:lumMod val="10000"/>
                </a:schemeClr>
              </a:solidFill>
            </a:endParaRPr>
          </a:p>
        </p:txBody>
      </p:sp>
      <p:sp>
        <p:nvSpPr>
          <p:cNvPr id="6" name="內容版面配置區 5">
            <a:extLst>
              <a:ext uri="{FF2B5EF4-FFF2-40B4-BE49-F238E27FC236}">
                <a16:creationId xmlns:a16="http://schemas.microsoft.com/office/drawing/2014/main" id="{BF9E7EDA-A96F-E75B-C4DD-F661557842F7}"/>
              </a:ext>
            </a:extLst>
          </p:cNvPr>
          <p:cNvSpPr>
            <a:spLocks noGrp="1"/>
          </p:cNvSpPr>
          <p:nvPr>
            <p:ph sz="quarter" idx="14"/>
          </p:nvPr>
        </p:nvSpPr>
        <p:spPr>
          <a:xfrm>
            <a:off x="611188" y="231775"/>
            <a:ext cx="1331912" cy="144463"/>
          </a:xfrm>
        </p:spPr>
        <p:txBody>
          <a:bodyPr>
            <a:normAutofit/>
          </a:bodyPr>
          <a:lstStyle/>
          <a:p>
            <a:r>
              <a:rPr lang="en-US" altLang="zh-TW" dirty="0">
                <a:latin typeface="Outfit"/>
              </a:rPr>
              <a:t>30 July 2026</a:t>
            </a:r>
            <a:endParaRPr lang="zh-HK" altLang="en-US" dirty="0"/>
          </a:p>
        </p:txBody>
      </p:sp>
    </p:spTree>
    <p:extLst>
      <p:ext uri="{BB962C8B-B14F-4D97-AF65-F5344CB8AC3E}">
        <p14:creationId xmlns:p14="http://schemas.microsoft.com/office/powerpoint/2010/main" val="1148789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611187" y="467189"/>
            <a:ext cx="6553200" cy="711200"/>
          </a:xfrm>
        </p:spPr>
        <p:txBody>
          <a:bodyPr/>
          <a:lstStyle/>
          <a:p>
            <a:r>
              <a:rPr lang="en-HK" spc="20" dirty="0">
                <a:solidFill>
                  <a:srgbClr val="00B388"/>
                </a:solidFill>
                <a:latin typeface="Outfit" pitchFamily="2" charset="0"/>
              </a:rPr>
              <a:t>In-house built machine</a:t>
            </a:r>
            <a:endParaRPr spc="20" dirty="0">
              <a:solidFill>
                <a:srgbClr val="00B388"/>
              </a:solidFill>
              <a:latin typeface="Outfit" pitchFamily="2" charset="0"/>
            </a:endParaRPr>
          </a:p>
        </p:txBody>
      </p:sp>
      <p:sp>
        <p:nvSpPr>
          <p:cNvPr id="3" name="Content Placeholder 2"/>
          <p:cNvSpPr>
            <a:spLocks noGrp="1"/>
          </p:cNvSpPr>
          <p:nvPr>
            <p:ph sz="quarter" idx="14"/>
          </p:nvPr>
        </p:nvSpPr>
        <p:spPr/>
        <p:txBody>
          <a:bodyPr/>
          <a:lstStyle/>
          <a:p>
            <a:r>
              <a:rPr sz="800" spc="80" dirty="0">
                <a:solidFill>
                  <a:srgbClr val="191919"/>
                </a:solidFill>
                <a:latin typeface="AvenirNext LT Pro Medium"/>
              </a:rPr>
              <a:t>NITRIDE MBE PROPOSAL · MOTIVATION</a:t>
            </a:r>
          </a:p>
        </p:txBody>
      </p:sp>
      <p:sp>
        <p:nvSpPr>
          <p:cNvPr id="4" name="Rounded Rectangle 3"/>
          <p:cNvSpPr/>
          <p:nvPr/>
        </p:nvSpPr>
        <p:spPr>
          <a:xfrm>
            <a:off x="612648" y="1389888"/>
            <a:ext cx="2514600" cy="1600200"/>
          </a:xfrm>
          <a:prstGeom prst="roundRect">
            <a:avLst>
              <a:gd name="adj" fmla="val 9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40664" y="1517904"/>
            <a:ext cx="274320" cy="274320"/>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dirty="0">
                <a:solidFill>
                  <a:srgbClr val="FFFFFF"/>
                </a:solidFill>
                <a:latin typeface="Outfit" pitchFamily="2" charset="0"/>
              </a:rPr>
              <a:t>01</a:t>
            </a:r>
          </a:p>
        </p:txBody>
      </p:sp>
      <p:sp>
        <p:nvSpPr>
          <p:cNvPr id="6" name="TextBox 5"/>
          <p:cNvSpPr txBox="1"/>
          <p:nvPr/>
        </p:nvSpPr>
        <p:spPr>
          <a:xfrm>
            <a:off x="1124712" y="1554480"/>
            <a:ext cx="1856232" cy="204287"/>
          </a:xfrm>
          <a:prstGeom prst="rect">
            <a:avLst/>
          </a:prstGeom>
          <a:noFill/>
        </p:spPr>
        <p:txBody>
          <a:bodyPr wrap="square" lIns="0" tIns="0" rIns="0" bIns="0" anchor="t">
            <a:spAutoFit/>
          </a:bodyPr>
          <a:lstStyle/>
          <a:p>
            <a:pPr algn="l">
              <a:lnSpc>
                <a:spcPct val="120000"/>
              </a:lnSpc>
            </a:pPr>
            <a:r>
              <a:rPr sz="1200" b="1" dirty="0">
                <a:solidFill>
                  <a:srgbClr val="191919"/>
                </a:solidFill>
                <a:latin typeface="Outfit" pitchFamily="2" charset="0"/>
              </a:rPr>
              <a:t>Cost</a:t>
            </a:r>
            <a:endParaRPr sz="1050" b="1" dirty="0">
              <a:solidFill>
                <a:srgbClr val="191919"/>
              </a:solidFill>
              <a:latin typeface="Outfit" pitchFamily="2" charset="0"/>
            </a:endParaRPr>
          </a:p>
        </p:txBody>
      </p:sp>
      <p:sp>
        <p:nvSpPr>
          <p:cNvPr id="7" name="TextBox 6"/>
          <p:cNvSpPr txBox="1"/>
          <p:nvPr/>
        </p:nvSpPr>
        <p:spPr>
          <a:xfrm>
            <a:off x="740664" y="1956816"/>
            <a:ext cx="2240280" cy="593560"/>
          </a:xfrm>
          <a:prstGeom prst="rect">
            <a:avLst/>
          </a:prstGeom>
          <a:noFill/>
        </p:spPr>
        <p:txBody>
          <a:bodyPr wrap="square" lIns="0" tIns="0" rIns="0" bIns="0" anchor="t">
            <a:spAutoFit/>
          </a:bodyPr>
          <a:lstStyle/>
          <a:p>
            <a:pPr algn="l">
              <a:lnSpc>
                <a:spcPct val="120000"/>
              </a:lnSpc>
            </a:pPr>
            <a:r>
              <a:rPr lang="en-HK" sz="1100" dirty="0">
                <a:solidFill>
                  <a:srgbClr val="191919"/>
                </a:solidFill>
                <a:latin typeface="Outfit" pitchFamily="2" charset="0"/>
              </a:rPr>
              <a:t>Estimated </a:t>
            </a:r>
            <a:r>
              <a:rPr sz="1100" dirty="0">
                <a:solidFill>
                  <a:srgbClr val="191919"/>
                </a:solidFill>
                <a:latin typeface="Outfit" pitchFamily="2" charset="0"/>
              </a:rPr>
              <a:t>US$1.0–1.6M </a:t>
            </a:r>
            <a:r>
              <a:rPr lang="en-HK" sz="1100" dirty="0">
                <a:solidFill>
                  <a:srgbClr val="191919"/>
                </a:solidFill>
                <a:latin typeface="Outfit" pitchFamily="2" charset="0"/>
              </a:rPr>
              <a:t>for entire chamber</a:t>
            </a:r>
            <a:r>
              <a:rPr sz="1100" dirty="0">
                <a:solidFill>
                  <a:srgbClr val="191919"/>
                </a:solidFill>
                <a:latin typeface="Outfit" pitchFamily="2" charset="0"/>
              </a:rPr>
              <a:t>;</a:t>
            </a:r>
            <a:r>
              <a:rPr lang="en-HK" sz="1100" dirty="0">
                <a:solidFill>
                  <a:srgbClr val="191919"/>
                </a:solidFill>
                <a:latin typeface="Outfit" pitchFamily="2" charset="0"/>
              </a:rPr>
              <a:t> Depends on quotes;</a:t>
            </a:r>
            <a:r>
              <a:rPr sz="1100" dirty="0">
                <a:solidFill>
                  <a:srgbClr val="191919"/>
                </a:solidFill>
                <a:latin typeface="Outfit" pitchFamily="2" charset="0"/>
              </a:rPr>
              <a:t> annual run cost ~US$60–120k</a:t>
            </a:r>
          </a:p>
        </p:txBody>
      </p:sp>
      <p:sp>
        <p:nvSpPr>
          <p:cNvPr id="8" name="Rounded Rectangle 7"/>
          <p:cNvSpPr/>
          <p:nvPr/>
        </p:nvSpPr>
        <p:spPr>
          <a:xfrm>
            <a:off x="3310128" y="1389888"/>
            <a:ext cx="2514600" cy="1600200"/>
          </a:xfrm>
          <a:prstGeom prst="roundRect">
            <a:avLst>
              <a:gd name="adj" fmla="val 9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438144" y="1517904"/>
            <a:ext cx="274320" cy="274320"/>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dirty="0">
                <a:solidFill>
                  <a:srgbClr val="FFFFFF"/>
                </a:solidFill>
                <a:latin typeface="Outfit" pitchFamily="2" charset="0"/>
              </a:rPr>
              <a:t>02</a:t>
            </a:r>
            <a:endParaRPr sz="900" dirty="0">
              <a:solidFill>
                <a:srgbClr val="FFFFFF"/>
              </a:solidFill>
              <a:latin typeface="Outfit" pitchFamily="2" charset="0"/>
            </a:endParaRPr>
          </a:p>
        </p:txBody>
      </p:sp>
      <p:sp>
        <p:nvSpPr>
          <p:cNvPr id="10" name="TextBox 9"/>
          <p:cNvSpPr txBox="1"/>
          <p:nvPr/>
        </p:nvSpPr>
        <p:spPr>
          <a:xfrm>
            <a:off x="3822191" y="1554480"/>
            <a:ext cx="1856232" cy="204287"/>
          </a:xfrm>
          <a:prstGeom prst="rect">
            <a:avLst/>
          </a:prstGeom>
          <a:noFill/>
        </p:spPr>
        <p:txBody>
          <a:bodyPr wrap="square" lIns="0" tIns="0" rIns="0" bIns="0" anchor="t">
            <a:spAutoFit/>
          </a:bodyPr>
          <a:lstStyle/>
          <a:p>
            <a:pPr algn="l">
              <a:lnSpc>
                <a:spcPct val="120000"/>
              </a:lnSpc>
            </a:pPr>
            <a:r>
              <a:rPr sz="1200" b="1" dirty="0">
                <a:solidFill>
                  <a:srgbClr val="191919"/>
                </a:solidFill>
                <a:latin typeface="Outfit" pitchFamily="2" charset="0"/>
              </a:rPr>
              <a:t>Capability</a:t>
            </a:r>
            <a:r>
              <a:rPr lang="en-HK" sz="1200" b="1" dirty="0">
                <a:solidFill>
                  <a:srgbClr val="191919"/>
                </a:solidFill>
                <a:latin typeface="Outfit" pitchFamily="2" charset="0"/>
              </a:rPr>
              <a:t> &amp; Needs</a:t>
            </a:r>
            <a:endParaRPr sz="1050" b="1" dirty="0">
              <a:solidFill>
                <a:srgbClr val="191919"/>
              </a:solidFill>
              <a:latin typeface="Outfit" pitchFamily="2" charset="0"/>
            </a:endParaRPr>
          </a:p>
        </p:txBody>
      </p:sp>
      <p:sp>
        <p:nvSpPr>
          <p:cNvPr id="11" name="TextBox 10"/>
          <p:cNvSpPr txBox="1"/>
          <p:nvPr/>
        </p:nvSpPr>
        <p:spPr>
          <a:xfrm>
            <a:off x="3438144" y="1956816"/>
            <a:ext cx="2240280" cy="593560"/>
          </a:xfrm>
          <a:prstGeom prst="rect">
            <a:avLst/>
          </a:prstGeom>
          <a:noFill/>
        </p:spPr>
        <p:txBody>
          <a:bodyPr wrap="square" lIns="0" tIns="0" rIns="0" bIns="0" anchor="t">
            <a:spAutoFit/>
          </a:bodyPr>
          <a:lstStyle/>
          <a:p>
            <a:pPr algn="l">
              <a:lnSpc>
                <a:spcPct val="120000"/>
              </a:lnSpc>
            </a:pPr>
            <a:r>
              <a:rPr sz="1100" dirty="0">
                <a:solidFill>
                  <a:srgbClr val="191919"/>
                </a:solidFill>
                <a:latin typeface="Outfit" pitchFamily="2" charset="0"/>
              </a:rPr>
              <a:t>1200 °C substrate heater </a:t>
            </a:r>
            <a:r>
              <a:rPr lang="en-HK" sz="1100" dirty="0">
                <a:solidFill>
                  <a:srgbClr val="191919"/>
                </a:solidFill>
                <a:latin typeface="Outfit" pitchFamily="2" charset="0"/>
              </a:rPr>
              <a:t>for</a:t>
            </a:r>
            <a:r>
              <a:rPr sz="1100" dirty="0">
                <a:solidFill>
                  <a:srgbClr val="191919"/>
                </a:solidFill>
                <a:latin typeface="Outfit" pitchFamily="2" charset="0"/>
              </a:rPr>
              <a:t> selective-area </a:t>
            </a:r>
            <a:r>
              <a:rPr lang="en-HK" sz="1100" dirty="0">
                <a:solidFill>
                  <a:srgbClr val="191919"/>
                </a:solidFill>
                <a:latin typeface="Outfit" pitchFamily="2" charset="0"/>
              </a:rPr>
              <a:t>re</a:t>
            </a:r>
            <a:r>
              <a:rPr sz="1100" dirty="0">
                <a:solidFill>
                  <a:srgbClr val="191919"/>
                </a:solidFill>
                <a:latin typeface="Outfit" pitchFamily="2" charset="0"/>
              </a:rPr>
              <a:t>growth </a:t>
            </a:r>
            <a:r>
              <a:rPr lang="en-HK" sz="1100" dirty="0">
                <a:solidFill>
                  <a:srgbClr val="191919"/>
                </a:solidFill>
                <a:latin typeface="Outfit" pitchFamily="2" charset="0"/>
              </a:rPr>
              <a:t>and normal epitaxy</a:t>
            </a:r>
            <a:endParaRPr sz="1100" dirty="0">
              <a:solidFill>
                <a:srgbClr val="191919"/>
              </a:solidFill>
              <a:latin typeface="Outfit" pitchFamily="2" charset="0"/>
            </a:endParaRPr>
          </a:p>
        </p:txBody>
      </p:sp>
      <p:sp>
        <p:nvSpPr>
          <p:cNvPr id="12" name="Rounded Rectangle 11"/>
          <p:cNvSpPr/>
          <p:nvPr/>
        </p:nvSpPr>
        <p:spPr>
          <a:xfrm>
            <a:off x="6007608" y="1389888"/>
            <a:ext cx="2514600" cy="1600200"/>
          </a:xfrm>
          <a:prstGeom prst="roundRect">
            <a:avLst>
              <a:gd name="adj" fmla="val 9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135624" y="1517904"/>
            <a:ext cx="274320" cy="274320"/>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dirty="0">
                <a:solidFill>
                  <a:srgbClr val="FFFFFF"/>
                </a:solidFill>
                <a:latin typeface="Outfit" pitchFamily="2" charset="0"/>
              </a:rPr>
              <a:t>03</a:t>
            </a:r>
            <a:endParaRPr sz="900" dirty="0">
              <a:solidFill>
                <a:srgbClr val="FFFFFF"/>
              </a:solidFill>
              <a:latin typeface="Outfit" pitchFamily="2" charset="0"/>
            </a:endParaRPr>
          </a:p>
        </p:txBody>
      </p:sp>
      <p:sp>
        <p:nvSpPr>
          <p:cNvPr id="14" name="TextBox 13"/>
          <p:cNvSpPr txBox="1"/>
          <p:nvPr/>
        </p:nvSpPr>
        <p:spPr>
          <a:xfrm>
            <a:off x="6519672" y="1554480"/>
            <a:ext cx="1856232" cy="204287"/>
          </a:xfrm>
          <a:prstGeom prst="rect">
            <a:avLst/>
          </a:prstGeom>
          <a:noFill/>
        </p:spPr>
        <p:txBody>
          <a:bodyPr wrap="square" lIns="0" tIns="0" rIns="0" bIns="0" anchor="t">
            <a:spAutoFit/>
          </a:bodyPr>
          <a:lstStyle/>
          <a:p>
            <a:pPr algn="l">
              <a:lnSpc>
                <a:spcPct val="120000"/>
              </a:lnSpc>
            </a:pPr>
            <a:r>
              <a:rPr lang="en-HK" sz="1200" b="1" dirty="0">
                <a:solidFill>
                  <a:srgbClr val="191919"/>
                </a:solidFill>
                <a:latin typeface="Outfit" pitchFamily="2" charset="0"/>
              </a:rPr>
              <a:t>In-Situ Control</a:t>
            </a:r>
            <a:endParaRPr sz="1050" b="1" dirty="0">
              <a:solidFill>
                <a:srgbClr val="191919"/>
              </a:solidFill>
              <a:latin typeface="Outfit" pitchFamily="2" charset="0"/>
            </a:endParaRPr>
          </a:p>
        </p:txBody>
      </p:sp>
      <p:sp>
        <p:nvSpPr>
          <p:cNvPr id="15" name="TextBox 14"/>
          <p:cNvSpPr txBox="1"/>
          <p:nvPr/>
        </p:nvSpPr>
        <p:spPr>
          <a:xfrm>
            <a:off x="6135624" y="1956816"/>
            <a:ext cx="2240280" cy="593560"/>
          </a:xfrm>
          <a:prstGeom prst="rect">
            <a:avLst/>
          </a:prstGeom>
          <a:noFill/>
        </p:spPr>
        <p:txBody>
          <a:bodyPr wrap="square" lIns="0" tIns="0" rIns="0" bIns="0" anchor="t">
            <a:spAutoFit/>
          </a:bodyPr>
          <a:lstStyle/>
          <a:p>
            <a:pPr algn="l">
              <a:lnSpc>
                <a:spcPct val="120000"/>
              </a:lnSpc>
            </a:pPr>
            <a:r>
              <a:rPr lang="en-HK" sz="1100" dirty="0">
                <a:solidFill>
                  <a:srgbClr val="191919"/>
                </a:solidFill>
                <a:latin typeface="Outfit" pitchFamily="2" charset="0"/>
              </a:rPr>
              <a:t>RHEED video output; Heater temperature knobs; Shutter &amp; flux control</a:t>
            </a:r>
            <a:endParaRPr sz="1100" dirty="0">
              <a:solidFill>
                <a:srgbClr val="191919"/>
              </a:solidFill>
              <a:latin typeface="Outfit" pitchFamily="2" charset="0"/>
            </a:endParaRPr>
          </a:p>
        </p:txBody>
      </p:sp>
      <p:sp>
        <p:nvSpPr>
          <p:cNvPr id="16" name="Rounded Rectangle 15"/>
          <p:cNvSpPr/>
          <p:nvPr/>
        </p:nvSpPr>
        <p:spPr>
          <a:xfrm>
            <a:off x="612648" y="3310128"/>
            <a:ext cx="7918704" cy="658368"/>
          </a:xfrm>
          <a:prstGeom prst="roundRect">
            <a:avLst>
              <a:gd name="adj" fmla="val 16000"/>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 y="3545665"/>
            <a:ext cx="1234440" cy="187295"/>
          </a:xfrm>
          <a:prstGeom prst="rect">
            <a:avLst/>
          </a:prstGeom>
          <a:noFill/>
        </p:spPr>
        <p:txBody>
          <a:bodyPr wrap="square" lIns="0" tIns="0" rIns="0" bIns="0" anchor="ctr">
            <a:spAutoFit/>
          </a:bodyPr>
          <a:lstStyle/>
          <a:p>
            <a:pPr algn="l">
              <a:lnSpc>
                <a:spcPct val="120000"/>
              </a:lnSpc>
            </a:pPr>
            <a:r>
              <a:rPr sz="1100" spc="60" dirty="0">
                <a:solidFill>
                  <a:srgbClr val="00B388"/>
                </a:solidFill>
                <a:latin typeface="Outfit" pitchFamily="2" charset="0"/>
              </a:rPr>
              <a:t>OBJECTIVE</a:t>
            </a:r>
            <a:endParaRPr sz="750" spc="60" dirty="0">
              <a:solidFill>
                <a:srgbClr val="00B388"/>
              </a:solidFill>
              <a:latin typeface="Outfit" pitchFamily="2" charset="0"/>
            </a:endParaRPr>
          </a:p>
        </p:txBody>
      </p:sp>
      <p:sp>
        <p:nvSpPr>
          <p:cNvPr id="18" name="TextBox 17"/>
          <p:cNvSpPr txBox="1"/>
          <p:nvPr/>
        </p:nvSpPr>
        <p:spPr>
          <a:xfrm>
            <a:off x="2148840" y="3444099"/>
            <a:ext cx="6172200" cy="390428"/>
          </a:xfrm>
          <a:prstGeom prst="rect">
            <a:avLst/>
          </a:prstGeom>
          <a:noFill/>
        </p:spPr>
        <p:txBody>
          <a:bodyPr wrap="square" lIns="0" tIns="0" rIns="0" bIns="0" anchor="ctr">
            <a:spAutoFit/>
          </a:bodyPr>
          <a:lstStyle/>
          <a:p>
            <a:pPr algn="l">
              <a:lnSpc>
                <a:spcPct val="120000"/>
              </a:lnSpc>
            </a:pPr>
            <a:r>
              <a:rPr lang="en-HK" sz="1100" dirty="0">
                <a:solidFill>
                  <a:srgbClr val="FFFFFF"/>
                </a:solidFill>
                <a:latin typeface="Outfit" pitchFamily="2" charset="0"/>
              </a:rPr>
              <a:t>MBE chamber</a:t>
            </a:r>
            <a:r>
              <a:rPr sz="1100" dirty="0">
                <a:solidFill>
                  <a:srgbClr val="FFFFFF"/>
                </a:solidFill>
                <a:latin typeface="Outfit" pitchFamily="2" charset="0"/>
              </a:rPr>
              <a:t> + </a:t>
            </a:r>
            <a:r>
              <a:rPr lang="en-HK" sz="1100" dirty="0">
                <a:solidFill>
                  <a:srgbClr val="FFFFFF"/>
                </a:solidFill>
                <a:latin typeface="Outfit" pitchFamily="2" charset="0"/>
              </a:rPr>
              <a:t>plasma source + heater + effusion cells</a:t>
            </a:r>
            <a:r>
              <a:rPr sz="1100" dirty="0">
                <a:solidFill>
                  <a:srgbClr val="FFFFFF"/>
                </a:solidFill>
                <a:latin typeface="Outfit" pitchFamily="2" charset="0"/>
              </a:rPr>
              <a:t> + control software — one machine for epitaxy, </a:t>
            </a:r>
            <a:r>
              <a:rPr lang="en-HK" sz="1100" dirty="0">
                <a:solidFill>
                  <a:srgbClr val="FFFFFF"/>
                </a:solidFill>
                <a:latin typeface="Outfit" pitchFamily="2" charset="0"/>
              </a:rPr>
              <a:t>selective area growth</a:t>
            </a:r>
            <a:r>
              <a:rPr sz="1100" dirty="0">
                <a:solidFill>
                  <a:srgbClr val="FFFFFF"/>
                </a:solidFill>
                <a:latin typeface="Outfit" pitchFamily="2" charset="0"/>
              </a:rPr>
              <a:t>, and autonomous operation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HK" sz="2200" spc="20" dirty="0">
                <a:solidFill>
                  <a:srgbClr val="00B388"/>
                </a:solidFill>
                <a:latin typeface="AvenirNext LT Pro Light"/>
              </a:rPr>
              <a:t>MBE components</a:t>
            </a:r>
            <a:endParaRPr sz="2200" spc="20" dirty="0">
              <a:solidFill>
                <a:srgbClr val="00B388"/>
              </a:solidFill>
              <a:latin typeface="AvenirNext LT Pro Light"/>
            </a:endParaRPr>
          </a:p>
        </p:txBody>
      </p:sp>
      <p:sp>
        <p:nvSpPr>
          <p:cNvPr id="3" name="Content Placeholder 2"/>
          <p:cNvSpPr>
            <a:spLocks noGrp="1"/>
          </p:cNvSpPr>
          <p:nvPr>
            <p:ph sz="quarter" idx="14"/>
          </p:nvPr>
        </p:nvSpPr>
        <p:spPr/>
        <p:txBody>
          <a:bodyPr/>
          <a:lstStyle/>
          <a:p>
            <a:r>
              <a:rPr sz="800" spc="80">
                <a:solidFill>
                  <a:srgbClr val="191919"/>
                </a:solidFill>
                <a:latin typeface="AvenirNext LT Pro Medium"/>
              </a:rPr>
              <a:t>NITRIDE MBE PROPOSAL · PARTS</a:t>
            </a:r>
          </a:p>
        </p:txBody>
      </p:sp>
      <p:sp>
        <p:nvSpPr>
          <p:cNvPr id="5" name="Rounded Rectangle 4"/>
          <p:cNvSpPr/>
          <p:nvPr/>
        </p:nvSpPr>
        <p:spPr>
          <a:xfrm>
            <a:off x="612648" y="1444752"/>
            <a:ext cx="7918704"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hamber.png"/>
          <p:cNvPicPr>
            <a:picLocks noChangeAspect="1"/>
          </p:cNvPicPr>
          <p:nvPr/>
        </p:nvPicPr>
        <p:blipFill>
          <a:blip r:embed="rId3"/>
          <a:stretch>
            <a:fillRect/>
          </a:stretch>
        </p:blipFill>
        <p:spPr>
          <a:xfrm>
            <a:off x="704088" y="1517904"/>
            <a:ext cx="365760" cy="365760"/>
          </a:xfrm>
          <a:prstGeom prst="rect">
            <a:avLst/>
          </a:prstGeom>
        </p:spPr>
      </p:pic>
      <p:sp>
        <p:nvSpPr>
          <p:cNvPr id="7" name="TextBox 6"/>
          <p:cNvSpPr txBox="1"/>
          <p:nvPr/>
        </p:nvSpPr>
        <p:spPr>
          <a:xfrm>
            <a:off x="1161288" y="1517904"/>
            <a:ext cx="7260336" cy="170239"/>
          </a:xfrm>
          <a:prstGeom prst="rect">
            <a:avLst/>
          </a:prstGeom>
          <a:noFill/>
        </p:spPr>
        <p:txBody>
          <a:bodyPr wrap="square" lIns="0" tIns="0" rIns="0" bIns="0" anchor="t">
            <a:spAutoFit/>
          </a:bodyPr>
          <a:lstStyle/>
          <a:p>
            <a:pPr algn="l">
              <a:lnSpc>
                <a:spcPct val="120000"/>
              </a:lnSpc>
            </a:pPr>
            <a:r>
              <a:rPr sz="1000" b="1" dirty="0">
                <a:solidFill>
                  <a:srgbClr val="191919"/>
                </a:solidFill>
                <a:latin typeface="Outfit" pitchFamily="2" charset="0"/>
              </a:rPr>
              <a:t>MBE </a:t>
            </a:r>
            <a:r>
              <a:rPr lang="en-HK" sz="1000" b="1" dirty="0">
                <a:solidFill>
                  <a:srgbClr val="191919"/>
                </a:solidFill>
                <a:latin typeface="Outfit" pitchFamily="2" charset="0"/>
              </a:rPr>
              <a:t>chamber</a:t>
            </a:r>
            <a:r>
              <a:rPr sz="1000" b="1" dirty="0">
                <a:solidFill>
                  <a:srgbClr val="191919"/>
                </a:solidFill>
                <a:latin typeface="Outfit" pitchFamily="2" charset="0"/>
              </a:rPr>
              <a:t> — Veeco GEN II / Riber 32 class</a:t>
            </a:r>
          </a:p>
        </p:txBody>
      </p:sp>
      <p:sp>
        <p:nvSpPr>
          <p:cNvPr id="8" name="TextBox 7"/>
          <p:cNvSpPr txBox="1"/>
          <p:nvPr/>
        </p:nvSpPr>
        <p:spPr>
          <a:xfrm>
            <a:off x="1161288" y="1700784"/>
            <a:ext cx="7260336" cy="160493"/>
          </a:xfrm>
          <a:prstGeom prst="rect">
            <a:avLst/>
          </a:prstGeom>
          <a:noFill/>
        </p:spPr>
        <p:txBody>
          <a:bodyPr wrap="square" lIns="0" tIns="0" rIns="0" bIns="0" anchor="t">
            <a:spAutoFit/>
          </a:bodyPr>
          <a:lstStyle/>
          <a:p>
            <a:pPr algn="l">
              <a:lnSpc>
                <a:spcPct val="112000"/>
              </a:lnSpc>
            </a:pPr>
            <a:r>
              <a:rPr lang="en-HK" sz="1000" dirty="0">
                <a:solidFill>
                  <a:srgbClr val="666666"/>
                </a:solidFill>
                <a:latin typeface="Outfit"/>
              </a:rPr>
              <a:t>G</a:t>
            </a:r>
            <a:r>
              <a:rPr sz="1000" dirty="0" err="1">
                <a:solidFill>
                  <a:srgbClr val="666666"/>
                </a:solidFill>
                <a:latin typeface="Outfit"/>
              </a:rPr>
              <a:t>rowth</a:t>
            </a:r>
            <a:r>
              <a:rPr lang="en-US" altLang="ja-JP" sz="1000" dirty="0">
                <a:solidFill>
                  <a:srgbClr val="666666"/>
                </a:solidFill>
                <a:latin typeface="Outfit"/>
              </a:rPr>
              <a:t>, </a:t>
            </a:r>
            <a:r>
              <a:rPr sz="1000" dirty="0">
                <a:solidFill>
                  <a:srgbClr val="666666"/>
                </a:solidFill>
                <a:latin typeface="Outfit"/>
              </a:rPr>
              <a:t>buffer</a:t>
            </a:r>
            <a:r>
              <a:rPr lang="en-HK" sz="1000" dirty="0">
                <a:solidFill>
                  <a:srgbClr val="666666"/>
                </a:solidFill>
                <a:latin typeface="Outfit"/>
              </a:rPr>
              <a:t> and </a:t>
            </a:r>
            <a:r>
              <a:rPr sz="1000" dirty="0">
                <a:solidFill>
                  <a:srgbClr val="666666"/>
                </a:solidFill>
                <a:latin typeface="Outfit"/>
              </a:rPr>
              <a:t>load-lock chambers · </a:t>
            </a:r>
            <a:r>
              <a:rPr lang="en-HK" sz="1000" dirty="0">
                <a:solidFill>
                  <a:srgbClr val="666666"/>
                </a:solidFill>
                <a:latin typeface="Outfit"/>
              </a:rPr>
              <a:t>chamber </a:t>
            </a:r>
            <a:r>
              <a:rPr sz="1000" dirty="0">
                <a:solidFill>
                  <a:srgbClr val="666666"/>
                </a:solidFill>
                <a:latin typeface="Outfit"/>
              </a:rPr>
              <a:t>frame · transfer </a:t>
            </a:r>
            <a:r>
              <a:rPr lang="en-HK" sz="1000" dirty="0">
                <a:solidFill>
                  <a:srgbClr val="666666"/>
                </a:solidFill>
                <a:latin typeface="Outfit"/>
              </a:rPr>
              <a:t>system</a:t>
            </a:r>
            <a:r>
              <a:rPr sz="1000" dirty="0">
                <a:solidFill>
                  <a:srgbClr val="666666"/>
                </a:solidFill>
                <a:latin typeface="Outfit"/>
              </a:rPr>
              <a:t> · </a:t>
            </a:r>
            <a:r>
              <a:rPr lang="en-HK" sz="1000" dirty="0">
                <a:solidFill>
                  <a:srgbClr val="666666"/>
                </a:solidFill>
                <a:latin typeface="Outfit"/>
              </a:rPr>
              <a:t>liquid nitrogen</a:t>
            </a:r>
            <a:r>
              <a:rPr sz="1000" dirty="0">
                <a:solidFill>
                  <a:srgbClr val="666666"/>
                </a:solidFill>
                <a:latin typeface="Outfit"/>
              </a:rPr>
              <a:t> shroud · load-lock cryopump · racks</a:t>
            </a:r>
          </a:p>
        </p:txBody>
      </p:sp>
      <p:sp>
        <p:nvSpPr>
          <p:cNvPr id="10" name="Rounded Rectangle 9"/>
          <p:cNvSpPr/>
          <p:nvPr/>
        </p:nvSpPr>
        <p:spPr>
          <a:xfrm>
            <a:off x="611187" y="2088578"/>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plasma.png"/>
          <p:cNvPicPr>
            <a:picLocks noChangeAspect="1"/>
          </p:cNvPicPr>
          <p:nvPr/>
        </p:nvPicPr>
        <p:blipFill>
          <a:blip r:embed="rId4"/>
          <a:stretch>
            <a:fillRect/>
          </a:stretch>
        </p:blipFill>
        <p:spPr>
          <a:xfrm>
            <a:off x="702627" y="2161730"/>
            <a:ext cx="365760" cy="365760"/>
          </a:xfrm>
          <a:prstGeom prst="rect">
            <a:avLst/>
          </a:prstGeom>
        </p:spPr>
      </p:pic>
      <p:sp>
        <p:nvSpPr>
          <p:cNvPr id="12" name="TextBox 11"/>
          <p:cNvSpPr txBox="1"/>
          <p:nvPr/>
        </p:nvSpPr>
        <p:spPr>
          <a:xfrm>
            <a:off x="1168971" y="2129232"/>
            <a:ext cx="1856232" cy="152734"/>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RF N₂ plasma source</a:t>
            </a:r>
          </a:p>
        </p:txBody>
      </p:sp>
      <p:sp>
        <p:nvSpPr>
          <p:cNvPr id="13" name="TextBox 12"/>
          <p:cNvSpPr txBox="1"/>
          <p:nvPr/>
        </p:nvSpPr>
        <p:spPr>
          <a:xfrm>
            <a:off x="1159827" y="2296485"/>
            <a:ext cx="1965960" cy="300082"/>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600 W · </a:t>
            </a:r>
            <a:r>
              <a:rPr lang="en-HK" sz="900" dirty="0">
                <a:solidFill>
                  <a:srgbClr val="666666"/>
                </a:solidFill>
                <a:latin typeface="Outfit"/>
              </a:rPr>
              <a:t>1</a:t>
            </a:r>
            <a:r>
              <a:rPr sz="900" dirty="0">
                <a:solidFill>
                  <a:srgbClr val="666666"/>
                </a:solidFill>
                <a:latin typeface="Outfit"/>
              </a:rPr>
              <a:t>3.56 MHz ·</a:t>
            </a:r>
            <a:r>
              <a:rPr lang="en-HK" sz="900" dirty="0">
                <a:solidFill>
                  <a:srgbClr val="666666"/>
                </a:solidFill>
                <a:latin typeface="Outfit"/>
              </a:rPr>
              <a:t>RF coil. matching</a:t>
            </a:r>
            <a:r>
              <a:rPr sz="900" dirty="0">
                <a:solidFill>
                  <a:srgbClr val="666666"/>
                </a:solidFill>
                <a:latin typeface="Outfit"/>
              </a:rPr>
              <a:t> network</a:t>
            </a:r>
          </a:p>
        </p:txBody>
      </p:sp>
      <p:sp>
        <p:nvSpPr>
          <p:cNvPr id="14" name="Rounded Rectangle 13"/>
          <p:cNvSpPr/>
          <p:nvPr/>
        </p:nvSpPr>
        <p:spPr>
          <a:xfrm>
            <a:off x="3308667" y="2088578"/>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gas.png"/>
          <p:cNvPicPr>
            <a:picLocks noChangeAspect="1"/>
          </p:cNvPicPr>
          <p:nvPr/>
        </p:nvPicPr>
        <p:blipFill>
          <a:blip r:embed="rId5"/>
          <a:stretch>
            <a:fillRect/>
          </a:stretch>
        </p:blipFill>
        <p:spPr>
          <a:xfrm>
            <a:off x="3400107" y="2161730"/>
            <a:ext cx="365760" cy="365760"/>
          </a:xfrm>
          <a:prstGeom prst="rect">
            <a:avLst/>
          </a:prstGeom>
        </p:spPr>
      </p:pic>
      <p:sp>
        <p:nvSpPr>
          <p:cNvPr id="16" name="TextBox 15"/>
          <p:cNvSpPr txBox="1"/>
          <p:nvPr/>
        </p:nvSpPr>
        <p:spPr>
          <a:xfrm>
            <a:off x="3857307" y="2134230"/>
            <a:ext cx="1856232" cy="152734"/>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N₂ gas </a:t>
            </a:r>
            <a:r>
              <a:rPr lang="en-HK" sz="900" b="1" dirty="0">
                <a:solidFill>
                  <a:srgbClr val="191919"/>
                </a:solidFill>
                <a:latin typeface="Outfit" pitchFamily="2" charset="0"/>
              </a:rPr>
              <a:t>delivery system</a:t>
            </a:r>
            <a:endParaRPr sz="900" b="1" dirty="0">
              <a:solidFill>
                <a:srgbClr val="191919"/>
              </a:solidFill>
              <a:latin typeface="Outfit" pitchFamily="2" charset="0"/>
            </a:endParaRPr>
          </a:p>
        </p:txBody>
      </p:sp>
      <p:sp>
        <p:nvSpPr>
          <p:cNvPr id="17" name="TextBox 16"/>
          <p:cNvSpPr txBox="1"/>
          <p:nvPr/>
        </p:nvSpPr>
        <p:spPr>
          <a:xfrm>
            <a:off x="3857307" y="2303360"/>
            <a:ext cx="1856232" cy="300082"/>
          </a:xfrm>
          <a:prstGeom prst="rect">
            <a:avLst/>
          </a:prstGeom>
          <a:noFill/>
        </p:spPr>
        <p:txBody>
          <a:bodyPr wrap="square" lIns="0" tIns="0" rIns="0" bIns="0" anchor="t">
            <a:spAutoFit/>
          </a:bodyPr>
          <a:lstStyle/>
          <a:p>
            <a:pPr algn="l">
              <a:lnSpc>
                <a:spcPct val="112000"/>
              </a:lnSpc>
            </a:pPr>
            <a:r>
              <a:rPr lang="en-HK" sz="900" dirty="0">
                <a:solidFill>
                  <a:srgbClr val="666666"/>
                </a:solidFill>
                <a:latin typeface="Outfit"/>
              </a:rPr>
              <a:t>99.9999% pure</a:t>
            </a:r>
            <a:r>
              <a:rPr sz="900" dirty="0">
                <a:solidFill>
                  <a:srgbClr val="666666"/>
                </a:solidFill>
                <a:latin typeface="Outfit"/>
              </a:rPr>
              <a:t> supply · getter purifier · M</a:t>
            </a:r>
            <a:r>
              <a:rPr lang="en-HK" sz="900" dirty="0">
                <a:solidFill>
                  <a:srgbClr val="666666"/>
                </a:solidFill>
                <a:latin typeface="Outfit"/>
              </a:rPr>
              <a:t>ass flow controller</a:t>
            </a:r>
            <a:endParaRPr sz="900" dirty="0">
              <a:solidFill>
                <a:srgbClr val="666666"/>
              </a:solidFill>
              <a:latin typeface="Outfit"/>
            </a:endParaRPr>
          </a:p>
        </p:txBody>
      </p:sp>
      <p:sp>
        <p:nvSpPr>
          <p:cNvPr id="18" name="Rounded Rectangle 17"/>
          <p:cNvSpPr/>
          <p:nvPr/>
        </p:nvSpPr>
        <p:spPr>
          <a:xfrm>
            <a:off x="6006147" y="2088578"/>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manipulator.png"/>
          <p:cNvPicPr>
            <a:picLocks noChangeAspect="1"/>
          </p:cNvPicPr>
          <p:nvPr/>
        </p:nvPicPr>
        <p:blipFill>
          <a:blip r:embed="rId6"/>
          <a:stretch>
            <a:fillRect/>
          </a:stretch>
        </p:blipFill>
        <p:spPr>
          <a:xfrm>
            <a:off x="6097587" y="2161730"/>
            <a:ext cx="365760" cy="365760"/>
          </a:xfrm>
          <a:prstGeom prst="rect">
            <a:avLst/>
          </a:prstGeom>
        </p:spPr>
      </p:pic>
      <p:sp>
        <p:nvSpPr>
          <p:cNvPr id="20" name="TextBox 19"/>
          <p:cNvSpPr txBox="1"/>
          <p:nvPr/>
        </p:nvSpPr>
        <p:spPr>
          <a:xfrm>
            <a:off x="6554787" y="2161730"/>
            <a:ext cx="1856232" cy="152799"/>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1200 °C </a:t>
            </a:r>
            <a:r>
              <a:rPr lang="en-HK" sz="900" b="1" dirty="0">
                <a:solidFill>
                  <a:srgbClr val="191919"/>
                </a:solidFill>
                <a:latin typeface="Outfit" pitchFamily="2" charset="0"/>
              </a:rPr>
              <a:t>heater</a:t>
            </a:r>
            <a:endParaRPr sz="900" b="1" dirty="0">
              <a:solidFill>
                <a:srgbClr val="191919"/>
              </a:solidFill>
              <a:latin typeface="Outfit" pitchFamily="2" charset="0"/>
            </a:endParaRPr>
          </a:p>
        </p:txBody>
      </p:sp>
      <p:sp>
        <p:nvSpPr>
          <p:cNvPr id="21" name="TextBox 20"/>
          <p:cNvSpPr txBox="1"/>
          <p:nvPr/>
        </p:nvSpPr>
        <p:spPr>
          <a:xfrm>
            <a:off x="6554787" y="2344610"/>
            <a:ext cx="1856232" cy="144976"/>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PBN-PG heater </a:t>
            </a:r>
          </a:p>
        </p:txBody>
      </p:sp>
      <p:sp>
        <p:nvSpPr>
          <p:cNvPr id="22" name="Rounded Rectangle 21"/>
          <p:cNvSpPr/>
          <p:nvPr/>
        </p:nvSpPr>
        <p:spPr>
          <a:xfrm>
            <a:off x="611187" y="2673794"/>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cell.png"/>
          <p:cNvPicPr>
            <a:picLocks noChangeAspect="1"/>
          </p:cNvPicPr>
          <p:nvPr/>
        </p:nvPicPr>
        <p:blipFill>
          <a:blip r:embed="rId7"/>
          <a:stretch>
            <a:fillRect/>
          </a:stretch>
        </p:blipFill>
        <p:spPr>
          <a:xfrm>
            <a:off x="702627" y="2746946"/>
            <a:ext cx="365760" cy="365760"/>
          </a:xfrm>
          <a:prstGeom prst="rect">
            <a:avLst/>
          </a:prstGeom>
        </p:spPr>
      </p:pic>
      <p:sp>
        <p:nvSpPr>
          <p:cNvPr id="24" name="TextBox 23"/>
          <p:cNvSpPr txBox="1"/>
          <p:nvPr/>
        </p:nvSpPr>
        <p:spPr>
          <a:xfrm>
            <a:off x="1159827" y="2746946"/>
            <a:ext cx="1856232" cy="152799"/>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Effusion cells ×6</a:t>
            </a:r>
          </a:p>
        </p:txBody>
      </p:sp>
      <p:sp>
        <p:nvSpPr>
          <p:cNvPr id="25" name="TextBox 24"/>
          <p:cNvSpPr txBox="1"/>
          <p:nvPr/>
        </p:nvSpPr>
        <p:spPr>
          <a:xfrm>
            <a:off x="1159827" y="2929826"/>
            <a:ext cx="1856232" cy="144976"/>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Ga · cold-lip Al · Cu · Si · Mg · spare</a:t>
            </a:r>
          </a:p>
        </p:txBody>
      </p:sp>
      <p:sp>
        <p:nvSpPr>
          <p:cNvPr id="26" name="Rounded Rectangle 25"/>
          <p:cNvSpPr/>
          <p:nvPr/>
        </p:nvSpPr>
        <p:spPr>
          <a:xfrm>
            <a:off x="3308667" y="2673794"/>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turbo.png"/>
          <p:cNvPicPr>
            <a:picLocks noChangeAspect="1"/>
          </p:cNvPicPr>
          <p:nvPr/>
        </p:nvPicPr>
        <p:blipFill>
          <a:blip r:embed="rId8"/>
          <a:stretch>
            <a:fillRect/>
          </a:stretch>
        </p:blipFill>
        <p:spPr>
          <a:xfrm>
            <a:off x="3400107" y="2746946"/>
            <a:ext cx="365760" cy="365760"/>
          </a:xfrm>
          <a:prstGeom prst="rect">
            <a:avLst/>
          </a:prstGeom>
        </p:spPr>
      </p:pic>
      <p:sp>
        <p:nvSpPr>
          <p:cNvPr id="28" name="TextBox 27"/>
          <p:cNvSpPr txBox="1"/>
          <p:nvPr/>
        </p:nvSpPr>
        <p:spPr>
          <a:xfrm>
            <a:off x="3857307" y="2746946"/>
            <a:ext cx="1856232" cy="155107"/>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Maglev turbo</a:t>
            </a:r>
            <a:r>
              <a:rPr lang="en-HK" sz="900" b="1" dirty="0">
                <a:solidFill>
                  <a:srgbClr val="191919"/>
                </a:solidFill>
                <a:latin typeface="Outfit" pitchFamily="2" charset="0"/>
              </a:rPr>
              <a:t>molecular</a:t>
            </a:r>
            <a:r>
              <a:rPr sz="900" b="1" dirty="0">
                <a:solidFill>
                  <a:srgbClr val="191919"/>
                </a:solidFill>
                <a:latin typeface="Outfit" pitchFamily="2" charset="0"/>
              </a:rPr>
              <a:t>pump</a:t>
            </a:r>
          </a:p>
        </p:txBody>
      </p:sp>
      <p:sp>
        <p:nvSpPr>
          <p:cNvPr id="29" name="TextBox 28"/>
          <p:cNvSpPr txBox="1"/>
          <p:nvPr/>
        </p:nvSpPr>
        <p:spPr>
          <a:xfrm>
            <a:off x="3857307" y="2929826"/>
            <a:ext cx="1856232" cy="144463"/>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≥2000 L/s N₂ + dry backing pump</a:t>
            </a:r>
          </a:p>
        </p:txBody>
      </p:sp>
      <p:sp>
        <p:nvSpPr>
          <p:cNvPr id="30" name="Rounded Rectangle 29"/>
          <p:cNvSpPr/>
          <p:nvPr/>
        </p:nvSpPr>
        <p:spPr>
          <a:xfrm>
            <a:off x="6006147" y="2673794"/>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ionpump.png"/>
          <p:cNvPicPr>
            <a:picLocks noChangeAspect="1"/>
          </p:cNvPicPr>
          <p:nvPr/>
        </p:nvPicPr>
        <p:blipFill>
          <a:blip r:embed="rId9"/>
          <a:stretch>
            <a:fillRect/>
          </a:stretch>
        </p:blipFill>
        <p:spPr>
          <a:xfrm>
            <a:off x="6097587" y="2746946"/>
            <a:ext cx="365760" cy="365760"/>
          </a:xfrm>
          <a:prstGeom prst="rect">
            <a:avLst/>
          </a:prstGeom>
        </p:spPr>
      </p:pic>
      <p:sp>
        <p:nvSpPr>
          <p:cNvPr id="32" name="TextBox 31"/>
          <p:cNvSpPr txBox="1"/>
          <p:nvPr/>
        </p:nvSpPr>
        <p:spPr>
          <a:xfrm>
            <a:off x="6554787" y="2671321"/>
            <a:ext cx="1866838" cy="319446"/>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Ion pump + </a:t>
            </a:r>
            <a:r>
              <a:rPr lang="en-HK" sz="900" b="1" dirty="0">
                <a:solidFill>
                  <a:srgbClr val="191919"/>
                </a:solidFill>
                <a:latin typeface="Outfit" pitchFamily="2" charset="0"/>
              </a:rPr>
              <a:t>Titanium sublimation pump</a:t>
            </a:r>
            <a:endParaRPr sz="900" b="1" dirty="0">
              <a:solidFill>
                <a:srgbClr val="191919"/>
              </a:solidFill>
              <a:latin typeface="Outfit" pitchFamily="2" charset="0"/>
            </a:endParaRPr>
          </a:p>
        </p:txBody>
      </p:sp>
      <p:sp>
        <p:nvSpPr>
          <p:cNvPr id="33" name="TextBox 32"/>
          <p:cNvSpPr txBox="1"/>
          <p:nvPr/>
        </p:nvSpPr>
        <p:spPr>
          <a:xfrm>
            <a:off x="6554787" y="2991497"/>
            <a:ext cx="1856232" cy="144976"/>
          </a:xfrm>
          <a:prstGeom prst="rect">
            <a:avLst/>
          </a:prstGeom>
          <a:noFill/>
        </p:spPr>
        <p:txBody>
          <a:bodyPr wrap="square" lIns="0" tIns="0" rIns="0" bIns="0" anchor="t">
            <a:spAutoFit/>
          </a:bodyPr>
          <a:lstStyle/>
          <a:p>
            <a:pPr algn="l">
              <a:lnSpc>
                <a:spcPct val="112000"/>
              </a:lnSpc>
            </a:pPr>
            <a:r>
              <a:rPr lang="en-HK" sz="900" dirty="0">
                <a:solidFill>
                  <a:srgbClr val="666666"/>
                </a:solidFill>
                <a:latin typeface="Outfit"/>
              </a:rPr>
              <a:t>V</a:t>
            </a:r>
            <a:r>
              <a:rPr sz="900" dirty="0" err="1">
                <a:solidFill>
                  <a:srgbClr val="666666"/>
                </a:solidFill>
                <a:latin typeface="Outfit"/>
              </a:rPr>
              <a:t>alved</a:t>
            </a:r>
            <a:r>
              <a:rPr lang="en-HK" sz="900" dirty="0">
                <a:solidFill>
                  <a:srgbClr val="666666"/>
                </a:solidFill>
                <a:latin typeface="Outfit"/>
              </a:rPr>
              <a:t>: </a:t>
            </a:r>
            <a:r>
              <a:rPr sz="900" dirty="0">
                <a:solidFill>
                  <a:srgbClr val="666666"/>
                </a:solidFill>
                <a:latin typeface="Outfit"/>
              </a:rPr>
              <a:t>base-pressure duty only</a:t>
            </a:r>
          </a:p>
        </p:txBody>
      </p:sp>
      <p:sp>
        <p:nvSpPr>
          <p:cNvPr id="34" name="Rounded Rectangle 33"/>
          <p:cNvSpPr/>
          <p:nvPr/>
        </p:nvSpPr>
        <p:spPr>
          <a:xfrm>
            <a:off x="611187" y="3259010"/>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rheed.png"/>
          <p:cNvPicPr>
            <a:picLocks noChangeAspect="1"/>
          </p:cNvPicPr>
          <p:nvPr/>
        </p:nvPicPr>
        <p:blipFill>
          <a:blip r:embed="rId10"/>
          <a:stretch>
            <a:fillRect/>
          </a:stretch>
        </p:blipFill>
        <p:spPr>
          <a:xfrm>
            <a:off x="702627" y="3332162"/>
            <a:ext cx="365760" cy="365760"/>
          </a:xfrm>
          <a:prstGeom prst="rect">
            <a:avLst/>
          </a:prstGeom>
        </p:spPr>
      </p:pic>
      <p:sp>
        <p:nvSpPr>
          <p:cNvPr id="36" name="TextBox 35"/>
          <p:cNvSpPr txBox="1"/>
          <p:nvPr/>
        </p:nvSpPr>
        <p:spPr>
          <a:xfrm>
            <a:off x="1159827" y="3332162"/>
            <a:ext cx="1856232" cy="153247"/>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RHEED</a:t>
            </a:r>
          </a:p>
        </p:txBody>
      </p:sp>
      <p:sp>
        <p:nvSpPr>
          <p:cNvPr id="37" name="TextBox 36"/>
          <p:cNvSpPr txBox="1"/>
          <p:nvPr/>
        </p:nvSpPr>
        <p:spPr>
          <a:xfrm>
            <a:off x="1159827" y="3515042"/>
            <a:ext cx="1856232" cy="144976"/>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gun · phosphor screen · camera</a:t>
            </a:r>
          </a:p>
        </p:txBody>
      </p:sp>
      <p:sp>
        <p:nvSpPr>
          <p:cNvPr id="38" name="Rounded Rectangle 37"/>
          <p:cNvSpPr/>
          <p:nvPr/>
        </p:nvSpPr>
        <p:spPr>
          <a:xfrm>
            <a:off x="3308667" y="3259010"/>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pyro.png"/>
          <p:cNvPicPr>
            <a:picLocks noChangeAspect="1"/>
          </p:cNvPicPr>
          <p:nvPr/>
        </p:nvPicPr>
        <p:blipFill>
          <a:blip r:embed="rId11"/>
          <a:stretch>
            <a:fillRect/>
          </a:stretch>
        </p:blipFill>
        <p:spPr>
          <a:xfrm>
            <a:off x="3400107" y="3332162"/>
            <a:ext cx="365760" cy="365760"/>
          </a:xfrm>
          <a:prstGeom prst="rect">
            <a:avLst/>
          </a:prstGeom>
        </p:spPr>
      </p:pic>
      <p:sp>
        <p:nvSpPr>
          <p:cNvPr id="40" name="TextBox 39"/>
          <p:cNvSpPr txBox="1"/>
          <p:nvPr/>
        </p:nvSpPr>
        <p:spPr>
          <a:xfrm>
            <a:off x="3857307" y="3332162"/>
            <a:ext cx="1856232" cy="155107"/>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Band-edge pyrometer</a:t>
            </a:r>
          </a:p>
        </p:txBody>
      </p:sp>
      <p:sp>
        <p:nvSpPr>
          <p:cNvPr id="41" name="TextBox 40"/>
          <p:cNvSpPr txBox="1"/>
          <p:nvPr/>
        </p:nvSpPr>
        <p:spPr>
          <a:xfrm>
            <a:off x="3857307" y="3515042"/>
            <a:ext cx="1856232" cy="144976"/>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true wafer </a:t>
            </a:r>
            <a:r>
              <a:rPr lang="en-HK" sz="900" dirty="0">
                <a:solidFill>
                  <a:srgbClr val="666666"/>
                </a:solidFill>
                <a:latin typeface="Outfit"/>
              </a:rPr>
              <a:t>temperature reading</a:t>
            </a:r>
            <a:endParaRPr sz="900" dirty="0">
              <a:solidFill>
                <a:srgbClr val="666666"/>
              </a:solidFill>
              <a:latin typeface="Outfit"/>
            </a:endParaRPr>
          </a:p>
        </p:txBody>
      </p:sp>
      <p:sp>
        <p:nvSpPr>
          <p:cNvPr id="42" name="Rounded Rectangle 41"/>
          <p:cNvSpPr/>
          <p:nvPr/>
        </p:nvSpPr>
        <p:spPr>
          <a:xfrm>
            <a:off x="6006147" y="3259010"/>
            <a:ext cx="2514600" cy="512064"/>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gauge.png"/>
          <p:cNvPicPr>
            <a:picLocks noChangeAspect="1"/>
          </p:cNvPicPr>
          <p:nvPr/>
        </p:nvPicPr>
        <p:blipFill>
          <a:blip r:embed="rId12"/>
          <a:stretch>
            <a:fillRect/>
          </a:stretch>
        </p:blipFill>
        <p:spPr>
          <a:xfrm>
            <a:off x="6097587" y="3332162"/>
            <a:ext cx="365760" cy="365760"/>
          </a:xfrm>
          <a:prstGeom prst="rect">
            <a:avLst/>
          </a:prstGeom>
        </p:spPr>
      </p:pic>
      <p:sp>
        <p:nvSpPr>
          <p:cNvPr id="44" name="TextBox 43"/>
          <p:cNvSpPr txBox="1"/>
          <p:nvPr/>
        </p:nvSpPr>
        <p:spPr>
          <a:xfrm>
            <a:off x="6554787" y="3332162"/>
            <a:ext cx="1856232" cy="155107"/>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R</a:t>
            </a:r>
            <a:r>
              <a:rPr lang="en-HK" sz="900" b="1" dirty="0" err="1">
                <a:solidFill>
                  <a:srgbClr val="191919"/>
                </a:solidFill>
                <a:latin typeface="Outfit" pitchFamily="2" charset="0"/>
              </a:rPr>
              <a:t>esidual</a:t>
            </a:r>
            <a:r>
              <a:rPr lang="en-HK" sz="900" b="1" dirty="0">
                <a:solidFill>
                  <a:srgbClr val="191919"/>
                </a:solidFill>
                <a:latin typeface="Outfit" pitchFamily="2" charset="0"/>
              </a:rPr>
              <a:t> gas </a:t>
            </a:r>
            <a:r>
              <a:rPr lang="en-HK" sz="900" b="1" dirty="0" err="1">
                <a:solidFill>
                  <a:srgbClr val="191919"/>
                </a:solidFill>
                <a:latin typeface="Outfit" pitchFamily="2" charset="0"/>
              </a:rPr>
              <a:t>analyzer</a:t>
            </a:r>
            <a:r>
              <a:rPr sz="900" b="1" dirty="0">
                <a:solidFill>
                  <a:srgbClr val="191919"/>
                </a:solidFill>
                <a:latin typeface="Outfit" pitchFamily="2" charset="0"/>
              </a:rPr>
              <a:t> + ion gauges</a:t>
            </a:r>
          </a:p>
        </p:txBody>
      </p:sp>
      <p:sp>
        <p:nvSpPr>
          <p:cNvPr id="45" name="TextBox 44"/>
          <p:cNvSpPr txBox="1"/>
          <p:nvPr/>
        </p:nvSpPr>
        <p:spPr>
          <a:xfrm>
            <a:off x="6554787" y="3515042"/>
            <a:ext cx="1856232" cy="144976"/>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incl. retractable beam-flux monitor</a:t>
            </a:r>
          </a:p>
        </p:txBody>
      </p:sp>
      <p:sp>
        <p:nvSpPr>
          <p:cNvPr id="46" name="Rounded Rectangle 45"/>
          <p:cNvSpPr/>
          <p:nvPr/>
        </p:nvSpPr>
        <p:spPr>
          <a:xfrm>
            <a:off x="611187" y="3844226"/>
            <a:ext cx="2514600" cy="770636"/>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psu.png"/>
          <p:cNvPicPr>
            <a:picLocks noChangeAspect="1"/>
          </p:cNvPicPr>
          <p:nvPr/>
        </p:nvPicPr>
        <p:blipFill>
          <a:blip r:embed="rId13"/>
          <a:stretch>
            <a:fillRect/>
          </a:stretch>
        </p:blipFill>
        <p:spPr>
          <a:xfrm>
            <a:off x="702627" y="3917378"/>
            <a:ext cx="365760" cy="365760"/>
          </a:xfrm>
          <a:prstGeom prst="rect">
            <a:avLst/>
          </a:prstGeom>
        </p:spPr>
      </p:pic>
      <p:sp>
        <p:nvSpPr>
          <p:cNvPr id="48" name="TextBox 47"/>
          <p:cNvSpPr txBox="1"/>
          <p:nvPr/>
        </p:nvSpPr>
        <p:spPr>
          <a:xfrm>
            <a:off x="1159827" y="3896753"/>
            <a:ext cx="1856232" cy="319446"/>
          </a:xfrm>
          <a:prstGeom prst="rect">
            <a:avLst/>
          </a:prstGeom>
          <a:noFill/>
        </p:spPr>
        <p:txBody>
          <a:bodyPr wrap="square" lIns="0" tIns="0" rIns="0" bIns="0" anchor="t">
            <a:spAutoFit/>
          </a:bodyPr>
          <a:lstStyle/>
          <a:p>
            <a:pPr algn="l">
              <a:lnSpc>
                <a:spcPct val="120000"/>
              </a:lnSpc>
            </a:pPr>
            <a:r>
              <a:rPr lang="en-HK" sz="900" b="1" dirty="0">
                <a:solidFill>
                  <a:srgbClr val="191919"/>
                </a:solidFill>
                <a:latin typeface="Outfit" pitchFamily="2" charset="0"/>
              </a:rPr>
              <a:t>Power supply </a:t>
            </a:r>
            <a:r>
              <a:rPr sz="900" b="1" dirty="0">
                <a:solidFill>
                  <a:srgbClr val="191919"/>
                </a:solidFill>
                <a:latin typeface="Outfit" pitchFamily="2" charset="0"/>
              </a:rPr>
              <a:t>+ P</a:t>
            </a:r>
            <a:r>
              <a:rPr lang="en-HK" sz="900" b="1" dirty="0" err="1">
                <a:solidFill>
                  <a:srgbClr val="191919"/>
                </a:solidFill>
                <a:latin typeface="Outfit" pitchFamily="2" charset="0"/>
              </a:rPr>
              <a:t>roportional</a:t>
            </a:r>
            <a:r>
              <a:rPr lang="en-HK" sz="900" b="1" dirty="0">
                <a:solidFill>
                  <a:srgbClr val="191919"/>
                </a:solidFill>
                <a:latin typeface="Outfit" pitchFamily="2" charset="0"/>
              </a:rPr>
              <a:t> integral derivative</a:t>
            </a:r>
            <a:endParaRPr sz="900" b="1" dirty="0">
              <a:solidFill>
                <a:srgbClr val="191919"/>
              </a:solidFill>
              <a:latin typeface="Outfit" pitchFamily="2" charset="0"/>
            </a:endParaRPr>
          </a:p>
        </p:txBody>
      </p:sp>
      <p:sp>
        <p:nvSpPr>
          <p:cNvPr id="49" name="TextBox 48"/>
          <p:cNvSpPr txBox="1"/>
          <p:nvPr/>
        </p:nvSpPr>
        <p:spPr>
          <a:xfrm>
            <a:off x="1178115" y="4268726"/>
            <a:ext cx="1856232" cy="300082"/>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one DC supply +</a:t>
            </a:r>
            <a:r>
              <a:rPr lang="en-HK" sz="900" dirty="0">
                <a:solidFill>
                  <a:srgbClr val="666666"/>
                </a:solidFill>
                <a:latin typeface="Outfit"/>
              </a:rPr>
              <a:t> control</a:t>
            </a:r>
            <a:r>
              <a:rPr sz="900" dirty="0">
                <a:solidFill>
                  <a:srgbClr val="666666"/>
                </a:solidFill>
                <a:latin typeface="Outfit"/>
              </a:rPr>
              <a:t> loop per heater zone</a:t>
            </a:r>
          </a:p>
        </p:txBody>
      </p:sp>
      <p:sp>
        <p:nvSpPr>
          <p:cNvPr id="50" name="Rounded Rectangle 49"/>
          <p:cNvSpPr/>
          <p:nvPr/>
        </p:nvSpPr>
        <p:spPr>
          <a:xfrm>
            <a:off x="3308667" y="3844225"/>
            <a:ext cx="2514600" cy="770637"/>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ln2.png"/>
          <p:cNvPicPr>
            <a:picLocks noChangeAspect="1"/>
          </p:cNvPicPr>
          <p:nvPr/>
        </p:nvPicPr>
        <p:blipFill>
          <a:blip r:embed="rId14"/>
          <a:stretch>
            <a:fillRect/>
          </a:stretch>
        </p:blipFill>
        <p:spPr>
          <a:xfrm>
            <a:off x="3400107" y="3917378"/>
            <a:ext cx="365760" cy="365760"/>
          </a:xfrm>
          <a:prstGeom prst="rect">
            <a:avLst/>
          </a:prstGeom>
        </p:spPr>
      </p:pic>
      <p:sp>
        <p:nvSpPr>
          <p:cNvPr id="52" name="TextBox 51"/>
          <p:cNvSpPr txBox="1"/>
          <p:nvPr/>
        </p:nvSpPr>
        <p:spPr>
          <a:xfrm>
            <a:off x="3857307" y="3917378"/>
            <a:ext cx="1856232" cy="155107"/>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LN₂ distribution</a:t>
            </a:r>
          </a:p>
        </p:txBody>
      </p:sp>
      <p:sp>
        <p:nvSpPr>
          <p:cNvPr id="53" name="TextBox 52"/>
          <p:cNvSpPr txBox="1"/>
          <p:nvPr/>
        </p:nvSpPr>
        <p:spPr>
          <a:xfrm>
            <a:off x="3857307" y="4100258"/>
            <a:ext cx="1856232" cy="300082"/>
          </a:xfrm>
          <a:prstGeom prst="rect">
            <a:avLst/>
          </a:prstGeom>
          <a:noFill/>
        </p:spPr>
        <p:txBody>
          <a:bodyPr wrap="square" lIns="0" tIns="0" rIns="0" bIns="0" anchor="t">
            <a:spAutoFit/>
          </a:bodyPr>
          <a:lstStyle/>
          <a:p>
            <a:pPr algn="l">
              <a:lnSpc>
                <a:spcPct val="112000"/>
              </a:lnSpc>
            </a:pPr>
            <a:r>
              <a:rPr sz="900" dirty="0">
                <a:solidFill>
                  <a:srgbClr val="666666"/>
                </a:solidFill>
                <a:latin typeface="Outfit"/>
              </a:rPr>
              <a:t>phase separator · vacuum-insulated lines</a:t>
            </a:r>
          </a:p>
        </p:txBody>
      </p:sp>
      <p:sp>
        <p:nvSpPr>
          <p:cNvPr id="54" name="Rounded Rectangle 53"/>
          <p:cNvSpPr/>
          <p:nvPr/>
        </p:nvSpPr>
        <p:spPr>
          <a:xfrm>
            <a:off x="6006147" y="3844225"/>
            <a:ext cx="2514600" cy="770637"/>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5" name="Picture 54" descr="facility.png"/>
          <p:cNvPicPr>
            <a:picLocks noChangeAspect="1"/>
          </p:cNvPicPr>
          <p:nvPr/>
        </p:nvPicPr>
        <p:blipFill>
          <a:blip r:embed="rId15"/>
          <a:stretch>
            <a:fillRect/>
          </a:stretch>
        </p:blipFill>
        <p:spPr>
          <a:xfrm>
            <a:off x="6097587" y="3917378"/>
            <a:ext cx="365760" cy="365760"/>
          </a:xfrm>
          <a:prstGeom prst="rect">
            <a:avLst/>
          </a:prstGeom>
        </p:spPr>
      </p:pic>
      <p:sp>
        <p:nvSpPr>
          <p:cNvPr id="56" name="TextBox 55"/>
          <p:cNvSpPr txBox="1"/>
          <p:nvPr/>
        </p:nvSpPr>
        <p:spPr>
          <a:xfrm>
            <a:off x="6554787" y="3870644"/>
            <a:ext cx="1856232" cy="485646"/>
          </a:xfrm>
          <a:prstGeom prst="rect">
            <a:avLst/>
          </a:prstGeom>
          <a:noFill/>
        </p:spPr>
        <p:txBody>
          <a:bodyPr wrap="square" lIns="0" tIns="0" rIns="0" bIns="0" anchor="t">
            <a:spAutoFit/>
          </a:bodyPr>
          <a:lstStyle/>
          <a:p>
            <a:pPr algn="l">
              <a:lnSpc>
                <a:spcPct val="120000"/>
              </a:lnSpc>
            </a:pPr>
            <a:r>
              <a:rPr sz="900" b="1" dirty="0">
                <a:solidFill>
                  <a:srgbClr val="191919"/>
                </a:solidFill>
                <a:latin typeface="Outfit" pitchFamily="2" charset="0"/>
              </a:rPr>
              <a:t>Bake-out</a:t>
            </a:r>
            <a:r>
              <a:rPr lang="en-HK" sz="900" b="1" dirty="0">
                <a:solidFill>
                  <a:srgbClr val="191919"/>
                </a:solidFill>
                <a:latin typeface="Outfit" pitchFamily="2" charset="0"/>
              </a:rPr>
              <a:t> heater</a:t>
            </a:r>
            <a:r>
              <a:rPr sz="900" b="1" dirty="0">
                <a:solidFill>
                  <a:srgbClr val="191919"/>
                </a:solidFill>
                <a:latin typeface="Outfit" pitchFamily="2" charset="0"/>
              </a:rPr>
              <a:t> · </a:t>
            </a:r>
            <a:r>
              <a:rPr lang="en-HK" sz="900" b="1" dirty="0">
                <a:solidFill>
                  <a:srgbClr val="191919"/>
                </a:solidFill>
                <a:latin typeface="Outfit" pitchFamily="2" charset="0"/>
              </a:rPr>
              <a:t>water-loop </a:t>
            </a:r>
            <a:r>
              <a:rPr sz="900" b="1" dirty="0">
                <a:solidFill>
                  <a:srgbClr val="191919"/>
                </a:solidFill>
                <a:latin typeface="Outfit" pitchFamily="2" charset="0"/>
              </a:rPr>
              <a:t>chiller · U</a:t>
            </a:r>
            <a:r>
              <a:rPr lang="en-HK" sz="900" b="1" dirty="0" err="1">
                <a:solidFill>
                  <a:srgbClr val="191919"/>
                </a:solidFill>
                <a:latin typeface="Outfit" pitchFamily="2" charset="0"/>
              </a:rPr>
              <a:t>ninterruptible</a:t>
            </a:r>
            <a:r>
              <a:rPr lang="en-HK" sz="900" b="1" dirty="0">
                <a:solidFill>
                  <a:srgbClr val="191919"/>
                </a:solidFill>
                <a:latin typeface="Outfit" pitchFamily="2" charset="0"/>
              </a:rPr>
              <a:t> </a:t>
            </a:r>
            <a:r>
              <a:rPr sz="900" b="1" dirty="0">
                <a:solidFill>
                  <a:srgbClr val="191919"/>
                </a:solidFill>
                <a:latin typeface="Outfit" pitchFamily="2" charset="0"/>
              </a:rPr>
              <a:t>P</a:t>
            </a:r>
            <a:r>
              <a:rPr lang="en-HK" sz="900" b="1" dirty="0" err="1">
                <a:solidFill>
                  <a:srgbClr val="191919"/>
                </a:solidFill>
                <a:latin typeface="Outfit" pitchFamily="2" charset="0"/>
              </a:rPr>
              <a:t>ower</a:t>
            </a:r>
            <a:r>
              <a:rPr lang="en-HK" sz="900" b="1" dirty="0">
                <a:solidFill>
                  <a:srgbClr val="191919"/>
                </a:solidFill>
                <a:latin typeface="Outfit" pitchFamily="2" charset="0"/>
              </a:rPr>
              <a:t> </a:t>
            </a:r>
            <a:r>
              <a:rPr sz="900" b="1" dirty="0">
                <a:solidFill>
                  <a:srgbClr val="191919"/>
                </a:solidFill>
                <a:latin typeface="Outfit" pitchFamily="2" charset="0"/>
              </a:rPr>
              <a:t>S</a:t>
            </a:r>
            <a:r>
              <a:rPr lang="en-HK" sz="900" b="1" dirty="0" err="1">
                <a:solidFill>
                  <a:srgbClr val="191919"/>
                </a:solidFill>
                <a:latin typeface="Outfit" pitchFamily="2" charset="0"/>
              </a:rPr>
              <a:t>upply</a:t>
            </a:r>
            <a:endParaRPr sz="900" b="1" dirty="0">
              <a:solidFill>
                <a:srgbClr val="191919"/>
              </a:solidFill>
              <a:latin typeface="Outfit"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HK" sz="2200" spc="20" dirty="0">
                <a:solidFill>
                  <a:srgbClr val="00B388"/>
                </a:solidFill>
                <a:latin typeface="AvenirNext LT Pro Light"/>
              </a:rPr>
              <a:t>Cost Estimate</a:t>
            </a:r>
            <a:endParaRPr sz="2200" spc="20" dirty="0">
              <a:solidFill>
                <a:srgbClr val="00B388"/>
              </a:solidFill>
              <a:latin typeface="AvenirNext LT Pro Light"/>
            </a:endParaRPr>
          </a:p>
        </p:txBody>
      </p:sp>
      <p:sp>
        <p:nvSpPr>
          <p:cNvPr id="3" name="Content Placeholder 2"/>
          <p:cNvSpPr>
            <a:spLocks noGrp="1"/>
          </p:cNvSpPr>
          <p:nvPr>
            <p:ph sz="quarter" idx="14"/>
          </p:nvPr>
        </p:nvSpPr>
        <p:spPr/>
        <p:txBody>
          <a:bodyPr/>
          <a:lstStyle/>
          <a:p>
            <a:r>
              <a:rPr sz="800" spc="80">
                <a:solidFill>
                  <a:srgbClr val="191919"/>
                </a:solidFill>
                <a:latin typeface="AvenirNext LT Pro Medium"/>
              </a:rPr>
              <a:t>NITRIDE MBE PROPOSAL · BUDGET</a:t>
            </a:r>
          </a:p>
        </p:txBody>
      </p:sp>
      <p:sp>
        <p:nvSpPr>
          <p:cNvPr id="4" name="Rounded Rectangle 3"/>
          <p:cNvSpPr/>
          <p:nvPr/>
        </p:nvSpPr>
        <p:spPr>
          <a:xfrm>
            <a:off x="612648" y="1298448"/>
            <a:ext cx="7918704" cy="347472"/>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40664" y="1344168"/>
            <a:ext cx="256032" cy="256032"/>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FFFFFF"/>
                </a:solidFill>
                <a:latin typeface="AvenirNext LT Pro Medium"/>
              </a:rPr>
              <a:t>01</a:t>
            </a:r>
          </a:p>
        </p:txBody>
      </p:sp>
      <p:sp>
        <p:nvSpPr>
          <p:cNvPr id="6" name="TextBox 5"/>
          <p:cNvSpPr txBox="1"/>
          <p:nvPr/>
        </p:nvSpPr>
        <p:spPr>
          <a:xfrm>
            <a:off x="1143000" y="1298448"/>
            <a:ext cx="4434840" cy="347472"/>
          </a:xfrm>
          <a:prstGeom prst="rect">
            <a:avLst/>
          </a:prstGeom>
          <a:noFill/>
        </p:spPr>
        <p:txBody>
          <a:bodyPr wrap="square" anchor="ctr" lIns="0" rIns="0" tIns="0" bIns="0">
            <a:spAutoFit/>
          </a:bodyPr>
          <a:lstStyle/>
          <a:p>
            <a:pPr algn="l">
              <a:lnSpc>
                <a:spcPct val="120000"/>
              </a:lnSpc>
            </a:pPr>
            <a:r>
              <a:rPr sz="819">
                <a:solidFill>
                  <a:srgbClr val="191919"/>
                </a:solidFill>
                <a:latin typeface="AvenirNext LT Pro Medium"/>
              </a:rPr>
              <a:t>GEN II / Riber 32 class, refurbished</a:t>
            </a:r>
          </a:p>
        </p:txBody>
      </p:sp>
      <p:sp>
        <p:nvSpPr>
          <p:cNvPr id="7" name="TextBox 6"/>
          <p:cNvSpPr txBox="1"/>
          <p:nvPr/>
        </p:nvSpPr>
        <p:spPr>
          <a:xfrm>
            <a:off x="5669280" y="1298448"/>
            <a:ext cx="1417320" cy="347472"/>
          </a:xfrm>
          <a:prstGeom prst="rect">
            <a:avLst/>
          </a:prstGeom>
          <a:noFill/>
        </p:spPr>
        <p:txBody>
          <a:bodyPr wrap="square" anchor="ctr" lIns="0" rIns="0" tIns="0" bIns="0">
            <a:spAutoFit/>
          </a:bodyPr>
          <a:lstStyle/>
          <a:p>
            <a:pPr algn="l">
              <a:lnSpc>
                <a:spcPct val="120000"/>
              </a:lnSpc>
            </a:pPr>
            <a:r>
              <a:rPr sz="700">
                <a:solidFill>
                  <a:srgbClr val="666666"/>
                </a:solidFill>
                <a:latin typeface="Outfit"/>
              </a:rPr>
              <a:t>used chassis</a:t>
            </a:r>
          </a:p>
        </p:txBody>
      </p:sp>
      <p:sp>
        <p:nvSpPr>
          <p:cNvPr id="8" name="TextBox 7"/>
          <p:cNvSpPr txBox="1"/>
          <p:nvPr/>
        </p:nvSpPr>
        <p:spPr>
          <a:xfrm>
            <a:off x="7178040" y="1298448"/>
            <a:ext cx="1225296" cy="347472"/>
          </a:xfrm>
          <a:prstGeom prst="rect">
            <a:avLst/>
          </a:prstGeom>
          <a:noFill/>
        </p:spPr>
        <p:txBody>
          <a:bodyPr wrap="square" anchor="ctr" lIns="0" rIns="0" tIns="0" bIns="0">
            <a:spAutoFit/>
          </a:bodyPr>
          <a:lstStyle/>
          <a:p>
            <a:pPr algn="r">
              <a:lnSpc>
                <a:spcPct val="120000"/>
              </a:lnSpc>
            </a:pPr>
            <a:r>
              <a:rPr sz="880">
                <a:solidFill>
                  <a:srgbClr val="191919"/>
                </a:solidFill>
                <a:latin typeface="AvenirNext LT Pro Medium"/>
              </a:rPr>
              <a:t>0.20–0.50</a:t>
            </a:r>
          </a:p>
        </p:txBody>
      </p:sp>
      <p:sp>
        <p:nvSpPr>
          <p:cNvPr id="9" name="Rounded Rectangle 8"/>
          <p:cNvSpPr/>
          <p:nvPr/>
        </p:nvSpPr>
        <p:spPr>
          <a:xfrm>
            <a:off x="612648" y="1682495"/>
            <a:ext cx="7918704" cy="347472"/>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40664" y="1728216"/>
            <a:ext cx="256032" cy="256032"/>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FFFFFF"/>
                </a:solidFill>
                <a:latin typeface="AvenirNext LT Pro Medium"/>
              </a:rPr>
              <a:t>02</a:t>
            </a:r>
          </a:p>
        </p:txBody>
      </p:sp>
      <p:sp>
        <p:nvSpPr>
          <p:cNvPr id="11" name="TextBox 10"/>
          <p:cNvSpPr txBox="1"/>
          <p:nvPr/>
        </p:nvSpPr>
        <p:spPr>
          <a:xfrm>
            <a:off x="1143000" y="1682495"/>
            <a:ext cx="4434840" cy="347472"/>
          </a:xfrm>
          <a:prstGeom prst="rect">
            <a:avLst/>
          </a:prstGeom>
          <a:noFill/>
        </p:spPr>
        <p:txBody>
          <a:bodyPr wrap="square" anchor="ctr" lIns="0" rIns="0" tIns="0" bIns="0">
            <a:spAutoFit/>
          </a:bodyPr>
          <a:lstStyle/>
          <a:p>
            <a:pPr algn="l">
              <a:lnSpc>
                <a:spcPct val="120000"/>
              </a:lnSpc>
            </a:pPr>
            <a:r>
              <a:rPr sz="819">
                <a:solidFill>
                  <a:srgbClr val="191919"/>
                </a:solidFill>
                <a:latin typeface="AvenirNext LT Pro Medium"/>
              </a:rPr>
              <a:t>Plasma source · 1200 °C manipulator · effusion cells</a:t>
            </a:r>
          </a:p>
        </p:txBody>
      </p:sp>
      <p:sp>
        <p:nvSpPr>
          <p:cNvPr id="12" name="TextBox 11"/>
          <p:cNvSpPr txBox="1"/>
          <p:nvPr/>
        </p:nvSpPr>
        <p:spPr>
          <a:xfrm>
            <a:off x="5669280" y="1682495"/>
            <a:ext cx="1417320" cy="347472"/>
          </a:xfrm>
          <a:prstGeom prst="rect">
            <a:avLst/>
          </a:prstGeom>
          <a:noFill/>
        </p:spPr>
        <p:txBody>
          <a:bodyPr wrap="square" anchor="ctr" lIns="0" rIns="0" tIns="0" bIns="0">
            <a:spAutoFit/>
          </a:bodyPr>
          <a:lstStyle/>
          <a:p>
            <a:pPr algn="l">
              <a:lnSpc>
                <a:spcPct val="120000"/>
              </a:lnSpc>
            </a:pPr>
            <a:r>
              <a:rPr sz="700">
                <a:solidFill>
                  <a:srgbClr val="666666"/>
                </a:solidFill>
                <a:latin typeface="Outfit"/>
              </a:rPr>
              <a:t>nitride core</a:t>
            </a:r>
          </a:p>
        </p:txBody>
      </p:sp>
      <p:sp>
        <p:nvSpPr>
          <p:cNvPr id="13" name="TextBox 12"/>
          <p:cNvSpPr txBox="1"/>
          <p:nvPr/>
        </p:nvSpPr>
        <p:spPr>
          <a:xfrm>
            <a:off x="7178040" y="1682495"/>
            <a:ext cx="1225296" cy="347472"/>
          </a:xfrm>
          <a:prstGeom prst="rect">
            <a:avLst/>
          </a:prstGeom>
          <a:noFill/>
        </p:spPr>
        <p:txBody>
          <a:bodyPr wrap="square" anchor="ctr" lIns="0" rIns="0" tIns="0" bIns="0">
            <a:spAutoFit/>
          </a:bodyPr>
          <a:lstStyle/>
          <a:p>
            <a:pPr algn="r">
              <a:lnSpc>
                <a:spcPct val="120000"/>
              </a:lnSpc>
            </a:pPr>
            <a:r>
              <a:rPr sz="880">
                <a:solidFill>
                  <a:srgbClr val="191919"/>
                </a:solidFill>
                <a:latin typeface="AvenirNext LT Pro Medium"/>
              </a:rPr>
              <a:t>0.21–0.42</a:t>
            </a:r>
          </a:p>
        </p:txBody>
      </p:sp>
      <p:sp>
        <p:nvSpPr>
          <p:cNvPr id="14" name="Rounded Rectangle 13"/>
          <p:cNvSpPr/>
          <p:nvPr/>
        </p:nvSpPr>
        <p:spPr>
          <a:xfrm>
            <a:off x="612648" y="2066543"/>
            <a:ext cx="7918704" cy="347472"/>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40664" y="2112263"/>
            <a:ext cx="256032" cy="256032"/>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FFFFFF"/>
                </a:solidFill>
                <a:latin typeface="AvenirNext LT Pro Medium"/>
              </a:rPr>
              <a:t>03</a:t>
            </a:r>
          </a:p>
        </p:txBody>
      </p:sp>
      <p:sp>
        <p:nvSpPr>
          <p:cNvPr id="16" name="TextBox 15"/>
          <p:cNvSpPr txBox="1"/>
          <p:nvPr/>
        </p:nvSpPr>
        <p:spPr>
          <a:xfrm>
            <a:off x="1143000" y="2066543"/>
            <a:ext cx="4434840" cy="347472"/>
          </a:xfrm>
          <a:prstGeom prst="rect">
            <a:avLst/>
          </a:prstGeom>
          <a:noFill/>
        </p:spPr>
        <p:txBody>
          <a:bodyPr wrap="square" anchor="ctr" lIns="0" rIns="0" tIns="0" bIns="0">
            <a:spAutoFit/>
          </a:bodyPr>
          <a:lstStyle/>
          <a:p>
            <a:pPr algn="l">
              <a:lnSpc>
                <a:spcPct val="120000"/>
              </a:lnSpc>
            </a:pPr>
            <a:r>
              <a:rPr sz="819">
                <a:solidFill>
                  <a:srgbClr val="191919"/>
                </a:solidFill>
                <a:latin typeface="AvenirNext LT Pro Medium"/>
              </a:rPr>
              <a:t>Maglev turbo · RHEED 30 keV · band-edge pyrometry · RGA</a:t>
            </a:r>
          </a:p>
        </p:txBody>
      </p:sp>
      <p:sp>
        <p:nvSpPr>
          <p:cNvPr id="17" name="TextBox 16"/>
          <p:cNvSpPr txBox="1"/>
          <p:nvPr/>
        </p:nvSpPr>
        <p:spPr>
          <a:xfrm>
            <a:off x="5669280" y="2066543"/>
            <a:ext cx="1417320" cy="347472"/>
          </a:xfrm>
          <a:prstGeom prst="rect">
            <a:avLst/>
          </a:prstGeom>
          <a:noFill/>
        </p:spPr>
        <p:txBody>
          <a:bodyPr wrap="square" anchor="ctr" lIns="0" rIns="0" tIns="0" bIns="0">
            <a:spAutoFit/>
          </a:bodyPr>
          <a:lstStyle/>
          <a:p>
            <a:pPr algn="l">
              <a:lnSpc>
                <a:spcPct val="120000"/>
              </a:lnSpc>
            </a:pPr>
            <a:r>
              <a:rPr sz="700">
                <a:solidFill>
                  <a:srgbClr val="666666"/>
                </a:solidFill>
                <a:latin typeface="Outfit"/>
              </a:rPr>
              <a:t>vacuum + diagnostics</a:t>
            </a:r>
          </a:p>
        </p:txBody>
      </p:sp>
      <p:sp>
        <p:nvSpPr>
          <p:cNvPr id="18" name="TextBox 17"/>
          <p:cNvSpPr txBox="1"/>
          <p:nvPr/>
        </p:nvSpPr>
        <p:spPr>
          <a:xfrm>
            <a:off x="7178040" y="2066543"/>
            <a:ext cx="1225296" cy="347472"/>
          </a:xfrm>
          <a:prstGeom prst="rect">
            <a:avLst/>
          </a:prstGeom>
          <a:noFill/>
        </p:spPr>
        <p:txBody>
          <a:bodyPr wrap="square" anchor="ctr" lIns="0" rIns="0" tIns="0" bIns="0">
            <a:spAutoFit/>
          </a:bodyPr>
          <a:lstStyle/>
          <a:p>
            <a:pPr algn="r">
              <a:lnSpc>
                <a:spcPct val="120000"/>
              </a:lnSpc>
            </a:pPr>
            <a:r>
              <a:rPr sz="880">
                <a:solidFill>
                  <a:srgbClr val="191919"/>
                </a:solidFill>
                <a:latin typeface="AvenirNext LT Pro Medium"/>
              </a:rPr>
              <a:t>0.19–0.32</a:t>
            </a:r>
          </a:p>
        </p:txBody>
      </p:sp>
      <p:sp>
        <p:nvSpPr>
          <p:cNvPr id="19" name="Rounded Rectangle 18"/>
          <p:cNvSpPr/>
          <p:nvPr/>
        </p:nvSpPr>
        <p:spPr>
          <a:xfrm>
            <a:off x="612648" y="2450591"/>
            <a:ext cx="7918704" cy="347472"/>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40664" y="2496311"/>
            <a:ext cx="256032" cy="256032"/>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FFFFFF"/>
                </a:solidFill>
                <a:latin typeface="AvenirNext LT Pro Medium"/>
              </a:rPr>
              <a:t>04</a:t>
            </a:r>
          </a:p>
        </p:txBody>
      </p:sp>
      <p:sp>
        <p:nvSpPr>
          <p:cNvPr id="21" name="TextBox 20"/>
          <p:cNvSpPr txBox="1"/>
          <p:nvPr/>
        </p:nvSpPr>
        <p:spPr>
          <a:xfrm>
            <a:off x="1143000" y="2450591"/>
            <a:ext cx="4434840" cy="347472"/>
          </a:xfrm>
          <a:prstGeom prst="rect">
            <a:avLst/>
          </a:prstGeom>
          <a:noFill/>
        </p:spPr>
        <p:txBody>
          <a:bodyPr wrap="square" anchor="ctr" lIns="0" rIns="0" tIns="0" bIns="0">
            <a:spAutoFit/>
          </a:bodyPr>
          <a:lstStyle/>
          <a:p>
            <a:pPr algn="l">
              <a:lnSpc>
                <a:spcPct val="120000"/>
              </a:lnSpc>
            </a:pPr>
            <a:r>
              <a:rPr sz="819">
                <a:solidFill>
                  <a:srgbClr val="191919"/>
                </a:solidFill>
                <a:latin typeface="AvenirNext LT Pro Medium"/>
              </a:rPr>
              <a:t>Control PC · DAQ · software built in-house on commercial interlocks</a:t>
            </a:r>
          </a:p>
        </p:txBody>
      </p:sp>
      <p:sp>
        <p:nvSpPr>
          <p:cNvPr id="22" name="TextBox 21"/>
          <p:cNvSpPr txBox="1"/>
          <p:nvPr/>
        </p:nvSpPr>
        <p:spPr>
          <a:xfrm>
            <a:off x="5669280" y="2450591"/>
            <a:ext cx="1417320" cy="347472"/>
          </a:xfrm>
          <a:prstGeom prst="rect">
            <a:avLst/>
          </a:prstGeom>
          <a:noFill/>
        </p:spPr>
        <p:txBody>
          <a:bodyPr wrap="square" anchor="ctr" lIns="0" rIns="0" tIns="0" bIns="0">
            <a:spAutoFit/>
          </a:bodyPr>
          <a:lstStyle/>
          <a:p>
            <a:pPr algn="l">
              <a:lnSpc>
                <a:spcPct val="120000"/>
              </a:lnSpc>
            </a:pPr>
            <a:r>
              <a:rPr sz="700">
                <a:solidFill>
                  <a:srgbClr val="666666"/>
                </a:solidFill>
                <a:latin typeface="Outfit"/>
              </a:rPr>
              <a:t>controls + DAQ</a:t>
            </a:r>
          </a:p>
        </p:txBody>
      </p:sp>
      <p:sp>
        <p:nvSpPr>
          <p:cNvPr id="23" name="TextBox 22"/>
          <p:cNvSpPr txBox="1"/>
          <p:nvPr/>
        </p:nvSpPr>
        <p:spPr>
          <a:xfrm>
            <a:off x="7178040" y="2450591"/>
            <a:ext cx="1225296" cy="347472"/>
          </a:xfrm>
          <a:prstGeom prst="rect">
            <a:avLst/>
          </a:prstGeom>
          <a:noFill/>
        </p:spPr>
        <p:txBody>
          <a:bodyPr wrap="square" anchor="ctr" lIns="0" rIns="0" tIns="0" bIns="0">
            <a:spAutoFit/>
          </a:bodyPr>
          <a:lstStyle/>
          <a:p>
            <a:pPr algn="r">
              <a:lnSpc>
                <a:spcPct val="120000"/>
              </a:lnSpc>
            </a:pPr>
            <a:r>
              <a:rPr sz="880">
                <a:solidFill>
                  <a:srgbClr val="191919"/>
                </a:solidFill>
                <a:latin typeface="AvenirNext LT Pro Medium"/>
              </a:rPr>
              <a:t>0.05–0.10</a:t>
            </a:r>
          </a:p>
        </p:txBody>
      </p:sp>
      <p:sp>
        <p:nvSpPr>
          <p:cNvPr id="24" name="Rounded Rectangle 23"/>
          <p:cNvSpPr/>
          <p:nvPr/>
        </p:nvSpPr>
        <p:spPr>
          <a:xfrm>
            <a:off x="612648" y="2834639"/>
            <a:ext cx="7918704" cy="347472"/>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0664" y="2880359"/>
            <a:ext cx="256032" cy="256032"/>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FFFFFF"/>
                </a:solidFill>
                <a:latin typeface="AvenirNext LT Pro Medium"/>
              </a:rPr>
              <a:t>05</a:t>
            </a:r>
          </a:p>
        </p:txBody>
      </p:sp>
      <p:sp>
        <p:nvSpPr>
          <p:cNvPr id="26" name="TextBox 25"/>
          <p:cNvSpPr txBox="1"/>
          <p:nvPr/>
        </p:nvSpPr>
        <p:spPr>
          <a:xfrm>
            <a:off x="1143000" y="2834639"/>
            <a:ext cx="4434840" cy="347472"/>
          </a:xfrm>
          <a:prstGeom prst="rect">
            <a:avLst/>
          </a:prstGeom>
          <a:noFill/>
        </p:spPr>
        <p:txBody>
          <a:bodyPr wrap="square" anchor="ctr" lIns="0" rIns="0" tIns="0" bIns="0">
            <a:spAutoFit/>
          </a:bodyPr>
          <a:lstStyle/>
          <a:p>
            <a:pPr algn="l">
              <a:lnSpc>
                <a:spcPct val="120000"/>
              </a:lnSpc>
            </a:pPr>
            <a:r>
              <a:rPr sz="819">
                <a:solidFill>
                  <a:srgbClr val="191919"/>
                </a:solidFill>
                <a:latin typeface="AvenirNext LT Pro Medium"/>
              </a:rPr>
              <a:t>Holders · heated viewport · leak detector · O₂ alarm · source charges · gaskets</a:t>
            </a:r>
          </a:p>
        </p:txBody>
      </p:sp>
      <p:sp>
        <p:nvSpPr>
          <p:cNvPr id="27" name="TextBox 26"/>
          <p:cNvSpPr txBox="1"/>
          <p:nvPr/>
        </p:nvSpPr>
        <p:spPr>
          <a:xfrm>
            <a:off x="5669280" y="2834639"/>
            <a:ext cx="1417320" cy="347472"/>
          </a:xfrm>
          <a:prstGeom prst="rect">
            <a:avLst/>
          </a:prstGeom>
          <a:noFill/>
        </p:spPr>
        <p:txBody>
          <a:bodyPr wrap="square" anchor="ctr" lIns="0" rIns="0" tIns="0" bIns="0">
            <a:spAutoFit/>
          </a:bodyPr>
          <a:lstStyle/>
          <a:p>
            <a:pPr algn="l">
              <a:lnSpc>
                <a:spcPct val="120000"/>
              </a:lnSpc>
            </a:pPr>
            <a:r>
              <a:rPr sz="700">
                <a:solidFill>
                  <a:srgbClr val="666666"/>
                </a:solidFill>
                <a:latin typeface="Outfit"/>
              </a:rPr>
              <a:t>supporting parts</a:t>
            </a:r>
          </a:p>
        </p:txBody>
      </p:sp>
      <p:sp>
        <p:nvSpPr>
          <p:cNvPr id="28" name="TextBox 27"/>
          <p:cNvSpPr txBox="1"/>
          <p:nvPr/>
        </p:nvSpPr>
        <p:spPr>
          <a:xfrm>
            <a:off x="7178040" y="2834639"/>
            <a:ext cx="1225296" cy="347472"/>
          </a:xfrm>
          <a:prstGeom prst="rect">
            <a:avLst/>
          </a:prstGeom>
          <a:noFill/>
        </p:spPr>
        <p:txBody>
          <a:bodyPr wrap="square" anchor="ctr" lIns="0" rIns="0" tIns="0" bIns="0">
            <a:spAutoFit/>
          </a:bodyPr>
          <a:lstStyle/>
          <a:p>
            <a:pPr algn="r">
              <a:lnSpc>
                <a:spcPct val="120000"/>
              </a:lnSpc>
            </a:pPr>
            <a:r>
              <a:rPr sz="880">
                <a:solidFill>
                  <a:srgbClr val="191919"/>
                </a:solidFill>
                <a:latin typeface="AvenirNext LT Pro Medium"/>
              </a:rPr>
              <a:t>0.05–0.12</a:t>
            </a:r>
          </a:p>
        </p:txBody>
      </p:sp>
      <p:sp>
        <p:nvSpPr>
          <p:cNvPr id="29" name="Rounded Rectangle 28"/>
          <p:cNvSpPr/>
          <p:nvPr/>
        </p:nvSpPr>
        <p:spPr>
          <a:xfrm>
            <a:off x="612648" y="3218687"/>
            <a:ext cx="7918704" cy="347472"/>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40664" y="3264407"/>
            <a:ext cx="256032" cy="256032"/>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FFFFFF"/>
                </a:solidFill>
                <a:latin typeface="AvenirNext LT Pro Medium"/>
              </a:rPr>
              <a:t>06</a:t>
            </a:r>
          </a:p>
        </p:txBody>
      </p:sp>
      <p:sp>
        <p:nvSpPr>
          <p:cNvPr id="31" name="TextBox 30"/>
          <p:cNvSpPr txBox="1"/>
          <p:nvPr/>
        </p:nvSpPr>
        <p:spPr>
          <a:xfrm>
            <a:off x="1143000" y="3218687"/>
            <a:ext cx="4434840" cy="347472"/>
          </a:xfrm>
          <a:prstGeom prst="rect">
            <a:avLst/>
          </a:prstGeom>
          <a:noFill/>
        </p:spPr>
        <p:txBody>
          <a:bodyPr wrap="square" anchor="ctr" lIns="0" rIns="0" tIns="0" bIns="0">
            <a:spAutoFit/>
          </a:bodyPr>
          <a:lstStyle/>
          <a:p>
            <a:pPr algn="l">
              <a:lnSpc>
                <a:spcPct val="120000"/>
              </a:lnSpc>
            </a:pPr>
            <a:r>
              <a:rPr sz="819">
                <a:solidFill>
                  <a:srgbClr val="191919"/>
                </a:solidFill>
                <a:latin typeface="AvenirNext LT Pro Medium"/>
              </a:rPr>
              <a:t>LN₂ · 3-phase power + UPS · water · bake-out</a:t>
            </a:r>
          </a:p>
        </p:txBody>
      </p:sp>
      <p:sp>
        <p:nvSpPr>
          <p:cNvPr id="32" name="TextBox 31"/>
          <p:cNvSpPr txBox="1"/>
          <p:nvPr/>
        </p:nvSpPr>
        <p:spPr>
          <a:xfrm>
            <a:off x="5669280" y="3218687"/>
            <a:ext cx="1417320" cy="347472"/>
          </a:xfrm>
          <a:prstGeom prst="rect">
            <a:avLst/>
          </a:prstGeom>
          <a:noFill/>
        </p:spPr>
        <p:txBody>
          <a:bodyPr wrap="square" anchor="ctr" lIns="0" rIns="0" tIns="0" bIns="0">
            <a:spAutoFit/>
          </a:bodyPr>
          <a:lstStyle/>
          <a:p>
            <a:pPr algn="l">
              <a:lnSpc>
                <a:spcPct val="120000"/>
              </a:lnSpc>
            </a:pPr>
            <a:r>
              <a:rPr sz="700">
                <a:solidFill>
                  <a:srgbClr val="666666"/>
                </a:solidFill>
                <a:latin typeface="Outfit"/>
              </a:rPr>
              <a:t>facility</a:t>
            </a:r>
          </a:p>
        </p:txBody>
      </p:sp>
      <p:sp>
        <p:nvSpPr>
          <p:cNvPr id="33" name="TextBox 32"/>
          <p:cNvSpPr txBox="1"/>
          <p:nvPr/>
        </p:nvSpPr>
        <p:spPr>
          <a:xfrm>
            <a:off x="7178040" y="3218687"/>
            <a:ext cx="1225296" cy="347472"/>
          </a:xfrm>
          <a:prstGeom prst="rect">
            <a:avLst/>
          </a:prstGeom>
          <a:noFill/>
        </p:spPr>
        <p:txBody>
          <a:bodyPr wrap="square" anchor="ctr" lIns="0" rIns="0" tIns="0" bIns="0">
            <a:spAutoFit/>
          </a:bodyPr>
          <a:lstStyle/>
          <a:p>
            <a:pPr algn="r">
              <a:lnSpc>
                <a:spcPct val="120000"/>
              </a:lnSpc>
            </a:pPr>
            <a:r>
              <a:rPr sz="880">
                <a:solidFill>
                  <a:srgbClr val="191919"/>
                </a:solidFill>
                <a:latin typeface="AvenirNext LT Pro Medium"/>
              </a:rPr>
              <a:t>0.15–0.26</a:t>
            </a:r>
          </a:p>
        </p:txBody>
      </p:sp>
      <p:sp>
        <p:nvSpPr>
          <p:cNvPr id="34" name="Rounded Rectangle 33"/>
          <p:cNvSpPr/>
          <p:nvPr/>
        </p:nvSpPr>
        <p:spPr>
          <a:xfrm>
            <a:off x="612648" y="3602735"/>
            <a:ext cx="7918704" cy="347472"/>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40664" y="3648455"/>
            <a:ext cx="256032" cy="256032"/>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00">
                <a:solidFill>
                  <a:srgbClr val="FFFFFF"/>
                </a:solidFill>
                <a:latin typeface="AvenirNext LT Pro Medium"/>
              </a:rPr>
              <a:t>07</a:t>
            </a:r>
          </a:p>
        </p:txBody>
      </p:sp>
      <p:sp>
        <p:nvSpPr>
          <p:cNvPr id="36" name="TextBox 35"/>
          <p:cNvSpPr txBox="1"/>
          <p:nvPr/>
        </p:nvSpPr>
        <p:spPr>
          <a:xfrm>
            <a:off x="1143000" y="3602735"/>
            <a:ext cx="4434840" cy="347472"/>
          </a:xfrm>
          <a:prstGeom prst="rect">
            <a:avLst/>
          </a:prstGeom>
          <a:noFill/>
        </p:spPr>
        <p:txBody>
          <a:bodyPr wrap="square" anchor="ctr" lIns="0" rIns="0" tIns="0" bIns="0">
            <a:spAutoFit/>
          </a:bodyPr>
          <a:lstStyle/>
          <a:p>
            <a:pPr algn="l">
              <a:lnSpc>
                <a:spcPct val="120000"/>
              </a:lnSpc>
            </a:pPr>
            <a:r>
              <a:rPr sz="819">
                <a:solidFill>
                  <a:srgbClr val="191919"/>
                </a:solidFill>
                <a:latin typeface="AvenirNext LT Pro Medium"/>
              </a:rPr>
              <a:t>Leak-chase · calibration · spares</a:t>
            </a:r>
          </a:p>
        </p:txBody>
      </p:sp>
      <p:sp>
        <p:nvSpPr>
          <p:cNvPr id="37" name="TextBox 36"/>
          <p:cNvSpPr txBox="1"/>
          <p:nvPr/>
        </p:nvSpPr>
        <p:spPr>
          <a:xfrm>
            <a:off x="5669280" y="3602735"/>
            <a:ext cx="1417320" cy="347472"/>
          </a:xfrm>
          <a:prstGeom prst="rect">
            <a:avLst/>
          </a:prstGeom>
          <a:noFill/>
        </p:spPr>
        <p:txBody>
          <a:bodyPr wrap="square" anchor="ctr" lIns="0" rIns="0" tIns="0" bIns="0">
            <a:spAutoFit/>
          </a:bodyPr>
          <a:lstStyle/>
          <a:p>
            <a:pPr algn="l">
              <a:lnSpc>
                <a:spcPct val="120000"/>
              </a:lnSpc>
            </a:pPr>
            <a:r>
              <a:rPr sz="700">
                <a:solidFill>
                  <a:srgbClr val="666666"/>
                </a:solidFill>
                <a:latin typeface="Outfit"/>
              </a:rPr>
              <a:t>install + contingency</a:t>
            </a:r>
          </a:p>
        </p:txBody>
      </p:sp>
      <p:sp>
        <p:nvSpPr>
          <p:cNvPr id="38" name="TextBox 37"/>
          <p:cNvSpPr txBox="1"/>
          <p:nvPr/>
        </p:nvSpPr>
        <p:spPr>
          <a:xfrm>
            <a:off x="7178040" y="3602735"/>
            <a:ext cx="1225296" cy="347472"/>
          </a:xfrm>
          <a:prstGeom prst="rect">
            <a:avLst/>
          </a:prstGeom>
          <a:noFill/>
        </p:spPr>
        <p:txBody>
          <a:bodyPr wrap="square" anchor="ctr" lIns="0" rIns="0" tIns="0" bIns="0">
            <a:spAutoFit/>
          </a:bodyPr>
          <a:lstStyle/>
          <a:p>
            <a:pPr algn="r">
              <a:lnSpc>
                <a:spcPct val="120000"/>
              </a:lnSpc>
            </a:pPr>
            <a:r>
              <a:rPr sz="880">
                <a:solidFill>
                  <a:srgbClr val="191919"/>
                </a:solidFill>
                <a:latin typeface="AvenirNext LT Pro Medium"/>
              </a:rPr>
              <a:t>0.10–0.25</a:t>
            </a:r>
          </a:p>
        </p:txBody>
      </p:sp>
      <p:sp>
        <p:nvSpPr>
          <p:cNvPr id="39" name="TextBox 38"/>
          <p:cNvSpPr txBox="1"/>
          <p:nvPr/>
        </p:nvSpPr>
        <p:spPr>
          <a:xfrm>
            <a:off x="7178040" y="1115568"/>
            <a:ext cx="1225296" cy="164592"/>
          </a:xfrm>
          <a:prstGeom prst="rect">
            <a:avLst/>
          </a:prstGeom>
          <a:noFill/>
        </p:spPr>
        <p:txBody>
          <a:bodyPr wrap="square" anchor="t" lIns="0" rIns="0" tIns="0" bIns="0">
            <a:spAutoFit/>
          </a:bodyPr>
          <a:lstStyle/>
          <a:p>
            <a:pPr algn="r">
              <a:lnSpc>
                <a:spcPct val="120000"/>
              </a:lnSpc>
            </a:pPr>
            <a:r>
              <a:rPr sz="700" spc="60">
                <a:solidFill>
                  <a:srgbClr val="666666"/>
                </a:solidFill>
                <a:latin typeface="AvenirNext LT Pro Medium"/>
              </a:rPr>
              <a:t>US$M</a:t>
            </a:r>
          </a:p>
        </p:txBody>
      </p:sp>
      <p:sp>
        <p:nvSpPr>
          <p:cNvPr id="40" name="Rounded Rectangle 39"/>
          <p:cNvSpPr/>
          <p:nvPr/>
        </p:nvSpPr>
        <p:spPr>
          <a:xfrm>
            <a:off x="612648" y="4023359"/>
            <a:ext cx="7918704" cy="438912"/>
          </a:xfrm>
          <a:prstGeom prst="roundRect">
            <a:avLst>
              <a:gd name="adj" fmla="val 18000"/>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1248" y="4023359"/>
            <a:ext cx="1005840" cy="438912"/>
          </a:xfrm>
          <a:prstGeom prst="rect">
            <a:avLst/>
          </a:prstGeom>
          <a:noFill/>
        </p:spPr>
        <p:txBody>
          <a:bodyPr wrap="square" anchor="ctr" lIns="0" rIns="0" tIns="0" bIns="0">
            <a:spAutoFit/>
          </a:bodyPr>
          <a:lstStyle/>
          <a:p>
            <a:pPr algn="l">
              <a:lnSpc>
                <a:spcPct val="120000"/>
              </a:lnSpc>
            </a:pPr>
            <a:r>
              <a:rPr sz="750" spc="60">
                <a:solidFill>
                  <a:srgbClr val="00B388"/>
                </a:solidFill>
                <a:latin typeface="AvenirNext LT Pro Medium"/>
              </a:rPr>
              <a:t>TOTAL</a:t>
            </a:r>
          </a:p>
        </p:txBody>
      </p:sp>
      <p:sp>
        <p:nvSpPr>
          <p:cNvPr id="42" name="TextBox 41"/>
          <p:cNvSpPr txBox="1"/>
          <p:nvPr/>
        </p:nvSpPr>
        <p:spPr>
          <a:xfrm>
            <a:off x="1920240" y="4023359"/>
            <a:ext cx="6400800" cy="438912"/>
          </a:xfrm>
          <a:prstGeom prst="rect">
            <a:avLst/>
          </a:prstGeom>
          <a:noFill/>
        </p:spPr>
        <p:txBody>
          <a:bodyPr wrap="square" anchor="ctr" lIns="0" rIns="0" tIns="0" bIns="0">
            <a:spAutoFit/>
          </a:bodyPr>
          <a:lstStyle/>
          <a:p>
            <a:pPr algn="l">
              <a:lnSpc>
                <a:spcPct val="120000"/>
              </a:lnSpc>
            </a:pPr>
            <a:r>
              <a:rPr sz="950">
                <a:solidFill>
                  <a:srgbClr val="FFFFFF"/>
                </a:solidFill>
                <a:latin typeface="AvenirNext LT Pro Medium"/>
              </a:rPr>
              <a:t>US$1.0–1.6M</a:t>
            </a:r>
            <a:r>
              <a:rPr sz="800">
                <a:solidFill>
                  <a:srgbClr val="FFFFFF"/>
                </a:solidFill>
                <a:latin typeface="AvenirNext LT Pro Medium"/>
              </a:rPr>
              <a:t>    ·    run cost ~US$60–120k / yr</a:t>
            </a:r>
          </a:p>
        </p:txBody>
      </p:sp>
      <p:sp>
        <p:nvSpPr>
          <p:cNvPr id="43" name="TextBox 42"/>
          <p:cNvSpPr txBox="1"/>
          <p:nvPr/>
        </p:nvSpPr>
        <p:spPr>
          <a:xfrm>
            <a:off x="612648" y="4498848"/>
            <a:ext cx="7918704" cy="109728"/>
          </a:xfrm>
          <a:prstGeom prst="rect">
            <a:avLst/>
          </a:prstGeom>
          <a:noFill/>
        </p:spPr>
        <p:txBody>
          <a:bodyPr wrap="square" anchor="t" lIns="0" rIns="0" tIns="0" bIns="0">
            <a:spAutoFit/>
          </a:bodyPr>
          <a:lstStyle/>
          <a:p>
            <a:pPr algn="l">
              <a:lnSpc>
                <a:spcPct val="120000"/>
              </a:lnSpc>
            </a:pPr>
            <a:r>
              <a:rPr sz="680">
                <a:solidFill>
                  <a:srgbClr val="666666"/>
                </a:solidFill>
                <a:latin typeface="Outfit"/>
              </a:rPr>
              <a:t>SAG mask patterning (cleanroom access or service) and ex-situ metrology are not budgeted here.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HK" sz="2200" spc="20" dirty="0">
                <a:solidFill>
                  <a:srgbClr val="00B388"/>
                </a:solidFill>
                <a:latin typeface="AvenirNext LT Pro Light"/>
              </a:rPr>
              <a:t>Three risks we manage from day one</a:t>
            </a:r>
          </a:p>
        </p:txBody>
      </p:sp>
      <p:sp>
        <p:nvSpPr>
          <p:cNvPr id="3" name="Content Placeholder 2"/>
          <p:cNvSpPr>
            <a:spLocks noGrp="1"/>
          </p:cNvSpPr>
          <p:nvPr>
            <p:ph sz="quarter" idx="14"/>
          </p:nvPr>
        </p:nvSpPr>
        <p:spPr/>
        <p:txBody>
          <a:bodyPr/>
          <a:lstStyle/>
          <a:p>
            <a:r>
              <a:rPr sz="800" spc="80">
                <a:solidFill>
                  <a:srgbClr val="191919"/>
                </a:solidFill>
                <a:latin typeface="AvenirNext LT Pro Medium"/>
              </a:rPr>
              <a:t>NITRIDE MBE PROPOSAL · RISKS</a:t>
            </a:r>
          </a:p>
        </p:txBody>
      </p:sp>
      <p:sp>
        <p:nvSpPr>
          <p:cNvPr id="4" name="Rounded Rectangle 3"/>
          <p:cNvSpPr/>
          <p:nvPr/>
        </p:nvSpPr>
        <p:spPr>
          <a:xfrm>
            <a:off x="612648" y="1389888"/>
            <a:ext cx="2514600" cy="3090672"/>
          </a:xfrm>
          <a:prstGeom prst="roundRect">
            <a:avLst>
              <a:gd name="adj" fmla="val 55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40664" y="1517904"/>
            <a:ext cx="274320" cy="274320"/>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solidFill>
                  <a:srgbClr val="FFFFFF"/>
                </a:solidFill>
                <a:latin typeface="AvenirNext LT Pro Medium"/>
              </a:rPr>
              <a:t>01</a:t>
            </a:r>
          </a:p>
        </p:txBody>
      </p:sp>
      <p:sp>
        <p:nvSpPr>
          <p:cNvPr id="6" name="TextBox 5"/>
          <p:cNvSpPr txBox="1"/>
          <p:nvPr/>
        </p:nvSpPr>
        <p:spPr>
          <a:xfrm>
            <a:off x="1124712" y="1554480"/>
            <a:ext cx="1856232" cy="228600"/>
          </a:xfrm>
          <a:prstGeom prst="rect">
            <a:avLst/>
          </a:prstGeom>
          <a:noFill/>
        </p:spPr>
        <p:txBody>
          <a:bodyPr wrap="square" lIns="0" tIns="0" rIns="0" bIns="0" anchor="t">
            <a:spAutoFit/>
          </a:bodyPr>
          <a:lstStyle/>
          <a:p>
            <a:pPr algn="l">
              <a:lnSpc>
                <a:spcPct val="120000"/>
              </a:lnSpc>
            </a:pPr>
            <a:r>
              <a:rPr sz="1000">
                <a:solidFill>
                  <a:srgbClr val="191919"/>
                </a:solidFill>
                <a:latin typeface="AvenirNext LT Pro Medium"/>
              </a:rPr>
              <a:t>Export control</a:t>
            </a:r>
          </a:p>
        </p:txBody>
      </p:sp>
      <p:sp>
        <p:nvSpPr>
          <p:cNvPr id="7" name="TextBox 6"/>
          <p:cNvSpPr txBox="1"/>
          <p:nvPr/>
        </p:nvSpPr>
        <p:spPr>
          <a:xfrm>
            <a:off x="740664" y="1956816"/>
            <a:ext cx="2240280" cy="1417320"/>
          </a:xfrm>
          <a:prstGeom prst="rect">
            <a:avLst/>
          </a:prstGeom>
          <a:noFill/>
        </p:spPr>
        <p:txBody>
          <a:bodyPr wrap="square" lIns="0" tIns="0" rIns="0" bIns="0" anchor="t">
            <a:spAutoFit/>
          </a:bodyPr>
          <a:lstStyle/>
          <a:p>
            <a:pPr algn="l">
              <a:lnSpc>
                <a:spcPct val="118000"/>
              </a:lnSpc>
            </a:pPr>
            <a:r>
              <a:rPr sz="720">
                <a:solidFill>
                  <a:srgbClr val="191919"/>
                </a:solidFill>
                <a:latin typeface="Outfit"/>
              </a:rPr>
              <a:t>MBE growth equipment is a listed strategic commodity — a Hong Kong import licence (3B001(a)(3)) is required whatever the origin. US-origin parts additionally need a BIS licence, since the US has treated HK as mainland China since Dec 2020, and approval is not assured.</a:t>
            </a:r>
          </a:p>
        </p:txBody>
      </p:sp>
      <p:sp>
        <p:nvSpPr>
          <p:cNvPr id="8" name="TextBox 7"/>
          <p:cNvSpPr txBox="1"/>
          <p:nvPr/>
        </p:nvSpPr>
        <p:spPr>
          <a:xfrm>
            <a:off x="740664" y="3438144"/>
            <a:ext cx="2240280" cy="164592"/>
          </a:xfrm>
          <a:prstGeom prst="rect">
            <a:avLst/>
          </a:prstGeom>
          <a:noFill/>
        </p:spPr>
        <p:txBody>
          <a:bodyPr wrap="square" lIns="0" tIns="0" rIns="0" bIns="0" anchor="t">
            <a:spAutoFit/>
          </a:bodyPr>
          <a:lstStyle/>
          <a:p>
            <a:pPr algn="l">
              <a:lnSpc>
                <a:spcPct val="120000"/>
              </a:lnSpc>
            </a:pPr>
            <a:r>
              <a:rPr sz="700" spc="60">
                <a:solidFill>
                  <a:srgbClr val="00B388"/>
                </a:solidFill>
                <a:latin typeface="AvenirNext LT Pro Medium"/>
              </a:rPr>
              <a:t>MITIGATION</a:t>
            </a:r>
          </a:p>
        </p:txBody>
      </p:sp>
      <p:sp>
        <p:nvSpPr>
          <p:cNvPr id="9" name="TextBox 8"/>
          <p:cNvSpPr txBox="1"/>
          <p:nvPr/>
        </p:nvSpPr>
        <p:spPr>
          <a:xfrm>
            <a:off x="740664" y="3639312"/>
            <a:ext cx="2240280" cy="777240"/>
          </a:xfrm>
          <a:prstGeom prst="rect">
            <a:avLst/>
          </a:prstGeom>
          <a:noFill/>
        </p:spPr>
        <p:txBody>
          <a:bodyPr wrap="square" lIns="0" tIns="0" rIns="0" bIns="0" anchor="t">
            <a:spAutoFit/>
          </a:bodyPr>
          <a:lstStyle/>
          <a:p>
            <a:pPr algn="l">
              <a:lnSpc>
                <a:spcPct val="118000"/>
              </a:lnSpc>
            </a:pPr>
            <a:r>
              <a:rPr sz="700">
                <a:solidFill>
                  <a:srgbClr val="666666"/>
                </a:solidFill>
                <a:latin typeface="Outfit"/>
              </a:rPr>
              <a:t>classify every candidate part's ECCN before any PO; prefer EU sources (Riber, MBE-Komponenten, STAIB) or domestic builders as fallback; licence path confirmed = go / no-go gate P0</a:t>
            </a:r>
          </a:p>
        </p:txBody>
      </p:sp>
      <p:sp>
        <p:nvSpPr>
          <p:cNvPr id="10" name="Rounded Rectangle 9"/>
          <p:cNvSpPr/>
          <p:nvPr/>
        </p:nvSpPr>
        <p:spPr>
          <a:xfrm>
            <a:off x="3310128" y="1389888"/>
            <a:ext cx="2514600" cy="3090672"/>
          </a:xfrm>
          <a:prstGeom prst="roundRect">
            <a:avLst>
              <a:gd name="adj" fmla="val 55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438144" y="1517904"/>
            <a:ext cx="274320" cy="274320"/>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solidFill>
                  <a:srgbClr val="FFFFFF"/>
                </a:solidFill>
                <a:latin typeface="AvenirNext LT Pro Medium"/>
              </a:rPr>
              <a:t>02</a:t>
            </a:r>
          </a:p>
        </p:txBody>
      </p:sp>
      <p:sp>
        <p:nvSpPr>
          <p:cNvPr id="12" name="TextBox 11"/>
          <p:cNvSpPr txBox="1"/>
          <p:nvPr/>
        </p:nvSpPr>
        <p:spPr>
          <a:xfrm>
            <a:off x="3822191" y="1554480"/>
            <a:ext cx="1856232" cy="228600"/>
          </a:xfrm>
          <a:prstGeom prst="rect">
            <a:avLst/>
          </a:prstGeom>
          <a:noFill/>
        </p:spPr>
        <p:txBody>
          <a:bodyPr wrap="square" lIns="0" tIns="0" rIns="0" bIns="0" anchor="t">
            <a:spAutoFit/>
          </a:bodyPr>
          <a:lstStyle/>
          <a:p>
            <a:pPr algn="l">
              <a:lnSpc>
                <a:spcPct val="120000"/>
              </a:lnSpc>
            </a:pPr>
            <a:r>
              <a:rPr sz="1000">
                <a:solidFill>
                  <a:srgbClr val="191919"/>
                </a:solidFill>
                <a:latin typeface="AvenirNext LT Pro Medium"/>
              </a:rPr>
              <a:t>Temperature spec</a:t>
            </a:r>
          </a:p>
        </p:txBody>
      </p:sp>
      <p:sp>
        <p:nvSpPr>
          <p:cNvPr id="13" name="TextBox 12"/>
          <p:cNvSpPr txBox="1"/>
          <p:nvPr/>
        </p:nvSpPr>
        <p:spPr>
          <a:xfrm>
            <a:off x="3438144" y="1956816"/>
            <a:ext cx="2240280" cy="1417320"/>
          </a:xfrm>
          <a:prstGeom prst="rect">
            <a:avLst/>
          </a:prstGeom>
          <a:noFill/>
        </p:spPr>
        <p:txBody>
          <a:bodyPr wrap="square" lIns="0" tIns="0" rIns="0" bIns="0" anchor="t">
            <a:spAutoFit/>
          </a:bodyPr>
          <a:lstStyle/>
          <a:p>
            <a:pPr algn="l">
              <a:lnSpc>
                <a:spcPct val="118000"/>
              </a:lnSpc>
            </a:pPr>
            <a:r>
              <a:rPr sz="720">
                <a:solidFill>
                  <a:srgbClr val="191919"/>
                </a:solidFill>
                <a:latin typeface="Outfit"/>
              </a:rPr>
              <a:t>Selective-area growth only turns on above ~930–940 °C on-wafer, and AlN wants more. Used chassis come with ~900 °C GaAs manipulators — unusable — and retrofitting later means re-opening the chamber. Heater filaments also degrade in nitrogen plasma.</a:t>
            </a:r>
          </a:p>
        </p:txBody>
      </p:sp>
      <p:sp>
        <p:nvSpPr>
          <p:cNvPr id="14" name="TextBox 13"/>
          <p:cNvSpPr txBox="1"/>
          <p:nvPr/>
        </p:nvSpPr>
        <p:spPr>
          <a:xfrm>
            <a:off x="3438144" y="3438144"/>
            <a:ext cx="2240280" cy="164592"/>
          </a:xfrm>
          <a:prstGeom prst="rect">
            <a:avLst/>
          </a:prstGeom>
          <a:noFill/>
        </p:spPr>
        <p:txBody>
          <a:bodyPr wrap="square" lIns="0" tIns="0" rIns="0" bIns="0" anchor="t">
            <a:spAutoFit/>
          </a:bodyPr>
          <a:lstStyle/>
          <a:p>
            <a:pPr algn="l">
              <a:lnSpc>
                <a:spcPct val="120000"/>
              </a:lnSpc>
            </a:pPr>
            <a:r>
              <a:rPr sz="700" spc="60">
                <a:solidFill>
                  <a:srgbClr val="00B388"/>
                </a:solidFill>
                <a:latin typeface="AvenirNext LT Pro Medium"/>
              </a:rPr>
              <a:t>MITIGATION</a:t>
            </a:r>
          </a:p>
        </p:txBody>
      </p:sp>
      <p:sp>
        <p:nvSpPr>
          <p:cNvPr id="15" name="TextBox 14"/>
          <p:cNvSpPr txBox="1"/>
          <p:nvPr/>
        </p:nvSpPr>
        <p:spPr>
          <a:xfrm>
            <a:off x="3438144" y="3639312"/>
            <a:ext cx="2240280" cy="777240"/>
          </a:xfrm>
          <a:prstGeom prst="rect">
            <a:avLst/>
          </a:prstGeom>
          <a:noFill/>
        </p:spPr>
        <p:txBody>
          <a:bodyPr wrap="square" lIns="0" tIns="0" rIns="0" bIns="0" anchor="t">
            <a:spAutoFit/>
          </a:bodyPr>
          <a:lstStyle/>
          <a:p>
            <a:pPr algn="l">
              <a:lnSpc>
                <a:spcPct val="118000"/>
              </a:lnSpc>
            </a:pPr>
            <a:r>
              <a:rPr sz="700">
                <a:solidFill>
                  <a:srgbClr val="666666"/>
                </a:solidFill>
                <a:latin typeface="Outfit"/>
              </a:rPr>
              <a:t>order the 1200 °C manipulator as the first long-lead item; specify a W or PBN/PG heater for the N-plasma environment; treat filaments as consumables and stock spares</a:t>
            </a:r>
          </a:p>
        </p:txBody>
      </p:sp>
      <p:sp>
        <p:nvSpPr>
          <p:cNvPr id="16" name="Rounded Rectangle 15"/>
          <p:cNvSpPr/>
          <p:nvPr/>
        </p:nvSpPr>
        <p:spPr>
          <a:xfrm>
            <a:off x="6007608" y="1389888"/>
            <a:ext cx="2514600" cy="3090672"/>
          </a:xfrm>
          <a:prstGeom prst="roundRect">
            <a:avLst>
              <a:gd name="adj" fmla="val 55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135624" y="1517904"/>
            <a:ext cx="274320" cy="274320"/>
          </a:xfrm>
          <a:prstGeom prst="ellipse">
            <a:avLst/>
          </a:prstGeom>
          <a:solidFill>
            <a:srgbClr val="00B38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00">
                <a:solidFill>
                  <a:srgbClr val="FFFFFF"/>
                </a:solidFill>
                <a:latin typeface="AvenirNext LT Pro Medium"/>
              </a:rPr>
              <a:t>03</a:t>
            </a:r>
          </a:p>
        </p:txBody>
      </p:sp>
      <p:sp>
        <p:nvSpPr>
          <p:cNvPr id="18" name="TextBox 17"/>
          <p:cNvSpPr txBox="1"/>
          <p:nvPr/>
        </p:nvSpPr>
        <p:spPr>
          <a:xfrm>
            <a:off x="6519672" y="1554480"/>
            <a:ext cx="1856232" cy="228600"/>
          </a:xfrm>
          <a:prstGeom prst="rect">
            <a:avLst/>
          </a:prstGeom>
          <a:noFill/>
        </p:spPr>
        <p:txBody>
          <a:bodyPr wrap="square" lIns="0" tIns="0" rIns="0" bIns="0" anchor="t">
            <a:spAutoFit/>
          </a:bodyPr>
          <a:lstStyle/>
          <a:p>
            <a:pPr algn="l">
              <a:lnSpc>
                <a:spcPct val="120000"/>
              </a:lnSpc>
            </a:pPr>
            <a:r>
              <a:rPr sz="1000">
                <a:solidFill>
                  <a:srgbClr val="191919"/>
                </a:solidFill>
                <a:latin typeface="AvenirNext LT Pro Medium"/>
              </a:rPr>
              <a:t>N₂ gas load</a:t>
            </a:r>
          </a:p>
        </p:txBody>
      </p:sp>
      <p:sp>
        <p:nvSpPr>
          <p:cNvPr id="19" name="TextBox 18"/>
          <p:cNvSpPr txBox="1"/>
          <p:nvPr/>
        </p:nvSpPr>
        <p:spPr>
          <a:xfrm>
            <a:off x="6135624" y="1956816"/>
            <a:ext cx="2240280" cy="1417320"/>
          </a:xfrm>
          <a:prstGeom prst="rect">
            <a:avLst/>
          </a:prstGeom>
          <a:noFill/>
        </p:spPr>
        <p:txBody>
          <a:bodyPr wrap="square" lIns="0" tIns="0" rIns="0" bIns="0" anchor="t">
            <a:spAutoFit/>
          </a:bodyPr>
          <a:lstStyle/>
          <a:p>
            <a:pPr algn="l">
              <a:lnSpc>
                <a:spcPct val="118000"/>
              </a:lnSpc>
            </a:pPr>
            <a:r>
              <a:rPr sz="720">
                <a:solidFill>
                  <a:srgbClr val="191919"/>
                </a:solidFill>
                <a:latin typeface="Outfit"/>
              </a:rPr>
              <a:t>Nitride growth runs at ~10⁻⁵ Torr of continuous N₂. Ion pumps saturate and cryopumps need constant regeneration at this load — a mis-sized vacuum stack is usually discovered only at first plasma, after the rebuild is finished.</a:t>
            </a:r>
          </a:p>
        </p:txBody>
      </p:sp>
      <p:sp>
        <p:nvSpPr>
          <p:cNvPr id="20" name="TextBox 19"/>
          <p:cNvSpPr txBox="1"/>
          <p:nvPr/>
        </p:nvSpPr>
        <p:spPr>
          <a:xfrm>
            <a:off x="6135624" y="3438144"/>
            <a:ext cx="2240280" cy="164592"/>
          </a:xfrm>
          <a:prstGeom prst="rect">
            <a:avLst/>
          </a:prstGeom>
          <a:noFill/>
        </p:spPr>
        <p:txBody>
          <a:bodyPr wrap="square" lIns="0" tIns="0" rIns="0" bIns="0" anchor="t">
            <a:spAutoFit/>
          </a:bodyPr>
          <a:lstStyle/>
          <a:p>
            <a:pPr algn="l">
              <a:lnSpc>
                <a:spcPct val="120000"/>
              </a:lnSpc>
            </a:pPr>
            <a:r>
              <a:rPr sz="700" spc="60">
                <a:solidFill>
                  <a:srgbClr val="00B388"/>
                </a:solidFill>
                <a:latin typeface="AvenirNext LT Pro Medium"/>
              </a:rPr>
              <a:t>MITIGATION</a:t>
            </a:r>
          </a:p>
        </p:txBody>
      </p:sp>
      <p:sp>
        <p:nvSpPr>
          <p:cNvPr id="21" name="TextBox 20"/>
          <p:cNvSpPr txBox="1"/>
          <p:nvPr/>
        </p:nvSpPr>
        <p:spPr>
          <a:xfrm>
            <a:off x="6135624" y="3639312"/>
            <a:ext cx="2240280" cy="777240"/>
          </a:xfrm>
          <a:prstGeom prst="rect">
            <a:avLst/>
          </a:prstGeom>
          <a:noFill/>
        </p:spPr>
        <p:txBody>
          <a:bodyPr wrap="square" lIns="0" tIns="0" rIns="0" bIns="0" anchor="t">
            <a:spAutoFit/>
          </a:bodyPr>
          <a:lstStyle/>
          <a:p>
            <a:pPr algn="l">
              <a:lnSpc>
                <a:spcPct val="118000"/>
              </a:lnSpc>
            </a:pPr>
            <a:r>
              <a:rPr sz="700">
                <a:solidFill>
                  <a:srgbClr val="666666"/>
                </a:solidFill>
                <a:latin typeface="Outfit"/>
              </a:rPr>
              <a:t>maglev turbo ≥2000 L/s as the primary growth pump, sized up front — never retrofitted; valved ion pump + TSP kept for idle / base pressure; getter-purified N₂ protects film purity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HK" sz="2200" spc="20" dirty="0">
                <a:solidFill>
                  <a:srgbClr val="00B388"/>
                </a:solidFill>
                <a:latin typeface="AvenirNext LT Pro Light"/>
              </a:rPr>
              <a:t>What the machine needs around it</a:t>
            </a:r>
            <a:endParaRPr sz="2200" spc="20" dirty="0">
              <a:solidFill>
                <a:srgbClr val="00B388"/>
              </a:solidFill>
              <a:latin typeface="AvenirNext LT Pro Light"/>
            </a:endParaRPr>
          </a:p>
        </p:txBody>
      </p:sp>
      <p:sp>
        <p:nvSpPr>
          <p:cNvPr id="3" name="Content Placeholder 2"/>
          <p:cNvSpPr>
            <a:spLocks noGrp="1"/>
          </p:cNvSpPr>
          <p:nvPr>
            <p:ph sz="quarter" idx="14"/>
          </p:nvPr>
        </p:nvSpPr>
        <p:spPr/>
        <p:txBody>
          <a:bodyPr/>
          <a:lstStyle/>
          <a:p>
            <a:r>
              <a:rPr sz="800" spc="80">
                <a:solidFill>
                  <a:srgbClr val="191919"/>
                </a:solidFill>
                <a:latin typeface="AvenirNext LT Pro Medium"/>
              </a:rPr>
              <a:t>NITRIDE MBE PROPOSAL · SUPPORTING PARTS</a:t>
            </a:r>
          </a:p>
        </p:txBody>
      </p:sp>
      <p:sp>
        <p:nvSpPr>
          <p:cNvPr id="4" name="Rounded Rectangle 3"/>
          <p:cNvSpPr/>
          <p:nvPr/>
        </p:nvSpPr>
        <p:spPr>
          <a:xfrm>
            <a:off x="612648" y="1481328"/>
            <a:ext cx="2514600" cy="658368"/>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c.png"/>
          <p:cNvPicPr>
            <a:picLocks noChangeAspect="1"/>
          </p:cNvPicPr>
          <p:nvPr/>
        </p:nvPicPr>
        <p:blipFill>
          <a:blip r:embed="rId2"/>
          <a:stretch>
            <a:fillRect/>
          </a:stretch>
        </p:blipFill>
        <p:spPr>
          <a:xfrm>
            <a:off x="704088" y="1627632"/>
            <a:ext cx="365760" cy="365760"/>
          </a:xfrm>
          <a:prstGeom prst="rect">
            <a:avLst/>
          </a:prstGeom>
        </p:spPr>
      </p:pic>
      <p:sp>
        <p:nvSpPr>
          <p:cNvPr id="6" name="TextBox 5"/>
          <p:cNvSpPr txBox="1"/>
          <p:nvPr/>
        </p:nvSpPr>
        <p:spPr>
          <a:xfrm>
            <a:off x="1161288" y="1572768"/>
            <a:ext cx="1856232" cy="182880"/>
          </a:xfrm>
          <a:prstGeom prst="rect">
            <a:avLst/>
          </a:prstGeom>
          <a:noFill/>
        </p:spPr>
        <p:txBody>
          <a:bodyPr wrap="square" anchor="t" lIns="0" rIns="0" tIns="0" bIns="0">
            <a:spAutoFit/>
          </a:bodyPr>
          <a:lstStyle/>
          <a:p>
            <a:pPr algn="l">
              <a:lnSpc>
                <a:spcPct val="120000"/>
              </a:lnSpc>
            </a:pPr>
            <a:r>
              <a:rPr sz="780">
                <a:solidFill>
                  <a:srgbClr val="191919"/>
                </a:solidFill>
                <a:latin typeface="AvenirNext LT Pro Medium"/>
              </a:rPr>
              <a:t>Control PC + DAQ hardware</a:t>
            </a:r>
          </a:p>
        </p:txBody>
      </p:sp>
      <p:sp>
        <p:nvSpPr>
          <p:cNvPr id="7" name="TextBox 6"/>
          <p:cNvSpPr txBox="1"/>
          <p:nvPr/>
        </p:nvSpPr>
        <p:spPr>
          <a:xfrm>
            <a:off x="1161288" y="1755648"/>
            <a:ext cx="1856232" cy="329184"/>
          </a:xfrm>
          <a:prstGeom prst="rect">
            <a:avLst/>
          </a:prstGeom>
          <a:noFill/>
        </p:spPr>
        <p:txBody>
          <a:bodyPr wrap="square" anchor="t" lIns="0" rIns="0" tIns="0" bIns="0">
            <a:spAutoFit/>
          </a:bodyPr>
          <a:lstStyle/>
          <a:p>
            <a:pPr algn="l">
              <a:lnSpc>
                <a:spcPct val="112000"/>
              </a:lnSpc>
            </a:pPr>
            <a:r>
              <a:rPr sz="660">
                <a:solidFill>
                  <a:srgbClr val="666666"/>
                </a:solidFill>
                <a:latin typeface="Outfit"/>
              </a:rPr>
              <a:t>computer · DAQ cards · RHEED frame grabber</a:t>
            </a:r>
          </a:p>
        </p:txBody>
      </p:sp>
      <p:sp>
        <p:nvSpPr>
          <p:cNvPr id="8" name="Rounded Rectangle 7"/>
          <p:cNvSpPr/>
          <p:nvPr/>
        </p:nvSpPr>
        <p:spPr>
          <a:xfrm>
            <a:off x="3310128" y="1481328"/>
            <a:ext cx="2514600" cy="658368"/>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wafer.png"/>
          <p:cNvPicPr>
            <a:picLocks noChangeAspect="1"/>
          </p:cNvPicPr>
          <p:nvPr/>
        </p:nvPicPr>
        <p:blipFill>
          <a:blip r:embed="rId16"/>
          <a:stretch>
            <a:fillRect/>
          </a:stretch>
        </p:blipFill>
        <p:spPr>
          <a:xfrm>
            <a:off x="3401568" y="1627632"/>
            <a:ext cx="365760" cy="365760"/>
          </a:xfrm>
          <a:prstGeom prst="rect">
            <a:avLst/>
          </a:prstGeom>
        </p:spPr>
      </p:pic>
      <p:sp>
        <p:nvSpPr>
          <p:cNvPr id="10" name="TextBox 9"/>
          <p:cNvSpPr txBox="1"/>
          <p:nvPr/>
        </p:nvSpPr>
        <p:spPr>
          <a:xfrm>
            <a:off x="3858768" y="1572768"/>
            <a:ext cx="1856232" cy="182880"/>
          </a:xfrm>
          <a:prstGeom prst="rect">
            <a:avLst/>
          </a:prstGeom>
          <a:noFill/>
        </p:spPr>
        <p:txBody>
          <a:bodyPr wrap="square" anchor="t" lIns="0" rIns="0" tIns="0" bIns="0">
            <a:spAutoFit/>
          </a:bodyPr>
          <a:lstStyle/>
          <a:p>
            <a:pPr algn="l">
              <a:lnSpc>
                <a:spcPct val="120000"/>
              </a:lnSpc>
            </a:pPr>
            <a:r>
              <a:rPr sz="780">
                <a:solidFill>
                  <a:srgbClr val="191919"/>
                </a:solidFill>
                <a:latin typeface="AvenirNext LT Pro Medium"/>
              </a:rPr>
              <a:t>Substrate holders + platens</a:t>
            </a:r>
          </a:p>
        </p:txBody>
      </p:sp>
      <p:sp>
        <p:nvSpPr>
          <p:cNvPr id="11" name="TextBox 10"/>
          <p:cNvSpPr txBox="1"/>
          <p:nvPr/>
        </p:nvSpPr>
        <p:spPr>
          <a:xfrm>
            <a:off x="3858768" y="1755648"/>
            <a:ext cx="1856232" cy="329184"/>
          </a:xfrm>
          <a:prstGeom prst="rect">
            <a:avLst/>
          </a:prstGeom>
          <a:noFill/>
        </p:spPr>
        <p:txBody>
          <a:bodyPr wrap="square" anchor="t" lIns="0" rIns="0" tIns="0" bIns="0">
            <a:spAutoFit/>
          </a:bodyPr>
          <a:lstStyle/>
          <a:p>
            <a:pPr algn="l">
              <a:lnSpc>
                <a:spcPct val="112000"/>
              </a:lnSpc>
            </a:pPr>
            <a:r>
              <a:rPr sz="660">
                <a:solidFill>
                  <a:srgbClr val="666666"/>
                </a:solidFill>
                <a:latin typeface="Outfit"/>
              </a:rPr>
              <a:t>per-wafer hardware · matching transfer forks</a:t>
            </a:r>
          </a:p>
        </p:txBody>
      </p:sp>
      <p:sp>
        <p:nvSpPr>
          <p:cNvPr id="12" name="Rounded Rectangle 11"/>
          <p:cNvSpPr/>
          <p:nvPr/>
        </p:nvSpPr>
        <p:spPr>
          <a:xfrm>
            <a:off x="6007608" y="1481328"/>
            <a:ext cx="2514600" cy="658368"/>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window.png"/>
          <p:cNvPicPr>
            <a:picLocks noChangeAspect="1"/>
          </p:cNvPicPr>
          <p:nvPr/>
        </p:nvPicPr>
        <p:blipFill>
          <a:blip r:embed="rId17"/>
          <a:stretch>
            <a:fillRect/>
          </a:stretch>
        </p:blipFill>
        <p:spPr>
          <a:xfrm>
            <a:off x="6099048" y="1627632"/>
            <a:ext cx="365760" cy="365760"/>
          </a:xfrm>
          <a:prstGeom prst="rect">
            <a:avLst/>
          </a:prstGeom>
        </p:spPr>
      </p:pic>
      <p:sp>
        <p:nvSpPr>
          <p:cNvPr id="14" name="TextBox 13"/>
          <p:cNvSpPr txBox="1"/>
          <p:nvPr/>
        </p:nvSpPr>
        <p:spPr>
          <a:xfrm>
            <a:off x="6556248" y="1572768"/>
            <a:ext cx="1856232" cy="182880"/>
          </a:xfrm>
          <a:prstGeom prst="rect">
            <a:avLst/>
          </a:prstGeom>
          <a:noFill/>
        </p:spPr>
        <p:txBody>
          <a:bodyPr wrap="square" anchor="t" lIns="0" rIns="0" tIns="0" bIns="0">
            <a:spAutoFit/>
          </a:bodyPr>
          <a:lstStyle/>
          <a:p>
            <a:pPr algn="l">
              <a:lnSpc>
                <a:spcPct val="120000"/>
              </a:lnSpc>
            </a:pPr>
            <a:r>
              <a:rPr sz="780">
                <a:solidFill>
                  <a:srgbClr val="191919"/>
                </a:solidFill>
                <a:latin typeface="AvenirNext LT Pro Medium"/>
              </a:rPr>
              <a:t>Heated viewport</a:t>
            </a:r>
          </a:p>
        </p:txBody>
      </p:sp>
      <p:sp>
        <p:nvSpPr>
          <p:cNvPr id="15" name="TextBox 14"/>
          <p:cNvSpPr txBox="1"/>
          <p:nvPr/>
        </p:nvSpPr>
        <p:spPr>
          <a:xfrm>
            <a:off x="6556248" y="1755648"/>
            <a:ext cx="1856232" cy="329184"/>
          </a:xfrm>
          <a:prstGeom prst="rect">
            <a:avLst/>
          </a:prstGeom>
          <a:noFill/>
        </p:spPr>
        <p:txBody>
          <a:bodyPr wrap="square" anchor="t" lIns="0" rIns="0" tIns="0" bIns="0">
            <a:spAutoFit/>
          </a:bodyPr>
          <a:lstStyle/>
          <a:p>
            <a:pPr algn="l">
              <a:lnSpc>
                <a:spcPct val="112000"/>
              </a:lnSpc>
            </a:pPr>
            <a:r>
              <a:rPr sz="660">
                <a:solidFill>
                  <a:srgbClr val="666666"/>
                </a:solidFill>
                <a:latin typeface="Outfit"/>
              </a:rPr>
              <a:t>keeps the pyrometer window free of Ga coating</a:t>
            </a:r>
          </a:p>
        </p:txBody>
      </p:sp>
      <p:sp>
        <p:nvSpPr>
          <p:cNvPr id="16" name="Rounded Rectangle 15"/>
          <p:cNvSpPr/>
          <p:nvPr/>
        </p:nvSpPr>
        <p:spPr>
          <a:xfrm>
            <a:off x="612648" y="2249424"/>
            <a:ext cx="2514600" cy="658368"/>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eak.png"/>
          <p:cNvPicPr>
            <a:picLocks noChangeAspect="1"/>
          </p:cNvPicPr>
          <p:nvPr/>
        </p:nvPicPr>
        <p:blipFill>
          <a:blip r:embed="rId18"/>
          <a:stretch>
            <a:fillRect/>
          </a:stretch>
        </p:blipFill>
        <p:spPr>
          <a:xfrm>
            <a:off x="704088" y="2395728"/>
            <a:ext cx="365760" cy="365760"/>
          </a:xfrm>
          <a:prstGeom prst="rect">
            <a:avLst/>
          </a:prstGeom>
        </p:spPr>
      </p:pic>
      <p:sp>
        <p:nvSpPr>
          <p:cNvPr id="18" name="TextBox 17"/>
          <p:cNvSpPr txBox="1"/>
          <p:nvPr/>
        </p:nvSpPr>
        <p:spPr>
          <a:xfrm>
            <a:off x="1161288" y="2340864"/>
            <a:ext cx="1856232" cy="182880"/>
          </a:xfrm>
          <a:prstGeom prst="rect">
            <a:avLst/>
          </a:prstGeom>
          <a:noFill/>
        </p:spPr>
        <p:txBody>
          <a:bodyPr wrap="square" anchor="t" lIns="0" rIns="0" tIns="0" bIns="0">
            <a:spAutoFit/>
          </a:bodyPr>
          <a:lstStyle/>
          <a:p>
            <a:pPr algn="l">
              <a:lnSpc>
                <a:spcPct val="120000"/>
              </a:lnSpc>
            </a:pPr>
            <a:r>
              <a:rPr sz="780">
                <a:solidFill>
                  <a:srgbClr val="191919"/>
                </a:solidFill>
                <a:latin typeface="AvenirNext LT Pro Medium"/>
              </a:rPr>
              <a:t>Helium leak detector</a:t>
            </a:r>
          </a:p>
        </p:txBody>
      </p:sp>
      <p:sp>
        <p:nvSpPr>
          <p:cNvPr id="19" name="TextBox 18"/>
          <p:cNvSpPr txBox="1"/>
          <p:nvPr/>
        </p:nvSpPr>
        <p:spPr>
          <a:xfrm>
            <a:off x="1161288" y="2523744"/>
            <a:ext cx="1856232" cy="329184"/>
          </a:xfrm>
          <a:prstGeom prst="rect">
            <a:avLst/>
          </a:prstGeom>
          <a:noFill/>
        </p:spPr>
        <p:txBody>
          <a:bodyPr wrap="square" anchor="t" lIns="0" rIns="0" tIns="0" bIns="0">
            <a:spAutoFit/>
          </a:bodyPr>
          <a:lstStyle/>
          <a:p>
            <a:pPr algn="l">
              <a:lnSpc>
                <a:spcPct val="112000"/>
              </a:lnSpc>
            </a:pPr>
            <a:r>
              <a:rPr sz="660">
                <a:solidFill>
                  <a:srgbClr val="666666"/>
                </a:solidFill>
                <a:latin typeface="Outfit"/>
              </a:rPr>
              <a:t>commissioning leak-hunt — buy or rent</a:t>
            </a:r>
          </a:p>
        </p:txBody>
      </p:sp>
      <p:sp>
        <p:nvSpPr>
          <p:cNvPr id="20" name="Rounded Rectangle 19"/>
          <p:cNvSpPr/>
          <p:nvPr/>
        </p:nvSpPr>
        <p:spPr>
          <a:xfrm>
            <a:off x="3310128" y="2249424"/>
            <a:ext cx="2514600" cy="658368"/>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alarm.png"/>
          <p:cNvPicPr>
            <a:picLocks noChangeAspect="1"/>
          </p:cNvPicPr>
          <p:nvPr/>
        </p:nvPicPr>
        <p:blipFill>
          <a:blip r:embed="rId19"/>
          <a:stretch>
            <a:fillRect/>
          </a:stretch>
        </p:blipFill>
        <p:spPr>
          <a:xfrm>
            <a:off x="3401568" y="2395728"/>
            <a:ext cx="365760" cy="365760"/>
          </a:xfrm>
          <a:prstGeom prst="rect">
            <a:avLst/>
          </a:prstGeom>
        </p:spPr>
      </p:pic>
      <p:sp>
        <p:nvSpPr>
          <p:cNvPr id="22" name="TextBox 21"/>
          <p:cNvSpPr txBox="1"/>
          <p:nvPr/>
        </p:nvSpPr>
        <p:spPr>
          <a:xfrm>
            <a:off x="3858768" y="2340864"/>
            <a:ext cx="1856232" cy="182880"/>
          </a:xfrm>
          <a:prstGeom prst="rect">
            <a:avLst/>
          </a:prstGeom>
          <a:noFill/>
        </p:spPr>
        <p:txBody>
          <a:bodyPr wrap="square" anchor="t" lIns="0" rIns="0" tIns="0" bIns="0">
            <a:spAutoFit/>
          </a:bodyPr>
          <a:lstStyle/>
          <a:p>
            <a:pPr algn="l">
              <a:lnSpc>
                <a:spcPct val="120000"/>
              </a:lnSpc>
            </a:pPr>
            <a:r>
              <a:rPr sz="780">
                <a:solidFill>
                  <a:srgbClr val="191919"/>
                </a:solidFill>
                <a:latin typeface="AvenirNext LT Pro Medium"/>
              </a:rPr>
              <a:t>O₂ depletion alarm</a:t>
            </a:r>
          </a:p>
        </p:txBody>
      </p:sp>
      <p:sp>
        <p:nvSpPr>
          <p:cNvPr id="23" name="TextBox 22"/>
          <p:cNvSpPr txBox="1"/>
          <p:nvPr/>
        </p:nvSpPr>
        <p:spPr>
          <a:xfrm>
            <a:off x="3858768" y="2523744"/>
            <a:ext cx="1856232" cy="329184"/>
          </a:xfrm>
          <a:prstGeom prst="rect">
            <a:avLst/>
          </a:prstGeom>
          <a:noFill/>
        </p:spPr>
        <p:txBody>
          <a:bodyPr wrap="square" anchor="t" lIns="0" rIns="0" tIns="0" bIns="0">
            <a:spAutoFit/>
          </a:bodyPr>
          <a:lstStyle/>
          <a:p>
            <a:pPr algn="l">
              <a:lnSpc>
                <a:spcPct val="112000"/>
              </a:lnSpc>
            </a:pPr>
            <a:r>
              <a:rPr sz="660">
                <a:solidFill>
                  <a:srgbClr val="666666"/>
                </a:solidFill>
                <a:latin typeface="Outfit"/>
              </a:rPr>
              <a:t>LN₂ asphyxiation safety — code requirement</a:t>
            </a:r>
          </a:p>
        </p:txBody>
      </p:sp>
      <p:sp>
        <p:nvSpPr>
          <p:cNvPr id="24" name="Rounded Rectangle 23"/>
          <p:cNvSpPr/>
          <p:nvPr/>
        </p:nvSpPr>
        <p:spPr>
          <a:xfrm>
            <a:off x="6007608" y="2249424"/>
            <a:ext cx="2514600" cy="658368"/>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ngot.png"/>
          <p:cNvPicPr>
            <a:picLocks noChangeAspect="1"/>
          </p:cNvPicPr>
          <p:nvPr/>
        </p:nvPicPr>
        <p:blipFill>
          <a:blip r:embed="rId20"/>
          <a:stretch>
            <a:fillRect/>
          </a:stretch>
        </p:blipFill>
        <p:spPr>
          <a:xfrm>
            <a:off x="6099048" y="2395728"/>
            <a:ext cx="365760" cy="365760"/>
          </a:xfrm>
          <a:prstGeom prst="rect">
            <a:avLst/>
          </a:prstGeom>
        </p:spPr>
      </p:pic>
      <p:sp>
        <p:nvSpPr>
          <p:cNvPr id="26" name="TextBox 25"/>
          <p:cNvSpPr txBox="1"/>
          <p:nvPr/>
        </p:nvSpPr>
        <p:spPr>
          <a:xfrm>
            <a:off x="6556248" y="2340864"/>
            <a:ext cx="1856232" cy="182880"/>
          </a:xfrm>
          <a:prstGeom prst="rect">
            <a:avLst/>
          </a:prstGeom>
          <a:noFill/>
        </p:spPr>
        <p:txBody>
          <a:bodyPr wrap="square" anchor="t" lIns="0" rIns="0" tIns="0" bIns="0">
            <a:spAutoFit/>
          </a:bodyPr>
          <a:lstStyle/>
          <a:p>
            <a:pPr algn="l">
              <a:lnSpc>
                <a:spcPct val="120000"/>
              </a:lnSpc>
            </a:pPr>
            <a:r>
              <a:rPr sz="780">
                <a:solidFill>
                  <a:srgbClr val="191919"/>
                </a:solidFill>
                <a:latin typeface="AvenirNext LT Pro Medium"/>
              </a:rPr>
              <a:t>Initial source charges</a:t>
            </a:r>
          </a:p>
        </p:txBody>
      </p:sp>
      <p:sp>
        <p:nvSpPr>
          <p:cNvPr id="27" name="TextBox 26"/>
          <p:cNvSpPr txBox="1"/>
          <p:nvPr/>
        </p:nvSpPr>
        <p:spPr>
          <a:xfrm>
            <a:off x="6556248" y="2523744"/>
            <a:ext cx="1856232" cy="329184"/>
          </a:xfrm>
          <a:prstGeom prst="rect">
            <a:avLst/>
          </a:prstGeom>
          <a:noFill/>
        </p:spPr>
        <p:txBody>
          <a:bodyPr wrap="square" anchor="t" lIns="0" rIns="0" tIns="0" bIns="0">
            <a:spAutoFit/>
          </a:bodyPr>
          <a:lstStyle/>
          <a:p>
            <a:pPr algn="l">
              <a:lnSpc>
                <a:spcPct val="112000"/>
              </a:lnSpc>
            </a:pPr>
            <a:r>
              <a:rPr sz="660">
                <a:solidFill>
                  <a:srgbClr val="666666"/>
                </a:solidFill>
                <a:latin typeface="Outfit"/>
              </a:rPr>
              <a:t>first Ga · Al · Cu · Si · Mg fill + spare PBN crucibles</a:t>
            </a:r>
          </a:p>
        </p:txBody>
      </p:sp>
      <p:sp>
        <p:nvSpPr>
          <p:cNvPr id="28" name="Rounded Rectangle 27"/>
          <p:cNvSpPr/>
          <p:nvPr/>
        </p:nvSpPr>
        <p:spPr>
          <a:xfrm>
            <a:off x="612648" y="3017520"/>
            <a:ext cx="2514600" cy="658368"/>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ring.png"/>
          <p:cNvPicPr>
            <a:picLocks noChangeAspect="1"/>
          </p:cNvPicPr>
          <p:nvPr/>
        </p:nvPicPr>
        <p:blipFill>
          <a:blip r:embed="rId21"/>
          <a:stretch>
            <a:fillRect/>
          </a:stretch>
        </p:blipFill>
        <p:spPr>
          <a:xfrm>
            <a:off x="704088" y="3163824"/>
            <a:ext cx="365760" cy="365760"/>
          </a:xfrm>
          <a:prstGeom prst="rect">
            <a:avLst/>
          </a:prstGeom>
        </p:spPr>
      </p:pic>
      <p:sp>
        <p:nvSpPr>
          <p:cNvPr id="30" name="TextBox 29"/>
          <p:cNvSpPr txBox="1"/>
          <p:nvPr/>
        </p:nvSpPr>
        <p:spPr>
          <a:xfrm>
            <a:off x="1161288" y="3108960"/>
            <a:ext cx="1856232" cy="182880"/>
          </a:xfrm>
          <a:prstGeom prst="rect">
            <a:avLst/>
          </a:prstGeom>
          <a:noFill/>
        </p:spPr>
        <p:txBody>
          <a:bodyPr wrap="square" anchor="t" lIns="0" rIns="0" tIns="0" bIns="0">
            <a:spAutoFit/>
          </a:bodyPr>
          <a:lstStyle/>
          <a:p>
            <a:pPr algn="l">
              <a:lnSpc>
                <a:spcPct val="120000"/>
              </a:lnSpc>
            </a:pPr>
            <a:r>
              <a:rPr sz="780">
                <a:solidFill>
                  <a:srgbClr val="191919"/>
                </a:solidFill>
                <a:latin typeface="AvenirNext LT Pro Medium"/>
              </a:rPr>
              <a:t>Copper gaskets + spares kit</a:t>
            </a:r>
          </a:p>
        </p:txBody>
      </p:sp>
      <p:sp>
        <p:nvSpPr>
          <p:cNvPr id="31" name="TextBox 30"/>
          <p:cNvSpPr txBox="1"/>
          <p:nvPr/>
        </p:nvSpPr>
        <p:spPr>
          <a:xfrm>
            <a:off x="1161288" y="3291839"/>
            <a:ext cx="1856232" cy="329184"/>
          </a:xfrm>
          <a:prstGeom prst="rect">
            <a:avLst/>
          </a:prstGeom>
          <a:noFill/>
        </p:spPr>
        <p:txBody>
          <a:bodyPr wrap="square" anchor="t" lIns="0" rIns="0" tIns="0" bIns="0">
            <a:spAutoFit/>
          </a:bodyPr>
          <a:lstStyle/>
          <a:p>
            <a:pPr algn="l">
              <a:lnSpc>
                <a:spcPct val="112000"/>
              </a:lnSpc>
            </a:pPr>
            <a:r>
              <a:rPr sz="660">
                <a:solidFill>
                  <a:srgbClr val="666666"/>
                </a:solidFill>
                <a:latin typeface="Outfit"/>
              </a:rPr>
              <a:t>every flange opening consumes one</a:t>
            </a:r>
          </a:p>
        </p:txBody>
      </p:sp>
      <p:sp>
        <p:nvSpPr>
          <p:cNvPr id="32" name="Rounded Rectangle 31"/>
          <p:cNvSpPr/>
          <p:nvPr/>
        </p:nvSpPr>
        <p:spPr>
          <a:xfrm>
            <a:off x="3310128" y="3017520"/>
            <a:ext cx="2514600" cy="658368"/>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mask.png"/>
          <p:cNvPicPr>
            <a:picLocks noChangeAspect="1"/>
          </p:cNvPicPr>
          <p:nvPr/>
        </p:nvPicPr>
        <p:blipFill>
          <a:blip r:embed="rId22"/>
          <a:stretch>
            <a:fillRect/>
          </a:stretch>
        </p:blipFill>
        <p:spPr>
          <a:xfrm>
            <a:off x="3401568" y="3163824"/>
            <a:ext cx="365760" cy="365760"/>
          </a:xfrm>
          <a:prstGeom prst="rect">
            <a:avLst/>
          </a:prstGeom>
        </p:spPr>
      </p:pic>
      <p:sp>
        <p:nvSpPr>
          <p:cNvPr id="34" name="TextBox 33"/>
          <p:cNvSpPr txBox="1"/>
          <p:nvPr/>
        </p:nvSpPr>
        <p:spPr>
          <a:xfrm>
            <a:off x="3858768" y="3108960"/>
            <a:ext cx="1856232" cy="182880"/>
          </a:xfrm>
          <a:prstGeom prst="rect">
            <a:avLst/>
          </a:prstGeom>
          <a:noFill/>
        </p:spPr>
        <p:txBody>
          <a:bodyPr wrap="square" anchor="t" lIns="0" rIns="0" tIns="0" bIns="0">
            <a:spAutoFit/>
          </a:bodyPr>
          <a:lstStyle/>
          <a:p>
            <a:pPr algn="l">
              <a:lnSpc>
                <a:spcPct val="120000"/>
              </a:lnSpc>
            </a:pPr>
            <a:r>
              <a:rPr sz="780">
                <a:solidFill>
                  <a:srgbClr val="191919"/>
                </a:solidFill>
                <a:latin typeface="AvenirNext LT Pro Medium"/>
              </a:rPr>
              <a:t>Mask patterning access</a:t>
            </a:r>
          </a:p>
        </p:txBody>
      </p:sp>
      <p:sp>
        <p:nvSpPr>
          <p:cNvPr id="35" name="TextBox 34"/>
          <p:cNvSpPr txBox="1"/>
          <p:nvPr/>
        </p:nvSpPr>
        <p:spPr>
          <a:xfrm>
            <a:off x="3858768" y="3291839"/>
            <a:ext cx="1856232" cy="329184"/>
          </a:xfrm>
          <a:prstGeom prst="rect">
            <a:avLst/>
          </a:prstGeom>
          <a:noFill/>
        </p:spPr>
        <p:txBody>
          <a:bodyPr wrap="square" anchor="t" lIns="0" rIns="0" tIns="0" bIns="0">
            <a:spAutoFit/>
          </a:bodyPr>
          <a:lstStyle/>
          <a:p>
            <a:pPr algn="l">
              <a:lnSpc>
                <a:spcPct val="112000"/>
              </a:lnSpc>
            </a:pPr>
            <a:r>
              <a:rPr sz="660">
                <a:solidFill>
                  <a:srgbClr val="666666"/>
                </a:solidFill>
                <a:latin typeface="Outfit"/>
              </a:rPr>
              <a:t>SiO₂ / Ti deposition · litho · etch — for SAG wafers</a:t>
            </a:r>
          </a:p>
        </p:txBody>
      </p:sp>
      <p:sp>
        <p:nvSpPr>
          <p:cNvPr id="36" name="TextBox 35"/>
          <p:cNvSpPr txBox="1"/>
          <p:nvPr/>
        </p:nvSpPr>
        <p:spPr>
          <a:xfrm>
            <a:off x="612648" y="3840480"/>
            <a:ext cx="7918704" cy="365760"/>
          </a:xfrm>
          <a:prstGeom prst="rect">
            <a:avLst/>
          </a:prstGeom>
          <a:noFill/>
        </p:spPr>
        <p:txBody>
          <a:bodyPr wrap="square" anchor="t" lIns="0" rIns="0" tIns="0" bIns="0">
            <a:spAutoFit/>
          </a:bodyPr>
          <a:lstStyle/>
          <a:p>
            <a:pPr algn="l">
              <a:lnSpc>
                <a:spcPct val="120000"/>
              </a:lnSpc>
            </a:pPr>
            <a:r>
              <a:rPr sz="680">
                <a:solidFill>
                  <a:srgbClr val="666666"/>
                </a:solidFill>
                <a:latin typeface="Outfit"/>
              </a:rPr>
              <a:t>Mask patterning is external cleanroom access or a paid service, not machine hardware — without it the selective-area-growth capability is stranded. Ex-situ metrology (XRD · AFM · Hall) assumed already available.</a:t>
            </a:r>
          </a:p>
        </p:txBody>
      </p:sp>
    </p:spTree>
  </p:cSld>
  <p:clrMapOvr>
    <a:masterClrMapping/>
  </p:clrMapOvr>
</p:sld>
</file>

<file path=ppt/theme/theme1.xml><?xml version="1.0" encoding="utf-8"?>
<a:theme xmlns:a="http://schemas.openxmlformats.org/drawingml/2006/main" name="MRDI_System font">
  <a:themeElements>
    <a:clrScheme name="Testing for MRDI">
      <a:dk1>
        <a:srgbClr val="191919"/>
      </a:dk1>
      <a:lt1>
        <a:srgbClr val="FEFFFF"/>
      </a:lt1>
      <a:dk2>
        <a:srgbClr val="00B388"/>
      </a:dk2>
      <a:lt2>
        <a:srgbClr val="F5F5F5"/>
      </a:lt2>
      <a:accent1>
        <a:srgbClr val="00B388"/>
      </a:accent1>
      <a:accent2>
        <a:srgbClr val="696DCD"/>
      </a:accent2>
      <a:accent3>
        <a:srgbClr val="EF60A3"/>
      </a:accent3>
      <a:accent4>
        <a:srgbClr val="307FE2"/>
      </a:accent4>
      <a:accent5>
        <a:srgbClr val="3CDBC0"/>
      </a:accent5>
      <a:accent6>
        <a:srgbClr val="9699DC"/>
      </a:accent6>
      <a:hlink>
        <a:srgbClr val="00B685"/>
      </a:hlink>
      <a:folHlink>
        <a:srgbClr val="D9D9D6"/>
      </a:folHlink>
    </a:clrScheme>
    <a:fontScheme name="Avenir Next">
      <a:majorFont>
        <a:latin typeface="Avenir Next"/>
        <a:ea typeface="微軟正黑體 Bold"/>
        <a:cs typeface=""/>
      </a:majorFont>
      <a:minorFont>
        <a:latin typeface="Avenir Next"/>
        <a:ea typeface="微軟正黑體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RDI_System Font_Avenir Next LT Pro .potx" id="{858DA585-415B-5C49-949B-D2FB951425D1}" vid="{B0DE1230-2BDE-CE44-A61D-F0E23B3A6858}"/>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Owner xmlns="ec86daf3-54cc-4371-8b45-255dbc846304" xsi:nil="true"/>
    <TaxCatchAll xmlns="0fc404c9-74b8-4235-a9fc-590446d087ba" xsi:nil="true"/>
    <lcf76f155ced4ddcb4097134ff3c332f xmlns="ec86daf3-54cc-4371-8b45-255dbc846304">
      <Terms xmlns="http://schemas.microsoft.com/office/infopath/2007/PartnerControls"/>
    </lcf76f155ced4ddcb4097134ff3c332f>
    <Keyword xmlns="ec86daf3-54cc-4371-8b45-255dbc846304" xsi:nil="true"/>
    <Summary xmlns="ec86daf3-54cc-4371-8b45-255dbc846304" xsi:nil="true"/>
    <Status xmlns="ec86daf3-54cc-4371-8b45-255dbc846304" xsi:nil="true"/>
    <EffectiveDate xmlns="ec86daf3-54cc-4371-8b45-255dbc846304">2026-03-24T01:53:06+00:00</EffectiveDate>
    <Catgory xmlns="ec86daf3-54cc-4371-8b45-255dbc846304">SOP</Catgory>
    <Department xmlns="ec86daf3-54cc-4371-8b45-255dbc84630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36E4847BD80E241AD671FD9ED4F6360" ma:contentTypeVersion="21" ma:contentTypeDescription="Create a new document." ma:contentTypeScope="" ma:versionID="4069c741a583665eed84be1efd03745f">
  <xsd:schema xmlns:xsd="http://www.w3.org/2001/XMLSchema" xmlns:xs="http://www.w3.org/2001/XMLSchema" xmlns:p="http://schemas.microsoft.com/office/2006/metadata/properties" xmlns:ns2="ec86daf3-54cc-4371-8b45-255dbc846304" xmlns:ns3="0fc404c9-74b8-4235-a9fc-590446d087ba" targetNamespace="http://schemas.microsoft.com/office/2006/metadata/properties" ma:root="true" ma:fieldsID="8b66d103d2bd64bb270579f4551d1277" ns2:_="" ns3:_="">
    <xsd:import namespace="ec86daf3-54cc-4371-8b45-255dbc846304"/>
    <xsd:import namespace="0fc404c9-74b8-4235-a9fc-590446d087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element ref="ns2:Catgory" minOccurs="0"/>
                <xsd:element ref="ns2:Owner" minOccurs="0"/>
                <xsd:element ref="ns2:EffectiveDate" minOccurs="0"/>
                <xsd:element ref="ns2:Status" minOccurs="0"/>
                <xsd:element ref="ns2:Keyword" minOccurs="0"/>
                <xsd:element ref="ns2:Department" minOccurs="0"/>
                <xsd:element ref="ns2:Summa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86daf3-54cc-4371-8b45-255dbc8463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029c3b0-41e4-415b-9da6-adf6dcc051a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Catgory" ma:index="22" nillable="true" ma:displayName="Catgory" ma:format="Dropdown" ma:internalName="Catgory">
      <xsd:simpleType>
        <xsd:restriction base="dms:Text">
          <xsd:maxLength value="255"/>
        </xsd:restriction>
      </xsd:simpleType>
    </xsd:element>
    <xsd:element name="Owner" ma:index="23" nillable="true" ma:displayName="Owner" ma:format="Dropdown" ma:internalName="Owner">
      <xsd:simpleType>
        <xsd:restriction base="dms:Text">
          <xsd:maxLength value="255"/>
        </xsd:restriction>
      </xsd:simpleType>
    </xsd:element>
    <xsd:element name="EffectiveDate" ma:index="24" nillable="true" ma:displayName="EffectiveDate" ma:default="[today]" ma:format="DateOnly" ma:internalName="EffectiveDate">
      <xsd:simpleType>
        <xsd:restriction base="dms:DateTime"/>
      </xsd:simpleType>
    </xsd:element>
    <xsd:element name="Status" ma:index="25" nillable="true" ma:displayName="Status" ma:format="Dropdown" ma:internalName="Status">
      <xsd:simpleType>
        <xsd:restriction base="dms:Text">
          <xsd:maxLength value="255"/>
        </xsd:restriction>
      </xsd:simpleType>
    </xsd:element>
    <xsd:element name="Keyword" ma:index="26" nillable="true" ma:displayName="Keyword" ma:format="Dropdown" ma:internalName="Keyword">
      <xsd:simpleType>
        <xsd:restriction base="dms:Text">
          <xsd:maxLength value="255"/>
        </xsd:restriction>
      </xsd:simpleType>
    </xsd:element>
    <xsd:element name="Department" ma:index="27" nillable="true" ma:displayName="Department" ma:format="Dropdown" ma:internalName="Department">
      <xsd:simpleType>
        <xsd:restriction base="dms:Text">
          <xsd:maxLength value="255"/>
        </xsd:restriction>
      </xsd:simpleType>
    </xsd:element>
    <xsd:element name="Summary" ma:index="28" nillable="true" ma:displayName="Summary" ma:format="Dropdown" ma:internalName="Summary">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fc404c9-74b8-4235-a9fc-590446d087b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b683f08-953f-4826-81cc-c39cd3040095}" ma:internalName="TaxCatchAll" ma:showField="CatchAllData" ma:web="0fc404c9-74b8-4235-a9fc-590446d087b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A497A0E-6993-4E56-A42E-040A48550A3E}">
  <ds:schemaRefs>
    <ds:schemaRef ds:uri="http://schemas.microsoft.com/office/2006/metadata/properties"/>
    <ds:schemaRef ds:uri="http://schemas.microsoft.com/office/infopath/2007/PartnerControls"/>
    <ds:schemaRef ds:uri="ec86daf3-54cc-4371-8b45-255dbc846304"/>
    <ds:schemaRef ds:uri="0fc404c9-74b8-4235-a9fc-590446d087ba"/>
  </ds:schemaRefs>
</ds:datastoreItem>
</file>

<file path=customXml/itemProps2.xml><?xml version="1.0" encoding="utf-8"?>
<ds:datastoreItem xmlns:ds="http://schemas.openxmlformats.org/officeDocument/2006/customXml" ds:itemID="{7A05AFF7-81B7-43EE-9E05-64E740D99DEB}">
  <ds:schemaRefs>
    <ds:schemaRef ds:uri="http://schemas.microsoft.com/sharepoint/v3/contenttype/forms"/>
  </ds:schemaRefs>
</ds:datastoreItem>
</file>

<file path=customXml/itemProps3.xml><?xml version="1.0" encoding="utf-8"?>
<ds:datastoreItem xmlns:ds="http://schemas.openxmlformats.org/officeDocument/2006/customXml" ds:itemID="{E389C391-BB32-4D60-9AA4-E046AA36D8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86daf3-54cc-4371-8b45-255dbc846304"/>
    <ds:schemaRef ds:uri="0fc404c9-74b8-4235-a9fc-590446d087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4208</TotalTime>
  <Words>652</Words>
  <Application>Microsoft Office PowerPoint</Application>
  <PresentationFormat>On-screen Show (16:9)</PresentationFormat>
  <Paragraphs>89</Paragraphs>
  <Slides>5</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vt:i4>
      </vt:variant>
    </vt:vector>
  </HeadingPairs>
  <TitlesOfParts>
    <vt:vector size="15" baseType="lpstr">
      <vt:lpstr>Avenir Next</vt:lpstr>
      <vt:lpstr>Avenir Next Demi Bold</vt:lpstr>
      <vt:lpstr>Avenir Next Medium</vt:lpstr>
      <vt:lpstr>AvenirNext LT Pro Light</vt:lpstr>
      <vt:lpstr>AvenirNext LT Pro Medium</vt:lpstr>
      <vt:lpstr>Aptos</vt:lpstr>
      <vt:lpstr>Arial</vt:lpstr>
      <vt:lpstr>Outfit</vt:lpstr>
      <vt:lpstr>Wingdings</vt:lpstr>
      <vt:lpstr>MRDI_System font</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TamBowie</dc:creator>
  <cp:lastModifiedBy>Wenhan Jiao</cp:lastModifiedBy>
  <cp:revision>445</cp:revision>
  <dcterms:created xsi:type="dcterms:W3CDTF">2024-09-11T16:02:56Z</dcterms:created>
  <dcterms:modified xsi:type="dcterms:W3CDTF">2026-07-30T03:18:13Z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0x010100036E4847BD80E241AD671FD9ED4F6360</vt:lpwstr>
  </property>
</Properties>
</file>